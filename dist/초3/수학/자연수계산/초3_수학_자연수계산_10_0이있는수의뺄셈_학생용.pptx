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38a0fdc-9980-bb67-4a4a-3e92fcdb5a2d}">
          <p14:sldIdLst>
            <p14:sldId id="256"/>
            <p14:sldId id="257"/>
          </p14:sldIdLst>
        </p14:section>
        <p14:section name="개념" id="{232c428c-e79c-bcf8-8e0b-b009a34ededd}">
          <p14:sldIdLst>
            <p14:sldId id="258"/>
            <p14:sldId id="259"/>
            <p14:sldId id="260"/>
            <p14:sldId id="262"/>
          </p14:sldIdLst>
        </p14:section>
        <p14:section name="연습" id="{d9585b52-49aa-0e30-237c-569b117eaf8f}">
          <p14:sldIdLst>
            <p14:sldId id="261"/>
            <p14:sldId id="263"/>
            <p14:sldId id="264"/>
          </p14:sldIdLst>
        </p14:section>
        <p14:section name="개념" id="{ece12e76-d222-c6ad-536d-98b4910165ed}">
          <p14:sldIdLst/>
        </p14:section>
        <p14:section name="연습" id="{4efcb6ea-df67-61f6-6f9a-d84112a60089}">
          <p14:sldIdLst/>
        </p14:section>
        <p14:section name="확인" id="{0e932eb5-6588-5f29-58b2-d7ccc9be24e5}">
          <p14:sldIdLst>
            <p14:sldId id="265"/>
            <p14:sldId id="266"/>
          </p14:sldIdLst>
        </p14:section>
        <p14:section name="정리" id="{c240a84a-e45a-bf4a-5c51-d35aec12d825}">
          <p14:sldIdLst>
            <p14:sldId id="267"/>
          </p14:sldIdLst>
        </p14:section>
        <p14:section name="보충" id="{4c32950f-bf9a-0b80-cc84-0f2f90370658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10차시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0이 있는 수의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0이 있는 수의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0이 있는 수의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있는 수의 뺄셈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자리가 0이면 어디서 받을까?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1000760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0이 있는 수에서 차례로 받아내려 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덧셈으로 확인해서 틀린 곳을 찾아요.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532 − 178 =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403은 백, 십, 일 모형이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각각 몇 개?</a:t>
            </a:r>
            <a:endParaRPr lang="ko-KR" sz="30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354 + 178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모형이 하나도 없어요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403 − 156을 수 모형의 개수로 나타냈어요.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모형이 없으면 백 모형부터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1개 → 십 10개, 그중 십 1개 → 일 10개</a:t>
            </a:r>
            <a:endParaRPr lang="ko-KR" sz="3000" dirty="0"/>
          </a:p>
        </p:txBody>
      </p:sp>
      <p:graphicFrame>
        <p:nvGraphicFramePr>
          <p:cNvPr id="4" name="S03-table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31036" y="2099945"/>
          <a:ext cx="9326880" cy="914400"/>
        </p:xfrm>
        <a:graphic>
          <a:graphicData uri="http://schemas.openxmlformats.org/drawingml/2006/table">
            <a:tbl>
              <a:tblPr/>
              <a:tblGrid>
                <a:gridCol w="3171139"/>
                <a:gridCol w="2051914"/>
                <a:gridCol w="2051914"/>
                <a:gridCol w="2051914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 1개를 바꾸면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 1개를 바꾸면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156을 빼면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→ 십 → 일 차례로</a:t>
            </a:r>
            <a:endParaRPr lang="ko-KR" sz="40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403 − 156을 세로셈으로 해요.</a:t>
            </a:r>
            <a:endParaRPr lang="ko-KR" sz="3000" dirty="0"/>
          </a:p>
        </p:txBody>
      </p:sp>
      <p:graphicFrame>
        <p:nvGraphicFramePr>
          <p:cNvPr id="5" name="S04-table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34315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4-stepno16"/>
          <p:cNvSpPr txBox="1"/>
          <p:nvPr/>
        </p:nvSpPr>
        <p:spPr>
          <a:xfrm>
            <a:off x="548640" y="2199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4-text17"/>
          <p:cNvSpPr txBox="1"/>
          <p:nvPr/>
        </p:nvSpPr>
        <p:spPr>
          <a:xfrm>
            <a:off x="1325880" y="219913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3에서 6을 뺄 수 없어요.</a:t>
            </a:r>
            <a:endParaRPr lang="ko-KR" sz="3000" dirty="0"/>
          </a:p>
        </p:txBody>
      </p:sp>
      <p:sp>
        <p:nvSpPr>
          <p:cNvPr id="7" name="S04-stepno18"/>
          <p:cNvSpPr txBox="1"/>
          <p:nvPr/>
        </p:nvSpPr>
        <p:spPr>
          <a:xfrm>
            <a:off x="548640" y="29580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4-text19"/>
          <p:cNvSpPr txBox="1"/>
          <p:nvPr/>
        </p:nvSpPr>
        <p:spPr>
          <a:xfrm>
            <a:off x="1325880" y="2912364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→ 십: 4를 3으로,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위에 10</a:t>
            </a:r>
            <a:endParaRPr lang="ko-KR" sz="3000" dirty="0"/>
          </a:p>
        </p:txBody>
      </p:sp>
      <p:sp>
        <p:nvSpPr>
          <p:cNvPr id="9" name="S04-stepno20"/>
          <p:cNvSpPr txBox="1"/>
          <p:nvPr/>
        </p:nvSpPr>
        <p:spPr>
          <a:xfrm>
            <a:off x="548640" y="40523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4-text21"/>
          <p:cNvSpPr txBox="1"/>
          <p:nvPr/>
        </p:nvSpPr>
        <p:spPr>
          <a:xfrm>
            <a:off x="1325880" y="4006596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→ 일: 10을 9로,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위에 10</a:t>
            </a:r>
            <a:endParaRPr lang="ko-KR" sz="3000" dirty="0"/>
          </a:p>
        </p:txBody>
      </p:sp>
      <p:sp>
        <p:nvSpPr>
          <p:cNvPr id="11" name="S04-stepno22"/>
          <p:cNvSpPr txBox="1"/>
          <p:nvPr/>
        </p:nvSpPr>
        <p:spPr>
          <a:xfrm>
            <a:off x="548640" y="51465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4-text23"/>
          <p:cNvSpPr txBox="1"/>
          <p:nvPr/>
        </p:nvSpPr>
        <p:spPr>
          <a:xfrm>
            <a:off x="1325880" y="510082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13 − 6 = 7, 9 − 5 = 4,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3 − 1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두 개 있어도 차례로</a:t>
            </a:r>
            <a:endParaRPr lang="ko-KR" sz="40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500 − 236을 세로셈으로 해요.</a:t>
            </a:r>
            <a:endParaRPr lang="ko-KR" sz="3000" dirty="0"/>
          </a:p>
        </p:txBody>
      </p:sp>
      <p:graphicFrame>
        <p:nvGraphicFramePr>
          <p:cNvPr id="6" name="S05-table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34315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5-stepno26"/>
          <p:cNvSpPr txBox="1"/>
          <p:nvPr/>
        </p:nvSpPr>
        <p:spPr>
          <a:xfrm>
            <a:off x="548640" y="2199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5-text27"/>
          <p:cNvSpPr txBox="1"/>
          <p:nvPr/>
        </p:nvSpPr>
        <p:spPr>
          <a:xfrm>
            <a:off x="1325880" y="219913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0에서 6을 뺄 수 없어요.</a:t>
            </a:r>
            <a:endParaRPr lang="ko-KR" sz="3000" dirty="0"/>
          </a:p>
        </p:txBody>
      </p:sp>
      <p:sp>
        <p:nvSpPr>
          <p:cNvPr id="7" name="S05-stepno28"/>
          <p:cNvSpPr txBox="1"/>
          <p:nvPr/>
        </p:nvSpPr>
        <p:spPr>
          <a:xfrm>
            <a:off x="548640" y="29580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5-text29"/>
          <p:cNvSpPr txBox="1"/>
          <p:nvPr/>
        </p:nvSpPr>
        <p:spPr>
          <a:xfrm>
            <a:off x="1325880" y="2912364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→ 십: 5를 4로,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위에 10</a:t>
            </a:r>
            <a:endParaRPr lang="ko-KR" sz="3000" dirty="0"/>
          </a:p>
        </p:txBody>
      </p:sp>
      <p:sp>
        <p:nvSpPr>
          <p:cNvPr id="9" name="S05-stepno30"/>
          <p:cNvSpPr txBox="1"/>
          <p:nvPr/>
        </p:nvSpPr>
        <p:spPr>
          <a:xfrm>
            <a:off x="548640" y="40523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5-text31"/>
          <p:cNvSpPr txBox="1"/>
          <p:nvPr/>
        </p:nvSpPr>
        <p:spPr>
          <a:xfrm>
            <a:off x="1325880" y="4006596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→ 일: 10을 9로,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위에 10</a:t>
            </a:r>
            <a:endParaRPr lang="ko-KR" sz="3000" dirty="0"/>
          </a:p>
        </p:txBody>
      </p:sp>
      <p:sp>
        <p:nvSpPr>
          <p:cNvPr id="11" name="S05-stepno32"/>
          <p:cNvSpPr txBox="1"/>
          <p:nvPr/>
        </p:nvSpPr>
        <p:spPr>
          <a:xfrm>
            <a:off x="548640" y="51465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5-text33"/>
          <p:cNvSpPr txBox="1"/>
          <p:nvPr/>
        </p:nvSpPr>
        <p:spPr>
          <a:xfrm>
            <a:off x="1325880" y="510082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10 − 6 = 4, 9 − 3 = 6,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4 − 2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 해 보기</a:t>
            </a:r>
            <a:endParaRPr lang="ko-KR" sz="4000" dirty="0"/>
          </a:p>
        </p:txBody>
      </p:sp>
      <p:sp>
        <p:nvSpPr>
          <p:cNvPr id="3" name="S06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자리부터 보고, 십이 0이면 백부터 받아요.</a:t>
            </a:r>
            <a:endParaRPr lang="ko-KR" sz="3000" dirty="0"/>
          </a:p>
        </p:txBody>
      </p:sp>
      <p:sp>
        <p:nvSpPr>
          <p:cNvPr id="5" name="S06-card36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37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③을 세로셈으로 해요</a:t>
            </a:r>
            <a:endParaRPr lang="ko-KR" sz="3000" dirty="0"/>
          </a:p>
        </p:txBody>
      </p:sp>
      <p:graphicFrame>
        <p:nvGraphicFramePr>
          <p:cNvPr id="7" name="S06-table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205740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6-chip3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9" name="S06-eqtext40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302 − 147 = □</a:t>
            </a:r>
            <a:endParaRPr lang="ko-KR" sz="3400" dirty="0"/>
          </a:p>
        </p:txBody>
      </p:sp>
      <p:sp>
        <p:nvSpPr>
          <p:cNvPr id="10" name="S06-chip4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6-eqtext42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506 − 243 = □</a:t>
            </a:r>
            <a:endParaRPr lang="ko-KR" sz="3400" dirty="0"/>
          </a:p>
        </p:txBody>
      </p:sp>
      <p:sp>
        <p:nvSpPr>
          <p:cNvPr id="12" name="S06-chip4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6-eqtext44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700 − 324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확인해요</a:t>
            </a:r>
            <a:endParaRPr lang="ko-KR" sz="4000" dirty="0"/>
          </a:p>
        </p:txBody>
      </p:sp>
      <p:sp>
        <p:nvSpPr>
          <p:cNvPr id="3" name="S07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403 − 156 = 247이 맞을까요?</a:t>
            </a:r>
            <a:endParaRPr lang="ko-KR" sz="3000" dirty="0"/>
          </a:p>
        </p:txBody>
      </p:sp>
      <p:sp>
        <p:nvSpPr>
          <p:cNvPr id="4" name="S07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+ 빼는 수 = 처음 수</a:t>
            </a:r>
            <a:endParaRPr lang="ko-KR" sz="3000" dirty="0"/>
          </a:p>
        </p:txBody>
      </p:sp>
      <p:graphicFrame>
        <p:nvGraphicFramePr>
          <p:cNvPr id="8" name="S07-table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89785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7-stepno49"/>
          <p:cNvSpPr txBox="1"/>
          <p:nvPr/>
        </p:nvSpPr>
        <p:spPr>
          <a:xfrm>
            <a:off x="548640" y="2243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50"/>
          <p:cNvSpPr txBox="1"/>
          <p:nvPr/>
        </p:nvSpPr>
        <p:spPr>
          <a:xfrm>
            <a:off x="1325880" y="219760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247에 빼는 수 156을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더해요.</a:t>
            </a:r>
            <a:endParaRPr lang="ko-KR" sz="3000" dirty="0"/>
          </a:p>
        </p:txBody>
      </p:sp>
      <p:sp>
        <p:nvSpPr>
          <p:cNvPr id="9" name="S07-stepno51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52"/>
          <p:cNvSpPr txBox="1"/>
          <p:nvPr/>
        </p:nvSpPr>
        <p:spPr>
          <a:xfrm>
            <a:off x="1325880" y="32918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 + 156 = 403</a:t>
            </a:r>
            <a:endParaRPr lang="ko-KR" sz="3000" dirty="0"/>
          </a:p>
        </p:txBody>
      </p:sp>
      <p:sp>
        <p:nvSpPr>
          <p:cNvPr id="11" name="S07-stepno53"/>
          <p:cNvSpPr txBox="1"/>
          <p:nvPr/>
        </p:nvSpPr>
        <p:spPr>
          <a:xfrm>
            <a:off x="548640" y="4050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54"/>
          <p:cNvSpPr txBox="1"/>
          <p:nvPr/>
        </p:nvSpPr>
        <p:spPr>
          <a:xfrm>
            <a:off x="1325880" y="4005072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수가 나오면 맞아요.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다르면 다른 자리를 다시 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5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403 − 156을 계산했어요.</a:t>
            </a:r>
            <a:endParaRPr lang="ko-KR" sz="3000" dirty="0"/>
          </a:p>
        </p:txBody>
      </p:sp>
      <p:sp>
        <p:nvSpPr>
          <p:cNvPr id="5" name="S08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확인하고, 누가 맞았는지 말해요.</a:t>
            </a:r>
            <a:endParaRPr lang="ko-KR" sz="3000" dirty="0"/>
          </a:p>
        </p:txBody>
      </p:sp>
      <p:sp>
        <p:nvSpPr>
          <p:cNvPr id="7" name="S08-chip5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257</a:t>
            </a:r>
            <a:endParaRPr lang="ko-KR" sz="2400" dirty="0"/>
          </a:p>
        </p:txBody>
      </p:sp>
      <p:sp>
        <p:nvSpPr>
          <p:cNvPr id="8" name="S08-text6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10 − 5 = 5로 했어요.</a:t>
            </a:r>
            <a:endParaRPr lang="ko-KR" sz="3000" dirty="0"/>
          </a:p>
        </p:txBody>
      </p:sp>
      <p:sp>
        <p:nvSpPr>
          <p:cNvPr id="9" name="S08-chip6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247</a:t>
            </a:r>
            <a:endParaRPr lang="ko-KR" sz="2400" dirty="0"/>
          </a:p>
        </p:txBody>
      </p:sp>
      <p:sp>
        <p:nvSpPr>
          <p:cNvPr id="10" name="S08-text6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9 − 5 = 4로 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계산하고 확인하기</a:t>
            </a:r>
            <a:endParaRPr lang="ko-KR" sz="4000" dirty="0"/>
          </a:p>
        </p:txBody>
      </p:sp>
      <p:sp>
        <p:nvSpPr>
          <p:cNvPr id="3" name="S09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계산하고, 덧셈으로 확인해요.</a:t>
            </a:r>
            <a:endParaRPr lang="ko-KR" sz="3000" dirty="0"/>
          </a:p>
        </p:txBody>
      </p:sp>
      <p:sp>
        <p:nvSpPr>
          <p:cNvPr id="4" name="S09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+ 빼는 수 = 처음 수</a:t>
            </a:r>
            <a:endParaRPr lang="ko-KR" sz="3000" dirty="0"/>
          </a:p>
        </p:txBody>
      </p:sp>
      <p:sp>
        <p:nvSpPr>
          <p:cNvPr id="6" name="S09-chip6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eqtext6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801 − 365 = □</a:t>
            </a:r>
            <a:endParaRPr lang="ko-KR" sz="3400" dirty="0"/>
          </a:p>
        </p:txBody>
      </p:sp>
      <p:sp>
        <p:nvSpPr>
          <p:cNvPr id="8" name="S09-chip6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eqtext6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300 − 158 = □</a:t>
            </a:r>
            <a:endParaRPr lang="ko-KR" sz="3400" dirty="0"/>
          </a:p>
        </p:txBody>
      </p:sp>
      <p:sp>
        <p:nvSpPr>
          <p:cNvPr id="10" name="S09-chip7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7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702 − 436 = 276이 맞나요?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풀고, ④는 덧셈으로 확인해요.</a:t>
            </a:r>
            <a:endParaRPr lang="ko-KR" sz="3000" dirty="0"/>
          </a:p>
        </p:txBody>
      </p:sp>
      <p:sp>
        <p:nvSpPr>
          <p:cNvPr id="4" name="S10-chip7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eqtext7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503 − 268 = □</a:t>
            </a:r>
            <a:endParaRPr lang="ko-KR" sz="3400" dirty="0"/>
          </a:p>
        </p:txBody>
      </p:sp>
      <p:sp>
        <p:nvSpPr>
          <p:cNvPr id="6" name="S10-chip7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eqtext7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900 − 437 = □</a:t>
            </a:r>
            <a:endParaRPr lang="ko-KR" sz="3400" dirty="0"/>
          </a:p>
        </p:txBody>
      </p:sp>
      <p:sp>
        <p:nvSpPr>
          <p:cNvPr id="8" name="S10-chip77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eqtext78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608 − 352 = □</a:t>
            </a:r>
            <a:endParaRPr lang="ko-KR" sz="3400" dirty="0"/>
          </a:p>
        </p:txBody>
      </p:sp>
      <p:sp>
        <p:nvSpPr>
          <p:cNvPr id="10" name="S10-chip79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text80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401 − 125 = 286이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맞게 계산한 것은?</a:t>
            </a:r>
            <a:endParaRPr lang="ko-KR" sz="4000" dirty="0"/>
          </a:p>
        </p:txBody>
      </p:sp>
      <p:sp>
        <p:nvSpPr>
          <p:cNvPr id="3" name="S12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604 − 258을 계산했어요.</a:t>
            </a:r>
            <a:endParaRPr lang="ko-KR" sz="3000" dirty="0"/>
          </a:p>
        </p:txBody>
      </p:sp>
      <p:sp>
        <p:nvSpPr>
          <p:cNvPr id="4" name="S12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확인해 맞는 답을 고르고, 까닭을 말해요.</a:t>
            </a:r>
            <a:endParaRPr lang="ko-KR" sz="3000" dirty="0"/>
          </a:p>
        </p:txBody>
      </p:sp>
      <p:sp>
        <p:nvSpPr>
          <p:cNvPr id="6" name="S12-chip8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2-bigtext85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356</a:t>
            </a:r>
            <a:endParaRPr lang="ko-KR" sz="4800" dirty="0"/>
          </a:p>
        </p:txBody>
      </p:sp>
      <p:sp>
        <p:nvSpPr>
          <p:cNvPr id="8" name="S12-chip86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2-bigtext87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346</a:t>
            </a:r>
            <a:endParaRPr lang="ko-KR" sz="4800" dirty="0"/>
          </a:p>
        </p:txBody>
      </p:sp>
      <p:sp>
        <p:nvSpPr>
          <p:cNvPr id="10" name="S12-chip8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2-bigtext89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446</a:t>
            </a:r>
            <a:endParaRPr lang="ko-KR" sz="4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9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십이 0이면 백 → 십 → 일 차례로 받아내려요.</a:t>
            </a:r>
            <a:endParaRPr lang="ko-KR" sz="3000" dirty="0"/>
          </a:p>
        </p:txBody>
      </p:sp>
      <p:sp>
        <p:nvSpPr>
          <p:cNvPr id="5" name="S13-chip9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십의 자리: 0 → 10 → 9</a:t>
            </a:r>
            <a:endParaRPr lang="ko-KR" sz="2400" dirty="0"/>
          </a:p>
        </p:txBody>
      </p:sp>
      <p:sp>
        <p:nvSpPr>
          <p:cNvPr id="6" name="S13-chip9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십의 자리를 10으로 빼기</a:t>
            </a:r>
            <a:endParaRPr lang="ko-KR" sz="2400" dirty="0"/>
          </a:p>
        </p:txBody>
      </p:sp>
      <p:sp>
        <p:nvSpPr>
          <p:cNvPr id="7" name="S13-text9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eqtext9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802 − 345 = □</a:t>
            </a:r>
            <a:endParaRPr lang="ko-KR" sz="2800" dirty="0"/>
          </a:p>
        </p:txBody>
      </p:sp>
      <p:sp>
        <p:nvSpPr>
          <p:cNvPr id="9" name="S13-eqtext9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600 − 271 = □</a:t>
            </a:r>
            <a:endParaRPr lang="ko-KR" sz="2800" dirty="0"/>
          </a:p>
        </p:txBody>
      </p:sp>
      <p:sp>
        <p:nvSpPr>
          <p:cNvPr id="10" name="S13-eqtext9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405 − 182 = □</a:t>
            </a:r>
            <a:endParaRPr lang="ko-KR" sz="2800" dirty="0"/>
          </a:p>
        </p:txBody>
      </p:sp>
      <p:sp>
        <p:nvSpPr>
          <p:cNvPr id="11" name="S13-text9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몫에 0이 있는 나눗셈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받아내림 두 번</a:t>
            </a:r>
            <a:endParaRPr lang="ko-KR" sz="4000" dirty="0"/>
          </a:p>
        </p:txBody>
      </p:sp>
      <p:sp>
        <p:nvSpPr>
          <p:cNvPr id="3" name="S14-text9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532 − 178을 세로셈으로 다시 해요.</a:t>
            </a:r>
            <a:endParaRPr lang="ko-KR" sz="3000" dirty="0"/>
          </a:p>
        </p:txBody>
      </p:sp>
      <p:sp>
        <p:nvSpPr>
          <p:cNvPr id="4" name="S14-card10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0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 수 없으면 윗자리에서 받아요.</a:t>
            </a:r>
            <a:endParaRPr lang="ko-KR" sz="3000" dirty="0"/>
          </a:p>
        </p:txBody>
      </p:sp>
      <p:graphicFrame>
        <p:nvGraphicFramePr>
          <p:cNvPr id="14" name="S14-table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3073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4-stepno103"/>
          <p:cNvSpPr txBox="1"/>
          <p:nvPr/>
        </p:nvSpPr>
        <p:spPr>
          <a:xfrm>
            <a:off x="548640" y="2243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4-text104"/>
          <p:cNvSpPr txBox="1"/>
          <p:nvPr/>
        </p:nvSpPr>
        <p:spPr>
          <a:xfrm>
            <a:off x="1325880" y="219760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십에서 받아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12 − 8 = 4</a:t>
            </a:r>
            <a:endParaRPr lang="ko-KR" sz="3000" dirty="0"/>
          </a:p>
        </p:txBody>
      </p:sp>
      <p:sp>
        <p:nvSpPr>
          <p:cNvPr id="9" name="S14-stepno105"/>
          <p:cNvSpPr txBox="1"/>
          <p:nvPr/>
        </p:nvSpPr>
        <p:spPr>
          <a:xfrm>
            <a:off x="548640" y="3337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4-text106"/>
          <p:cNvSpPr txBox="1"/>
          <p:nvPr/>
        </p:nvSpPr>
        <p:spPr>
          <a:xfrm>
            <a:off x="1325880" y="3291840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2에서 7을 뺄 수 없어요.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백에서 받아 12 − 7 = 5</a:t>
            </a:r>
            <a:endParaRPr lang="ko-KR" sz="3000" dirty="0"/>
          </a:p>
        </p:txBody>
      </p:sp>
      <p:sp>
        <p:nvSpPr>
          <p:cNvPr id="11" name="S14-stepno107"/>
          <p:cNvSpPr txBox="1"/>
          <p:nvPr/>
        </p:nvSpPr>
        <p:spPr>
          <a:xfrm>
            <a:off x="548640" y="4386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4-text108"/>
          <p:cNvSpPr txBox="1"/>
          <p:nvPr/>
        </p:nvSpPr>
        <p:spPr>
          <a:xfrm>
            <a:off x="1325880" y="43860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4 − 1 = 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0이 있는 수의 뺄셈</dc:title>
  <dc:subject>KR22-G03-MAT-SUB3D0-L01</dc:subject>
  <dc:creator>education-ppt</dc:creator>
  <cp:lastModifiedBy>education-ppt</cp:lastModifiedBy>
  <cp:revision>1</cp:revision>
  <dcterms:created xsi:type="dcterms:W3CDTF">2026-10-26T07:55:31Z</dcterms:created>
  <dcterms:modified xsi:type="dcterms:W3CDTF">2026-10-26T07:55:31Z</dcterms:modified>
</cp:coreProperties>
</file>