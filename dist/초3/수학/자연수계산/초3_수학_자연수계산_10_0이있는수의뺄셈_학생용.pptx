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2dfe327-58d3-6b27-5922-cfd624048721}">
          <p14:sldIdLst>
            <p14:sldId id="256"/>
            <p14:sldId id="257"/>
          </p14:sldIdLst>
        </p14:section>
        <p14:section name="개념" id="{79cbdbe5-ae8e-3dea-604a-fa2703b2f1fc}">
          <p14:sldIdLst>
            <p14:sldId id="258"/>
            <p14:sldId id="259"/>
            <p14:sldId id="260"/>
            <p14:sldId id="262"/>
          </p14:sldIdLst>
        </p14:section>
        <p14:section name="연습" id="{d5add398-c2bf-4fab-8b47-3ac272a4808d}">
          <p14:sldIdLst>
            <p14:sldId id="261"/>
            <p14:sldId id="263"/>
            <p14:sldId id="264"/>
          </p14:sldIdLst>
        </p14:section>
        <p14:section name="개념" id="{10dd5655-889c-7715-a6f9-5995e9d7482e}">
          <p14:sldIdLst/>
        </p14:section>
        <p14:section name="연습" id="{3a56d024-80d3-8ee2-14dd-cab3c2eaafc3}">
          <p14:sldIdLst/>
        </p14:section>
        <p14:section name="확인" id="{927edf4f-b4db-324b-0086-6777e6c2d5e1}">
          <p14:sldIdLst>
            <p14:sldId id="265"/>
            <p14:sldId id="266"/>
          </p14:sldIdLst>
        </p14:section>
        <p14:section name="정리" id="{c80c3a4b-e93d-71d4-8b08-f8471eadc10f}">
          <p14:sldIdLst>
            <p14:sldId id="267"/>
          </p14:sldIdLst>
        </p14:section>
        <p14:section name="보충" id="{18ad5341-cade-09d9-72ae-f877e05ab84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자리가 0이면 어디서 받을까?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0이 있는 수에서 차례로 받아내려 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덧셈으로 확인해서 틀린 곳을 찾아요.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532 − 178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403은 백, 십, 일 모형이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354 + 178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모형이 하나도 없어요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모형이 없으면 백 모형부터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1개 → 십 10개, 그중 십 1개 → 일 10개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31036" y="2099945"/>
          <a:ext cx="9326880" cy="914400"/>
        </p:xfrm>
        <a:graphic>
          <a:graphicData uri="http://schemas.openxmlformats.org/drawingml/2006/table">
            <a:tbl>
              <a:tblPr/>
              <a:tblGrid>
                <a:gridCol w="3171139"/>
                <a:gridCol w="2051914"/>
                <a:gridCol w="2051914"/>
                <a:gridCol w="205191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1개를 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1개를 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156을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세로셈으로 해요.</a:t>
            </a:r>
            <a:endParaRPr lang="ko-KR" sz="3000" dirty="0"/>
          </a:p>
        </p:txBody>
      </p:sp>
      <p:graphicFrame>
        <p:nvGraphicFramePr>
          <p:cNvPr id="5" name="S04-table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4315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16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7"/>
          <p:cNvSpPr txBox="1"/>
          <p:nvPr/>
        </p:nvSpPr>
        <p:spPr>
          <a:xfrm>
            <a:off x="1325880" y="21991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3에서 6을 뺄 수 없어요.</a:t>
            </a:r>
            <a:endParaRPr lang="ko-KR" sz="3000" dirty="0"/>
          </a:p>
        </p:txBody>
      </p:sp>
      <p:sp>
        <p:nvSpPr>
          <p:cNvPr id="7" name="S04-stepno18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9123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십: 4를 3으로,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위에 10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40065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→ 일: 10을 9로,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510082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13 − 6 = 7, 9 − 5 = 4,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두 개 있어도 차례로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500 − 236을 세로셈으로 해요.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4315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5-stepno26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21991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0에서 6을 뺄 수 없어요.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29123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십: 5를 4로,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위에 10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0065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→ 일: 10을 9로,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510082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10 − 6 = 4, 9 − 3 = 6,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보고, 십이 0이면 백부터 받아요.</a:t>
            </a:r>
            <a:endParaRPr lang="ko-KR" sz="3000" dirty="0"/>
          </a:p>
        </p:txBody>
      </p:sp>
      <p:sp>
        <p:nvSpPr>
          <p:cNvPr id="5" name="S06-card36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7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05740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3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4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302 − 147 = □</a:t>
            </a:r>
            <a:endParaRPr lang="ko-KR" sz="3400" dirty="0"/>
          </a:p>
        </p:txBody>
      </p:sp>
      <p:sp>
        <p:nvSpPr>
          <p:cNvPr id="10" name="S06-chip4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4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506 − 243 = □</a:t>
            </a:r>
            <a:endParaRPr lang="ko-KR" sz="3400" dirty="0"/>
          </a:p>
        </p:txBody>
      </p:sp>
      <p:sp>
        <p:nvSpPr>
          <p:cNvPr id="12" name="S06-chip4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4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700 − 324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확인해요</a:t>
            </a:r>
            <a:endParaRPr lang="ko-KR" sz="4000" dirty="0"/>
          </a:p>
        </p:txBody>
      </p:sp>
      <p:sp>
        <p:nvSpPr>
          <p:cNvPr id="3" name="S07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 = 247이 맞을까요?</a:t>
            </a:r>
            <a:endParaRPr lang="ko-KR" sz="3000" dirty="0"/>
          </a:p>
        </p:txBody>
      </p:sp>
      <p:sp>
        <p:nvSpPr>
          <p:cNvPr id="4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49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0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247에 빼는 수 156을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3000" dirty="0"/>
          </a:p>
        </p:txBody>
      </p:sp>
      <p:sp>
        <p:nvSpPr>
          <p:cNvPr id="9" name="S07-stepno51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2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+ 156 = 403</a:t>
            </a:r>
            <a:endParaRPr lang="ko-KR" sz="3000" dirty="0"/>
          </a:p>
        </p:txBody>
      </p:sp>
      <p:sp>
        <p:nvSpPr>
          <p:cNvPr id="11" name="S07-stepno5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4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수가 나오면 맞아요.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다른 자리를 다시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계산했어요.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확인하고, 누가 맞았는지 말해요.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257</a:t>
            </a:r>
            <a:endParaRPr lang="ko-KR" sz="2400" dirty="0"/>
          </a:p>
        </p:txBody>
      </p:sp>
      <p:sp>
        <p:nvSpPr>
          <p:cNvPr id="8" name="S08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10 − 5 = 5로 했어요.</a:t>
            </a:r>
            <a:endParaRPr lang="ko-KR" sz="30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247</a:t>
            </a:r>
            <a:endParaRPr lang="ko-KR" sz="2400" dirty="0"/>
          </a:p>
        </p:txBody>
      </p:sp>
      <p:sp>
        <p:nvSpPr>
          <p:cNvPr id="10" name="S08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9 − 5 = 4로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확인하기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덧셈으로 확인해요.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6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801 − 365 = □</a:t>
            </a:r>
            <a:endParaRPr lang="ko-KR" sz="34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6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300 − 158 = □</a:t>
            </a:r>
            <a:endParaRPr lang="ko-KR" sz="3400" dirty="0"/>
          </a:p>
        </p:txBody>
      </p:sp>
      <p:sp>
        <p:nvSpPr>
          <p:cNvPr id="10" name="S09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702 − 436 = 276이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덧셈으로 확인해요.</a:t>
            </a:r>
            <a:endParaRPr lang="ko-KR" sz="3000" dirty="0"/>
          </a:p>
        </p:txBody>
      </p:sp>
      <p:sp>
        <p:nvSpPr>
          <p:cNvPr id="4" name="S10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503 − 268 = □</a:t>
            </a:r>
            <a:endParaRPr lang="ko-KR" sz="3400" dirty="0"/>
          </a:p>
        </p:txBody>
      </p:sp>
      <p:sp>
        <p:nvSpPr>
          <p:cNvPr id="6" name="S10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900 − 437 = □</a:t>
            </a:r>
            <a:endParaRPr lang="ko-KR" sz="34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608 − 352 = □</a:t>
            </a:r>
            <a:endParaRPr lang="ko-KR" sz="34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401 − 125 = 286이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것은?</a:t>
            </a:r>
            <a:endParaRPr lang="ko-KR" sz="4000" dirty="0"/>
          </a:p>
        </p:txBody>
      </p:sp>
      <p:sp>
        <p:nvSpPr>
          <p:cNvPr id="3" name="S12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604 − 258을 계산했어요.</a:t>
            </a:r>
            <a:endParaRPr lang="ko-KR" sz="3000" dirty="0"/>
          </a:p>
        </p:txBody>
      </p:sp>
      <p:sp>
        <p:nvSpPr>
          <p:cNvPr id="4" name="S12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 맞는 답을 고르고, 까닭을 말해요.</a:t>
            </a:r>
            <a:endParaRPr lang="ko-KR" sz="3000" dirty="0"/>
          </a:p>
        </p:txBody>
      </p:sp>
      <p:sp>
        <p:nvSpPr>
          <p:cNvPr id="6" name="S12-chip8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85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356</a:t>
            </a:r>
            <a:endParaRPr lang="ko-KR" sz="4800" dirty="0"/>
          </a:p>
        </p:txBody>
      </p:sp>
      <p:sp>
        <p:nvSpPr>
          <p:cNvPr id="8" name="S12-chip8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87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346</a:t>
            </a:r>
            <a:endParaRPr lang="ko-KR" sz="4800" dirty="0"/>
          </a:p>
        </p:txBody>
      </p:sp>
      <p:sp>
        <p:nvSpPr>
          <p:cNvPr id="10" name="S12-chip8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89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446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십이 0이면 백 → 십 → 일 차례로 받아내려요.</a:t>
            </a:r>
            <a:endParaRPr lang="ko-KR" sz="3000" dirty="0"/>
          </a:p>
        </p:txBody>
      </p:sp>
      <p:sp>
        <p:nvSpPr>
          <p:cNvPr id="5" name="S13-chip9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십의 자리: 0 → 10 → 9</a:t>
            </a:r>
            <a:endParaRPr lang="ko-KR" sz="2400" dirty="0"/>
          </a:p>
        </p:txBody>
      </p:sp>
      <p:sp>
        <p:nvSpPr>
          <p:cNvPr id="6" name="S13-chip9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십의 자리를 10으로 빼기</a:t>
            </a:r>
            <a:endParaRPr lang="ko-KR" sz="2400" dirty="0"/>
          </a:p>
        </p:txBody>
      </p:sp>
      <p:sp>
        <p:nvSpPr>
          <p:cNvPr id="7" name="S13-text9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9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802 − 345 = □</a:t>
            </a:r>
            <a:endParaRPr lang="ko-KR" sz="2800" dirty="0"/>
          </a:p>
        </p:txBody>
      </p:sp>
      <p:sp>
        <p:nvSpPr>
          <p:cNvPr id="9" name="S13-eqtext9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600 − 271 = □</a:t>
            </a:r>
            <a:endParaRPr lang="ko-KR" sz="2800" dirty="0"/>
          </a:p>
        </p:txBody>
      </p:sp>
      <p:sp>
        <p:nvSpPr>
          <p:cNvPr id="10" name="S13-eqtext9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405 − 182 = □</a:t>
            </a:r>
            <a:endParaRPr lang="ko-KR" sz="2800" dirty="0"/>
          </a:p>
        </p:txBody>
      </p:sp>
      <p:sp>
        <p:nvSpPr>
          <p:cNvPr id="11" name="S13-text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몫에 0이 있는 나눗셈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받아내림 두 번</a:t>
            </a:r>
            <a:endParaRPr lang="ko-KR" sz="4000" dirty="0"/>
          </a:p>
        </p:txBody>
      </p:sp>
      <p:sp>
        <p:nvSpPr>
          <p:cNvPr id="3" name="S14-text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532 − 178을 세로셈으로 다시 해요.</a:t>
            </a:r>
            <a:endParaRPr lang="ko-KR" sz="3000" dirty="0"/>
          </a:p>
        </p:txBody>
      </p:sp>
      <p:sp>
        <p:nvSpPr>
          <p:cNvPr id="4" name="S14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받아요.</a:t>
            </a:r>
            <a:endParaRPr lang="ko-KR" sz="3000" dirty="0"/>
          </a:p>
        </p:txBody>
      </p:sp>
      <p:graphicFrame>
        <p:nvGraphicFramePr>
          <p:cNvPr id="14" name="S14-table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3073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stepno103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04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십에서 받아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12 − 8 = 4</a:t>
            </a:r>
            <a:endParaRPr lang="ko-KR" sz="3000" dirty="0"/>
          </a:p>
        </p:txBody>
      </p:sp>
      <p:sp>
        <p:nvSpPr>
          <p:cNvPr id="9" name="S14-stepno105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06"/>
          <p:cNvSpPr txBox="1"/>
          <p:nvPr/>
        </p:nvSpPr>
        <p:spPr>
          <a:xfrm>
            <a:off x="1325880" y="3291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2에서 7을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백에서 받아 12 − 7 = 5</a:t>
            </a:r>
            <a:endParaRPr lang="ko-KR" sz="3000" dirty="0"/>
          </a:p>
        </p:txBody>
      </p:sp>
      <p:sp>
        <p:nvSpPr>
          <p:cNvPr id="11" name="S14-stepno107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08"/>
          <p:cNvSpPr txBox="1"/>
          <p:nvPr/>
        </p:nvSpPr>
        <p:spPr>
          <a:xfrm>
            <a:off x="1325880" y="4386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4 − 1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0이 있는 수의 뺄셈</dc:title>
  <dc:subject>KR22-G03-MAT-SUB3D0-L01</dc:subject>
  <dc:creator>education-ppt</dc:creator>
  <cp:lastModifiedBy>education-ppt</cp:lastModifiedBy>
  <cp:revision>1</cp:revision>
  <dcterms:created xsi:type="dcterms:W3CDTF">2026-10-26T08:24:20Z</dcterms:created>
  <dcterms:modified xsi:type="dcterms:W3CDTF">2026-10-26T08:24:20Z</dcterms:modified>
</cp:coreProperties>
</file>