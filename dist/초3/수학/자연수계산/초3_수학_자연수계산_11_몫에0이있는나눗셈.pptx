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15c63f4-0395-9256-dc38-42776e5919b3}">
          <p14:sldIdLst>
            <p14:sldId id="256"/>
            <p14:sldId id="257"/>
          </p14:sldIdLst>
        </p14:section>
        <p14:section name="개념" id="{a34b819a-1b62-c32a-63be-92d61dacd529}">
          <p14:sldIdLst>
            <p14:sldId id="258"/>
            <p14:sldId id="259"/>
            <p14:sldId id="260"/>
            <p14:sldId id="262"/>
          </p14:sldIdLst>
        </p14:section>
        <p14:section name="연습" id="{ac379ea9-e8ef-5da1-a604-e9b47f7d8c33}">
          <p14:sldIdLst>
            <p14:sldId id="261"/>
            <p14:sldId id="263"/>
            <p14:sldId id="264"/>
          </p14:sldIdLst>
        </p14:section>
        <p14:section name="개념" id="{b59b03f5-572d-f4d6-b649-080b10746d29}">
          <p14:sldIdLst/>
        </p14:section>
        <p14:section name="연습" id="{525be636-5e46-c2f6-4f04-efae39677556}">
          <p14:sldIdLst/>
        </p14:section>
        <p14:section name="확인" id="{1ae340aa-679a-d27e-2f89-9ba499c97c1f}">
          <p14:sldIdLst>
            <p14:sldId id="265"/>
            <p14:sldId id="266"/>
            <p14:sldId id="267"/>
          </p14:sldIdLst>
        </p14:section>
        <p14:section name="정리" id="{c11e4609-5142-f39f-084f-9c0ed301f0ad}">
          <p14:sldIdLst>
            <p14:sldId id="268"/>
          </p14:sldIdLst>
        </p14:section>
        <p14:section name="보충" id="{c5f508e6-bf21-075e-d17a-39fd5035820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나누다가 나눌 수 없는 자리가 나오면 어떻게 할지 궁금하게 합니다.
시간: 약 2분
이렇게 말해 보세요
- “지난 시간에 536 ÷ 4처럼 백의 자리부터 나누었지? 오늘은 824 ÷ 4야. 백의 자리 8은 4로 나눌 수 있어. 십의 자리 2는?”
- “2를 4로 나눌 수 없으면 몫에 무엇을 써야 할까?”
예상 답
- “못 나눠요.” “그냥 넘어가요.” 또는 “0을 써요.”
막히면
- 답을 확인하지 않고 넘어갑니다. S03에서 수 모형으로 함께 나눕니다.
주의
- “넘어가요”라고 해도 지금은 고치지 않습니다. 몫의 0을 빠뜨리는 것이 오늘 다룰 가장 흔한 실수입니다(M1).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자리 수 나눗셈, 곱셈)]
목적: (세 자리 수)÷(한 자리 수)의 세로 나눗셈과, 가운데에 0이 있는 수의 곱셈이 되는지 확인합니다. 오늘 계산과 확인에 그대로 씁니다.
시간: 약 3분
이렇게 말해 보세요
- “①, ②를 세로로 풀어 볼래? 몫이 몇 자리 수인지도 말해 줘.”
- “③은 곱셈이야. 4 × 206은 4 × 200과 4 × 6을 더하면 돼.”
정답
- ① 134(세 자리 수: 5 ÷ 4 = 1 … 1, 13 ÷ 4 = 3 … 1, 16 ÷ 4 = 4)
- ② 43 … 5(두 자리 수: 26 ÷ 6 = 4 … 2, 23 ÷ 6 = 3 … 5)
- ③ 824
막히면
- ①이 어려우면 “백의 자리 5를 4로 나누면 몇이 남아? 남은 1과 3을 내리면 몇이야?”라고 묻습니다.
- 두 문제 이상 틀리면 S14(보충)를 먼저 합니다. 보충으로도 어려우면 초3 9차시 ‘(세 자리 수)÷(한 자리 수)’(KR22-G03-MAT-DIV3X1-L01)를 먼저 다시 하고, 나머지가 헷갈리면 초3 8차시 ‘나머지가 있는 나눗셈’(KR22-G03-MAT-DIV2X1-L01)부터 합니다.
주의
- ③의 답 824는 오늘 표지의 수와 같습니다. S04에서 확인할 때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몫의 0을 수 모형으로]
목적: 824를 수 모형으로 4명에게 똑같이 나누며, 십 모형 2개는 4명에게 1개씩 줄 수 없어서 한 명의 십 모형이 0개가 된다는 것을 봅니다.
시간: 약 4분
이렇게 말해 보세요
- “824는 백 8개, 십 2개, 일 4개야. 백 모형을 4명에게 똑같이 주면 몇 개씩이야?”
- “십 모형 2개를 4명에게 1개씩 줄 수 있어? 줄 수 없으면 한 명이 받은 십 모형은 몇 개야?”
- “남은 십 2개를 일 20개로 바꾸면 일이 모두 몇 개야? 4명에게 몇 개씩 줄 수 있어?”
예상 답
- “2개씩이요.” “못 줘요. 0개예요.” “일 24개, 6개씩이요.” “한 명이 백 2개, 일 6개. 206이에요.”
막히면
- 종이 수 모형과 접시 4개로 실제로 나누어 봅니다. 십 모형 2개를 들고 “4명에게 똑같이 줄 수 있을까?”라고 물은 뒤 일 모형 20개로 바꿉니다.
주의
- 오른쪽 그림은 한 사람이 받은 몫입니다. 십 모형이 하나도 없어서 몫은 26이 아니라 206입니다. “십의 자리에 받은 것이 없다 = 0”이라고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 나눗셈 시범(몫의 가운데 0)]
목적: S03에서 수 모형으로 한 일을 세로 나눗셈으로 쓰는 방법을 시범으로 보여 줍니다. 나눌 수 없는 자리에는 몫에 0을 쓰고 다음 숫자를 함께 내립니다.
시간: 약 4분
이렇게 말해 보세요
- “8 ÷ 4 = 2야. 몫 2를 백의 자리 위에 쓰고, 8 아래에 8을 써서 빼면 0이야.”
- “이제 십의 자리 2를 내려. 2는 4로 나눌 수 없지? 그래서 몫의 십의 자리에 0을 써. 그리고 일의 자리 4까지 함께 내려 24를 만들어.”
- “24 ÷ 4 = 6, 몫 6은 일의 자리 위에. 몫은 206. 4 × 206을 계산하면 824가 되는지 볼까?”
예상 답
- “206이에요. 4 × 206 = 824라서 맞아요.”
막히면
- S03의 단계와 나란히 짚어 줍니다. ‘몫의 0 = 한 명이 받은 십 모형 0개’, ‘24 = 남은 십 2개를 바꾼 일 20개 + 일 4개’입니다.
주의
- 2를 4로 나눌 수 없을 때 4 × 0 = 0을 쓰고 빼는 줄은 쓰지 않고, 바로 다음 숫자를 내려 24로 나눕니다. 표의 넷째 줄 24가 그 줄입니다.
- 24의 2를 빼고 4만 내려 4 ÷ 4 = 1로 계산하면 201이 됩니다(M3). 4 × 201 = 804라서 확인에서 걸러집니다.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 나눗셈 시범(몫의 끝 0)]
목적: 마지막 자리에서 나눌 수 없을 때도 몫에 0을 쓰고, 남은 수가 나머지가 된다는 것을 압니다.
시간: 약 3분
이렇게 말해 보세요
- “81 ÷ 4야. 십의 자리 8 ÷ 4 = 2. 몫 2를 십의 자리 위에 써.”
- “일의 자리 1을 내려. 1을 4로 나눌 수 있어? 없으니까 몫의 일의 자리에 0을 써. 남은 1은 나머지야. 81 ÷ 4 = 20 … 1.”
- “확인해 볼까? 4 × 20 + 1은 얼마야?”
예상 답
- “20 … 1이에요. 4 × 20 + 1 = 81이라서 맞아요.”
막히면
- 바둑돌 81개 대신 십 모형 8개와 일 모형 1개로 4명에게 나눕니다. 한 명이 십 모형 2개(20)를 받고 일 모형 1개가 남습니다.
주의
- 몫을 2 … 1로 쓰면 4 × 2 + 1 = 9라서 81이 되지 않습니다(M2). 몫은 십의 자리부터 시작했으니 일의 자리까지 숫자가 있어야 합니다.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연습(몫의 가운데·끝 0)]
목적: 도움을 받으며 몫의 가운데나 끝에 0이 오는 나눗셈을 세로로 계산하고 곱셈으로 확인합니다.
시간: 약 4분
이렇게 말해 보세요
- “①부터 해 볼까? 6 ÷ 3 = 2. 다음에 내린 1은 3으로 나눌 수 있어? 그러면 몫에 무엇을 써?”
- “③은 오른쪽 세로 칸에 써 보자. 몫의 □가 몇 개야? 몫이 몇 자리 수라는 뜻일까?”
정답
- ① 204(6 ÷ 3 = 2, 1은 3보다 작아 몫 0, 12 ÷ 3 = 4 / 확인 3 × 204 = 612)
- ② 120(4 ÷ 4 = 1, 8 ÷ 4 = 2, 0은 4보다 작아 몫 0 / 확인 4 × 120 = 480)
- ③ 203 … 3(8 ÷ 4 = 2, 1은 4보다 작아 몫 0, 15 ÷ 4 = 3 … 3 / 확인 4 × 203 + 3 = 815)
막히면
- S04를 다시 보며 ‘나눌 수 없으면 몫에 0, 하나 더 내리기’를 함께 말합니다.
- ②는 마지막에 내린 0을 4로 나누면 몫이 0입니다. 0 ÷ 4 = 0이라고 말해 줍니다.
주의
- ①을 24, ②를 12, ③을 23 … 3으로 쓰면 몫의 0을 빠뜨린 것입니다(M1, M2). 곱셈으로 확인하면 처음 수가 나오지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몫의 자리 수로 0을 빠뜨렸는지 알기]
목적: 계산 전에 몫의 자리 수를 판단해 두면, 몫의 0을 빠뜨렸을 때 자리 수가 모자라 바로 알 수 있다는 것을 압니다.
시간: 약 3분
이렇게 말해 보세요
- “824 ÷ 4는 백의 자리 8을 4로 나눌 수 있지? 그러면 몫은 몇 자리 수야? 26은 몇 자리 수야?”
- “81 ÷ 4는 십의 자리 8을 나눌 수 있으니 몫은 두 자리 수야. 2 … 1은 몇 자리 수야?”
예상 답
- “몫은 세 자리 수인데 26은 두 자리 수예요. 0을 빠뜨렸어요.”
- “2는 한 자리 수라서 틀렸어요.”
정답
- 824 ÷ 4 = 206, 612 ÷ 3 = 204, 81 ÷ 4 = 20 … 1
막히면
- S04의 세로 나눗셈에서 몫 줄의 칸을 세어 보게 합니다. 백·십·일 위에 숫자가 하나씩 있어야 합니다.
- “4 × 26은 100쯤이야. 824와 비슷해?”처럼 곱셈으로 크기를 비교해 줍니다.
주의
- 맨 앞자리 숫자가 나누는 수보다 크거나 같으면 몫의 자리 수는 나누어지는 수의 자리 수와 같습니다(지난 시간 내용). 오늘 다루는 나눗셈은 모두 이 경우입니다.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비교(몫의 0 빠뜨리기)]
목적: 나눌 수 없는 자리를 건너뛰어 몫의 0을 빠뜨리는 실수를 찾고, 곱셈으로 확인해 까닭을 설명합니다(M1).
시간: 약 3분
이렇게 말해 보세요
- “토끼와 곰의 몫이 달라. 3 × 36과 3 × 306을 계산해 볼까? 어느 것이 918이 돼?”
- “918 ÷ 3의 몫은 몇 자리 수여야 해?”
예상 답
- “곰이요. 3 × 306 = 918이에요.” “몫은 세 자리 수예요.”
정답
- 곰이 맞습니다. 918 ÷ 3 = 306이고 3 × 306 = 918입니다.
- 토끼는 1을 3으로 나눌 수 없어 그냥 건너뛰었습니다. 3 × 36 = 108이라 918이 아니고, 몫이 두 자리 수라 자리 수도 모자랍니다.
막히면
- 수 모형으로 918을 3명에게 나누어 한 명이 받은 십 모형이 0개라는 것을 보여 줍니다.
주의
- “건너뛴 자리에는 0을 쓴다”를 아이의 말로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연습(몫의 자리 수 말하기, 곱셈으로 확인, 틀린 몫 찾기)]
목적: 도움을 받으며 몫의 자리 수를 먼저 말하고 계산한 뒤, 곱셈으로 확인합니다. 0을 빠뜨린 몫을 찾아 고칩니다.
시간: 약 3분
이렇게 말해 보세요
- “①과 ②는 몫이 몇 자리 수인지 먼저 말하고 계산해 줘. 다 하면 곱셈으로 확인해.”
- “③은 누가 계산한 답이야. 몫이 몇 자리 수여야 해? 5 × 18은 540이 될까?”
정답
- ① 세 자리 수, 103(7 ÷ 7 = 1, 2는 7보다 작아 몫 0, 21 ÷ 7 = 3 / 확인 7 × 103 = 721)
- ② 두 자리 수, 30 … 2(9 ÷ 3 = 3, 2는 3보다 작아 몫 0 / 확인 3 × 30 + 2 = 92)
- ③ 틀렸습니다. 몫은 세 자리 수여야 하고 5 × 18 = 90입니다. 바른 몫은 108입니다(5 ÷ 5 = 1, 4는 5보다 작아 몫 0, 40 ÷ 5 = 8).
막히면
- 몫의 자리 수를 말하지 못하면 S07 표를 다시 봅니다.
- ②에서 2를 3으로 나눌 수 없으면 몫의 일의 자리에 0, 남은 2가 나머지입니다(S05와 같음).
주의
- ③의 18은 가운데 0을 빠뜨렸을 뿐 아니라 마지막 0 ÷ 5도 쓰지 않았습니다. 자리 수를 세면 바로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몫에 0이 있는 나눗셈을 계산하고, 곱셈으로 0을 빠뜨린 몫을 찾는지 봅니다.
시간: 약 5분
이렇게 말해 보세요
- “이번에는 혼자 공책에 세로로 풀어 볼래? 풀기 전에 몫이 몇 자리 수인지 말해 줘.”
- “④는 곱셈으로 확인해서 맞는지 말하고, 틀렸으면 바르게 고쳐 줘.”
정답
- ① 106(6 ÷ 6 = 1, 3은 6보다 작아 몫 0, 36 ÷ 6 = 6)
- ② 20 … 3(8 ÷ 4 = 2, 3은 4보다 작아 몫 0)
- ③ 150(7 ÷ 5 = 1 … 2, 25 ÷ 5 = 5, 0은 5보다 작아 몫 0)
- ④ 틀렸습니다(9 × 13 = 117). 바른 몫 103
막히면
- 바로 알려 주지 말고 “내린 수를 나눌 수 있어? 없으면 몫에 무엇을 써?”라고만 묻습니다.
- 도움을 받아 해결했다면 기록표에 ‘도움’으로 표시합니다.
주의
- ①~③을 맞히고 ④에서 틀린 몫을 찾아 바르게 고치면 두 목표를 모두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곱셈으로 확인해서 어디가 틀렸는지 같이 찾아보자.”
정답
- ① 106 ② 20 … 3 ③ 150 ④ 틀림, 바른 몫 103
막히면
- 몫의 가운데 0을 빠뜨렸으면 S03·S04로, 끝의 0을 빠뜨렸으면 S05로, 자리 수 판단이 어려우면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확인(곱셈으로 바른 몫 찾기)]
목적: 처음 보는 문제에서 몫의 자리 수와 곱셈으로 바른 몫을 고르고, 틀린 몫의 까닭을 말하는지 확인합니다.
시간: 약 2분
이렇게 말해 보세요
- “세 사람이 618 ÷ 6을 계산했어. 바른 몫을 골라 볼래? 틀린 것은 왜 틀렸을까?”
정답
- 나(103). 6 × 103 = 618입니다.
- 가(13)는 몫의 0을 빠뜨려 두 자리 수가 되었습니다(6 × 13 = 78). 다(130)는 0을 엉뚱한 자리에 썼습니다(6 × 130 = 780).
막히면
- 세 몫에 각각 6을 곱해 보게 합니다. 618이 나오는 것이 바른 몫입니다.
주의
- 다(130)는 1을 6으로 나눌 수 없을 때 0을 쓰고 18을 내려야 하는데, 18 ÷ 6 = 3을 십의 자리에 쓴 것입니다. 몫을 쓰는 자리는 마지막으로 내린 숫자의 바로 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“나누다가 나눌 수 없는 자리가 나오면 몫에 무엇을 썼지? 0을 빠뜨렸는지 어떻게 알 수 있어?”
예상 답
- “0을 쓰고 하나 더 내려요.” “몫의 자리 수를 세거나 곱셈으로 확인해요.”
정답
- ① 105 ② 20 … 2 ③ 208
막히면
- S04와 S05를 나란히 보여 주며 몫의 0이 들어간 자리를 짚습니다.
주의
- 이것으로 자연수의 곱셈·나눗셈 차시가 끝나고, 다음 차시부터 분수를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보충((세 자리 수)÷(한 자리 수))]
목적: S02에서 세 자리 수 나눗셈이 흔들리면, 오늘 내용 전에 백의 자리부터 나누고 남은 수를 내리는 방법을 다시 익힙니다.
시간: 약 5분
이렇게 말해 보세요
- “536은 백 5개, 십 3개, 일 6개야. 5 ÷ 4는 1 … 1. 몫 1을 백의 자리 위에 써.”
- “남은 1 옆에 3을 내리면 13. 13 ÷ 4 = 3 … 1. 다시 남은 1 옆에 6을 내리면 16. 16 ÷ 4 = 4. 몫은 134야.”
정답
- 536 ÷ 4 = 134(확인 4 × 134 = 536)
막히면
- 종이 수 모형과 접시 4개로 나누며, 남은 백 1개를 십 10개로, 남은 십 1개를 일 10개로 바꿉니다.
- 같은 방법으로 846 ÷ 2(423), 735 ÷ 3(245)도 해 봅니다.
주의
- 보충으로도 어려우면 초3 9차시 ‘(세 자리 수)÷(한 자리 수)’(KR22-G03-MAT-DIV3X1-L01)를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몫에 0이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없는 자리는 몫에 무엇을 쓸까?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17295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나눌 수 없는 자리는 몫에 0을 쓰고 나누어요.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몫의 자리 수와 곱셈으로 0을 빠뜨렸는지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206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824를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824 ÷ 4 = 206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436446" y="2458851"/>
            <a:ext cx="1729986" cy="172998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7609445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436446" y="263185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778244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436446" y="280484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7955442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436446" y="2977847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128441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436446" y="3150845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30143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436446" y="3323844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8474438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436446" y="3496843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8647437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436446" y="3669841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8820435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436446" y="384284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899343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436446" y="401583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flat32"/>
          <p:cNvSpPr/>
          <p:nvPr/>
        </p:nvSpPr>
        <p:spPr>
          <a:xfrm>
            <a:off x="9270231" y="2458851"/>
            <a:ext cx="1729986" cy="172998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443230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270231" y="263185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61622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270231" y="280484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789227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270231" y="2977847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62226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270231" y="3150845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013522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9270231" y="3323844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308223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9270231" y="3496843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481222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9270231" y="3669841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654220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9270231" y="384284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82721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9270231" y="401583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unit51"/>
          <p:cNvSpPr/>
          <p:nvPr/>
        </p:nvSpPr>
        <p:spPr>
          <a:xfrm>
            <a:off x="11104016" y="3972589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unit52"/>
          <p:cNvSpPr/>
          <p:nvPr/>
        </p:nvSpPr>
        <p:spPr>
          <a:xfrm>
            <a:off x="11104016" y="3756340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unit53"/>
          <p:cNvSpPr/>
          <p:nvPr/>
        </p:nvSpPr>
        <p:spPr>
          <a:xfrm>
            <a:off x="11104016" y="3540092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unit54"/>
          <p:cNvSpPr/>
          <p:nvPr/>
        </p:nvSpPr>
        <p:spPr>
          <a:xfrm>
            <a:off x="11104016" y="3323844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unit55"/>
          <p:cNvSpPr/>
          <p:nvPr/>
        </p:nvSpPr>
        <p:spPr>
          <a:xfrm>
            <a:off x="11104016" y="3107596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unit56"/>
          <p:cNvSpPr/>
          <p:nvPr/>
        </p:nvSpPr>
        <p:spPr>
          <a:xfrm>
            <a:off x="11328915" y="3972589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figure57" descr="한 명의 몫: 백 모형 2개, 십 모형 0개, 일 모형 6개(206)"/>
          <p:cNvSpPr/>
          <p:nvPr/>
        </p:nvSpPr>
        <p:spPr>
          <a:xfrm>
            <a:off x="7349947" y="24588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58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206</a:t>
            </a:r>
            <a:endParaRPr lang="ko-KR" sz="2400" dirty="0"/>
          </a:p>
        </p:txBody>
      </p:sp>
      <p:sp>
        <p:nvSpPr>
          <p:cNvPr id="52" name="S03-stepno59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3-text60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8개: 2개씩 주어요.</a:t>
            </a:r>
            <a:endParaRPr lang="ko-KR" sz="3000" dirty="0"/>
          </a:p>
        </p:txBody>
      </p:sp>
      <p:sp>
        <p:nvSpPr>
          <p:cNvPr id="54" name="S03-stepno61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3-text62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2개: 4명에게 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십은 0개</a:t>
            </a:r>
            <a:endParaRPr lang="ko-KR" sz="3000" dirty="0"/>
          </a:p>
        </p:txBody>
      </p:sp>
      <p:sp>
        <p:nvSpPr>
          <p:cNvPr id="56" name="S03-stepno6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3-text6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2개 → 일 20개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24개: 6개씩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</a:t>
            </a:r>
            <a:endParaRPr lang="ko-KR" sz="4000" dirty="0"/>
          </a:p>
        </p:txBody>
      </p:sp>
      <p:sp>
        <p:nvSpPr>
          <p:cNvPr id="3" name="S04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없으면 몫에 0을 쓰고 하나 더 내려요.</a:t>
            </a:r>
            <a:endParaRPr lang="ko-KR" sz="3000" dirty="0"/>
          </a:p>
        </p:txBody>
      </p:sp>
      <p:graphicFrame>
        <p:nvGraphicFramePr>
          <p:cNvPr id="5" name="S04-table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431925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stepno68"/>
          <p:cNvSpPr txBox="1"/>
          <p:nvPr/>
        </p:nvSpPr>
        <p:spPr>
          <a:xfrm>
            <a:off x="548640" y="1498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69"/>
          <p:cNvSpPr txBox="1"/>
          <p:nvPr/>
        </p:nvSpPr>
        <p:spPr>
          <a:xfrm>
            <a:off x="1325880" y="14980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8 ÷ 4 = 2</a:t>
            </a:r>
            <a:endParaRPr lang="ko-KR" sz="3000" dirty="0"/>
          </a:p>
        </p:txBody>
      </p:sp>
      <p:sp>
        <p:nvSpPr>
          <p:cNvPr id="8" name="S04-stepno70"/>
          <p:cNvSpPr txBox="1"/>
          <p:nvPr/>
        </p:nvSpPr>
        <p:spPr>
          <a:xfrm>
            <a:off x="548640" y="2257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71"/>
          <p:cNvSpPr txBox="1"/>
          <p:nvPr/>
        </p:nvSpPr>
        <p:spPr>
          <a:xfrm>
            <a:off x="1325880" y="22113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2는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</a:t>
            </a:r>
            <a:endParaRPr lang="ko-KR" sz="3000" dirty="0"/>
          </a:p>
        </p:txBody>
      </p:sp>
      <p:sp>
        <p:nvSpPr>
          <p:cNvPr id="10" name="S04-stepno72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73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4까지 내려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3000" dirty="0"/>
          </a:p>
        </p:txBody>
      </p:sp>
      <p:sp>
        <p:nvSpPr>
          <p:cNvPr id="12" name="S04-stepno74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75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206 = 824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일의 자리에 0</a:t>
            </a:r>
            <a:endParaRPr lang="ko-KR" sz="4000" dirty="0"/>
          </a:p>
        </p:txBody>
      </p:sp>
      <p:sp>
        <p:nvSpPr>
          <p:cNvPr id="3" name="S05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 ÷ 4를 세로로 해요.</a:t>
            </a:r>
            <a:endParaRPr lang="ko-KR" sz="3000" dirty="0"/>
          </a:p>
        </p:txBody>
      </p:sp>
      <p:sp>
        <p:nvSpPr>
          <p:cNvPr id="4" name="S05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 ÷ 4 = 20 … 1</a:t>
            </a:r>
            <a:endParaRPr lang="ko-KR" sz="3000" dirty="0"/>
          </a:p>
        </p:txBody>
      </p:sp>
      <p:graphicFrame>
        <p:nvGraphicFramePr>
          <p:cNvPr id="6" name="S05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218821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8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81"/>
          <p:cNvSpPr txBox="1"/>
          <p:nvPr/>
        </p:nvSpPr>
        <p:spPr>
          <a:xfrm>
            <a:off x="1325880" y="20314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8 ÷ 4 = 2</a:t>
            </a:r>
            <a:endParaRPr lang="ko-KR" sz="3000" dirty="0"/>
          </a:p>
        </p:txBody>
      </p:sp>
      <p:sp>
        <p:nvSpPr>
          <p:cNvPr id="9" name="S05-stepno8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83"/>
          <p:cNvSpPr txBox="1"/>
          <p:nvPr/>
        </p:nvSpPr>
        <p:spPr>
          <a:xfrm>
            <a:off x="1325880" y="2744724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일의 자리에 0</a:t>
            </a:r>
            <a:endParaRPr lang="ko-KR" sz="3000" dirty="0"/>
          </a:p>
        </p:txBody>
      </p:sp>
      <p:sp>
        <p:nvSpPr>
          <p:cNvPr id="11" name="S05-stepno8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85"/>
          <p:cNvSpPr txBox="1"/>
          <p:nvPr/>
        </p:nvSpPr>
        <p:spPr>
          <a:xfrm>
            <a:off x="1325880" y="38389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1이 나머지</a:t>
            </a:r>
            <a:endParaRPr lang="ko-KR" sz="3000" dirty="0"/>
          </a:p>
        </p:txBody>
      </p:sp>
      <p:sp>
        <p:nvSpPr>
          <p:cNvPr id="13" name="S05-stepno8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87"/>
          <p:cNvSpPr txBox="1"/>
          <p:nvPr/>
        </p:nvSpPr>
        <p:spPr>
          <a:xfrm>
            <a:off x="1325880" y="45521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20 + 1 = 81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6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없으면 몫에 0을 쓰고 하나 더 내려요.</a:t>
            </a:r>
            <a:endParaRPr lang="ko-KR" sz="3000" dirty="0"/>
          </a:p>
        </p:txBody>
      </p:sp>
      <p:sp>
        <p:nvSpPr>
          <p:cNvPr id="5" name="S06-card9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세로로 해요</a:t>
            </a:r>
            <a:endParaRPr lang="ko-KR" sz="3000" dirty="0"/>
          </a:p>
        </p:txBody>
      </p:sp>
      <p:graphicFrame>
        <p:nvGraphicFramePr>
          <p:cNvPr id="7" name="S06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0034" y="209677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</a:tblGrid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9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9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612 ÷ 3 = □</a:t>
            </a:r>
            <a:endParaRPr lang="ko-KR" sz="3400" dirty="0"/>
          </a:p>
        </p:txBody>
      </p:sp>
      <p:sp>
        <p:nvSpPr>
          <p:cNvPr id="10" name="S06-chip9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9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480 ÷ 4 = □</a:t>
            </a:r>
            <a:endParaRPr lang="ko-KR" sz="3400" dirty="0"/>
          </a:p>
        </p:txBody>
      </p:sp>
      <p:sp>
        <p:nvSpPr>
          <p:cNvPr id="12" name="S06-chip9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9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815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자리 수를 먼저 알면 0을 빠뜨리지 않아요.</a:t>
            </a:r>
            <a:endParaRPr lang="ko-KR" sz="3000" dirty="0"/>
          </a:p>
        </p:txBody>
      </p:sp>
      <p:sp>
        <p:nvSpPr>
          <p:cNvPr id="4" name="S07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0도 몫의 한 자리예요. 빠뜨리면 자리 수가 모자라요.</a:t>
            </a:r>
            <a:endParaRPr lang="ko-KR" sz="3000" dirty="0"/>
          </a:p>
        </p:txBody>
      </p:sp>
      <p:graphicFrame>
        <p:nvGraphicFramePr>
          <p:cNvPr id="8" name="S07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2540"/>
          <a:ext cx="10058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514600"/>
                <a:gridCol w="2514600"/>
                <a:gridCol w="25146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몫의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바른 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0을 빠뜨리면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824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612 ÷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…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…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 ÷ 3을 세로로 계산했어요.</a:t>
            </a:r>
            <a:endParaRPr lang="ko-KR" sz="3000" dirty="0"/>
          </a:p>
        </p:txBody>
      </p:sp>
      <p:sp>
        <p:nvSpPr>
          <p:cNvPr id="5" name="S08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확인하고, 누가 맞았는지 말해요.</a:t>
            </a:r>
            <a:endParaRPr lang="ko-KR" sz="3000" dirty="0"/>
          </a:p>
        </p:txBody>
      </p:sp>
      <p:sp>
        <p:nvSpPr>
          <p:cNvPr id="7" name="S08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36</a:t>
            </a:r>
            <a:endParaRPr lang="ko-KR" sz="2400" dirty="0"/>
          </a:p>
        </p:txBody>
      </p:sp>
      <p:sp>
        <p:nvSpPr>
          <p:cNvPr id="8" name="S08-text10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3으로 나눌 수 없어서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건너뛰었어요.</a:t>
            </a:r>
            <a:endParaRPr lang="ko-KR" sz="3000" dirty="0"/>
          </a:p>
        </p:txBody>
      </p:sp>
      <p:sp>
        <p:nvSpPr>
          <p:cNvPr id="9" name="S08-chip10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306</a:t>
            </a:r>
            <a:endParaRPr lang="ko-KR" sz="2400" dirty="0"/>
          </a:p>
        </p:txBody>
      </p:sp>
      <p:sp>
        <p:nvSpPr>
          <p:cNvPr id="10" name="S08-text11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3보다 작아서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0을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 말하고 확인하기</a:t>
            </a:r>
            <a:endParaRPr lang="ko-KR" sz="4000" dirty="0"/>
          </a:p>
        </p:txBody>
      </p:sp>
      <p:sp>
        <p:nvSpPr>
          <p:cNvPr id="3" name="S09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말하고 계산해요.</a:t>
            </a:r>
            <a:endParaRPr lang="ko-KR" sz="3000" dirty="0"/>
          </a:p>
        </p:txBody>
      </p:sp>
      <p:sp>
        <p:nvSpPr>
          <p:cNvPr id="4" name="S09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 + 나머지 = 나누어지는 수</a:t>
            </a:r>
            <a:endParaRPr lang="ko-KR" sz="3000" dirty="0"/>
          </a:p>
        </p:txBody>
      </p:sp>
      <p:sp>
        <p:nvSpPr>
          <p:cNvPr id="6" name="S09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721 ÷ 7 = □</a:t>
            </a:r>
            <a:endParaRPr lang="ko-KR" sz="3400" dirty="0"/>
          </a:p>
        </p:txBody>
      </p:sp>
      <p:sp>
        <p:nvSpPr>
          <p:cNvPr id="8" name="S09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3 = □ … □</a:t>
            </a:r>
            <a:endParaRPr lang="ko-KR" sz="3400" dirty="0"/>
          </a:p>
        </p:txBody>
      </p:sp>
      <p:sp>
        <p:nvSpPr>
          <p:cNvPr id="10" name="S09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540 ÷ 5 = 18이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풀고, ④는 곱셈으로 확인해요.</a:t>
            </a:r>
            <a:endParaRPr lang="ko-KR" sz="3000" dirty="0"/>
          </a:p>
        </p:txBody>
      </p:sp>
      <p:sp>
        <p:nvSpPr>
          <p:cNvPr id="4" name="S10-chip12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636 ÷ 6 = □</a:t>
            </a:r>
            <a:endParaRPr lang="ko-KR" sz="3400" dirty="0"/>
          </a:p>
        </p:txBody>
      </p:sp>
      <p:sp>
        <p:nvSpPr>
          <p:cNvPr id="6" name="S10-chip12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2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 ÷ 4 = □ … □</a:t>
            </a:r>
            <a:endParaRPr lang="ko-KR" sz="3400" dirty="0"/>
          </a:p>
        </p:txBody>
      </p:sp>
      <p:sp>
        <p:nvSpPr>
          <p:cNvPr id="8" name="S10-chip12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2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 ÷ 5 = □</a:t>
            </a:r>
            <a:endParaRPr lang="ko-KR" sz="3400" dirty="0"/>
          </a:p>
        </p:txBody>
      </p:sp>
      <p:sp>
        <p:nvSpPr>
          <p:cNvPr id="10" name="S10-chip12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2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927 ÷ 9 = 13이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자리 수를 세고, 곱셈으로 확인하게 하세요.</a:t>
            </a:r>
            <a:endParaRPr lang="ko-KR" sz="3000" dirty="0"/>
          </a:p>
        </p:txBody>
      </p:sp>
      <p:sp>
        <p:nvSpPr>
          <p:cNvPr id="5" name="S11-chip13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32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106</a:t>
            </a:r>
            <a:endParaRPr lang="ko-KR" sz="3000" dirty="0"/>
          </a:p>
        </p:txBody>
      </p:sp>
      <p:sp>
        <p:nvSpPr>
          <p:cNvPr id="7" name="S11-text133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106 = 636</a:t>
            </a:r>
            <a:endParaRPr lang="ko-KR" sz="2400" dirty="0"/>
          </a:p>
        </p:txBody>
      </p:sp>
      <p:sp>
        <p:nvSpPr>
          <p:cNvPr id="8" name="S11-text134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 … 3</a:t>
            </a:r>
            <a:endParaRPr lang="ko-KR" sz="3000" dirty="0"/>
          </a:p>
        </p:txBody>
      </p:sp>
      <p:sp>
        <p:nvSpPr>
          <p:cNvPr id="9" name="S11-text135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20 + 3 = 83</a:t>
            </a:r>
            <a:endParaRPr lang="ko-KR" sz="2400" dirty="0"/>
          </a:p>
        </p:txBody>
      </p:sp>
      <p:sp>
        <p:nvSpPr>
          <p:cNvPr id="10" name="S11-text136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150</a:t>
            </a:r>
            <a:endParaRPr lang="ko-KR" sz="3000" dirty="0"/>
          </a:p>
        </p:txBody>
      </p:sp>
      <p:sp>
        <p:nvSpPr>
          <p:cNvPr id="11" name="S11-text137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150 = 750</a:t>
            </a:r>
            <a:endParaRPr lang="ko-KR" sz="2400" dirty="0"/>
          </a:p>
        </p:txBody>
      </p:sp>
      <p:sp>
        <p:nvSpPr>
          <p:cNvPr id="12" name="S11-text138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틀림, 103</a:t>
            </a:r>
            <a:endParaRPr lang="ko-KR" sz="3000" dirty="0"/>
          </a:p>
        </p:txBody>
      </p:sp>
      <p:sp>
        <p:nvSpPr>
          <p:cNvPr id="13" name="S11-text139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13 = 117</a:t>
            </a:r>
            <a:endParaRPr lang="ko-KR" sz="2400" dirty="0"/>
          </a:p>
        </p:txBody>
      </p:sp>
      <p:sp>
        <p:nvSpPr>
          <p:cNvPr id="14" name="S11-chip1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14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</a:t>
            </a:r>
            <a:endParaRPr lang="ko-KR" sz="3000" dirty="0"/>
          </a:p>
        </p:txBody>
      </p:sp>
      <p:sp>
        <p:nvSpPr>
          <p:cNvPr id="16" name="S11-text14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0을 빠뜨림</a:t>
            </a:r>
            <a:endParaRPr lang="ko-KR" sz="2400" dirty="0"/>
          </a:p>
        </p:txBody>
      </p:sp>
      <p:sp>
        <p:nvSpPr>
          <p:cNvPr id="17" name="S11-text14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 … 3</a:t>
            </a:r>
            <a:endParaRPr lang="ko-KR" sz="3000" dirty="0"/>
          </a:p>
        </p:txBody>
      </p:sp>
      <p:sp>
        <p:nvSpPr>
          <p:cNvPr id="18" name="S11-text14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0을 빠뜨림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2-text1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618 ÷ 6을 계산했어요.</a:t>
            </a:r>
            <a:endParaRPr lang="ko-KR" sz="3000" dirty="0"/>
          </a:p>
        </p:txBody>
      </p:sp>
      <p:sp>
        <p:nvSpPr>
          <p:cNvPr id="4" name="S12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 바른 몫을 고르고, 까닭을 말해요.</a:t>
            </a:r>
            <a:endParaRPr lang="ko-KR" sz="3000" dirty="0"/>
          </a:p>
        </p:txBody>
      </p:sp>
      <p:sp>
        <p:nvSpPr>
          <p:cNvPr id="6" name="S12-chip14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49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800" dirty="0"/>
          </a:p>
        </p:txBody>
      </p:sp>
      <p:sp>
        <p:nvSpPr>
          <p:cNvPr id="8" name="S12-chip15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51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ko-KR" sz="4800" dirty="0"/>
          </a:p>
        </p:txBody>
      </p:sp>
      <p:sp>
        <p:nvSpPr>
          <p:cNvPr id="10" name="S12-chip15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53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5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없는 자리에는 몫에 0을 써요.</a:t>
            </a:r>
            <a:endParaRPr lang="ko-KR" sz="3000" dirty="0"/>
          </a:p>
        </p:txBody>
      </p:sp>
      <p:sp>
        <p:nvSpPr>
          <p:cNvPr id="5" name="S13-chip15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몫의 자리 수 세고 곱셈으로 확인</a:t>
            </a:r>
            <a:endParaRPr lang="ko-KR" sz="2400" dirty="0"/>
          </a:p>
        </p:txBody>
      </p:sp>
      <p:sp>
        <p:nvSpPr>
          <p:cNvPr id="6" name="S13-chip15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몫의 0 빠뜨리기</a:t>
            </a:r>
            <a:endParaRPr lang="ko-KR" sz="2400" dirty="0"/>
          </a:p>
        </p:txBody>
      </p:sp>
      <p:sp>
        <p:nvSpPr>
          <p:cNvPr id="7" name="S13-text15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5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945 ÷ 9 = □</a:t>
            </a:r>
            <a:endParaRPr lang="ko-KR" sz="2800" dirty="0"/>
          </a:p>
        </p:txBody>
      </p:sp>
      <p:sp>
        <p:nvSpPr>
          <p:cNvPr id="9" name="S13-eqtext16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62 ÷ 3 = □ … □</a:t>
            </a:r>
            <a:endParaRPr lang="ko-KR" sz="2800" dirty="0"/>
          </a:p>
        </p:txBody>
      </p:sp>
      <p:sp>
        <p:nvSpPr>
          <p:cNvPr id="10" name="S13-eqtext16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832 ÷ 4 = □</a:t>
            </a:r>
            <a:endParaRPr lang="ko-KR" sz="2800" dirty="0"/>
          </a:p>
        </p:txBody>
      </p:sp>
      <p:sp>
        <p:nvSpPr>
          <p:cNvPr id="11" name="S13-text16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536 ÷ 4</a:t>
            </a:r>
            <a:endParaRPr lang="ko-KR" sz="4000" dirty="0"/>
          </a:p>
        </p:txBody>
      </p:sp>
      <p:graphicFrame>
        <p:nvGraphicFramePr>
          <p:cNvPr id="15" name="S14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6459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4-stepno164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4-text165"/>
          <p:cNvSpPr txBox="1"/>
          <p:nvPr/>
        </p:nvSpPr>
        <p:spPr>
          <a:xfrm>
            <a:off x="1325880" y="20467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14-stepno166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4-text167"/>
          <p:cNvSpPr txBox="1"/>
          <p:nvPr/>
        </p:nvSpPr>
        <p:spPr>
          <a:xfrm>
            <a:off x="1325880" y="27599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14-stepno168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4-text169"/>
          <p:cNvSpPr txBox="1"/>
          <p:nvPr/>
        </p:nvSpPr>
        <p:spPr>
          <a:xfrm>
            <a:off x="1325880" y="38541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14-stepno170"/>
          <p:cNvSpPr txBox="1"/>
          <p:nvPr/>
        </p:nvSpPr>
        <p:spPr>
          <a:xfrm>
            <a:off x="548640" y="494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4-text171"/>
          <p:cNvSpPr txBox="1"/>
          <p:nvPr/>
        </p:nvSpPr>
        <p:spPr>
          <a:xfrm>
            <a:off x="1325880" y="494842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몫에 0이 있는 나눗셈</dc:title>
  <dc:subject>KR22-G03-MAT-DIVZERO-L01</dc:subject>
  <dc:creator>education-ppt</dc:creator>
  <cp:lastModifiedBy>education-ppt</cp:lastModifiedBy>
  <cp:revision>1</cp:revision>
  <dcterms:created xsi:type="dcterms:W3CDTF">2026-10-26T08:24:23Z</dcterms:created>
  <dcterms:modified xsi:type="dcterms:W3CDTF">2026-10-26T08:24:23Z</dcterms:modified>
</cp:coreProperties>
</file>