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8a8dad0b-c258-b098-ba12-0881fdb12690}">
          <p14:sldIdLst>
            <p14:sldId id="256"/>
            <p14:sldId id="257"/>
          </p14:sldIdLst>
        </p14:section>
        <p14:section name="개념" id="{1dcdbe8b-aec3-cfef-9487-525955e6c9df}">
          <p14:sldIdLst>
            <p14:sldId id="258"/>
            <p14:sldId id="259"/>
            <p14:sldId id="260"/>
            <p14:sldId id="261"/>
            <p14:sldId id="263"/>
          </p14:sldIdLst>
        </p14:section>
        <p14:section name="연습" id="{13b32dc7-9d00-a13a-b98e-11958433efbf}">
          <p14:sldIdLst>
            <p14:sldId id="262"/>
            <p14:sldId id="264"/>
            <p14:sldId id="265"/>
          </p14:sldIdLst>
        </p14:section>
        <p14:section name="개념" id="{87d7e558-3007-673a-a00f-c893a49ea5af}">
          <p14:sldIdLst/>
        </p14:section>
        <p14:section name="연습" id="{400a7e67-16ab-ea3e-6dcc-8f8b9318dba1}">
          <p14:sldIdLst/>
        </p14:section>
        <p14:section name="확인" id="{c37a34c6-b0a4-85f9-ee3b-b7d2a23c8636}">
          <p14:sldIdLst>
            <p14:sldId id="266"/>
            <p14:sldId id="267"/>
            <p14:sldId id="268"/>
          </p14:sldIdLst>
        </p14:section>
        <p14:section name="정리" id="{6b737c4d-6000-953c-79e8-13bfdc52a912}">
          <p14:sldIdLst>
            <p14:sldId id="269"/>
          </p14:sldIdLst>
        </p14:section>
        <p14:section name="보충" id="{c3b1cb50-63da-a620-74dd-50d38610a150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할 일을 알려 주고, 일의 자리와 십의 자리에서 모두 뺄 수 없을 때 어떻게 하는지 궁금하게 합니다.
시간: 약 2분
이렇게 말해 보세요
- “지난 시간에는 세 자리 수끼리 더했지? 오늘은 세 자리 수끼리 빼 볼 거야.”
- “오른쪽 423 − 156에서 일의 자리 3에서 6을 뺄 수 있을까? 십의 자리 2에서 5는?”
예상 답
- “못 빼요.” “십에서 받아내려요.” 또는 “6에서 3을 빼요.”
막히면
- 답을 확인하지 않고 넘어갑니다. S06에서 같은 문제를 함께 풉니다.
주의
- “6에서 3을 빼요”라고 해도 지금은 고치지 않습니다. S09에서 이 생각을 다룹니다(M1).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확인(두 자리 수 뺄셈, 백과 십의 관계, 덧셈)]
목적: 받아내림이 있는 두 자리 수 뺄셈, 백 모형과 십 모형의 관계, 지난 시간의 덧셈이 되는지 확인합니다.
시간: 약 3분
이렇게 말해 보세요
- “①은 52 − 27이야. 십의 자리 숫자를 어떻게 고쳤는지도 말해 줘.”
- “②는 백 모형 1개를 십 모형 몇 개로 바꿀 수 있을까? ③은 25 + 27이야. ①의 답과 무슨 관계가 있을까?”
정답
- ① 25
- ② 10개
- ③ 52(①의 답 25에 빼는 수 27을 더하면 처음 수 52가 됩니다)
막히면
- ①은 바둑돌이나 수 모형으로 52를 놓고 십 모형 1개를 일 모형 10개로 바꾼 뒤 27을 덜어 냅니다.
- 두 문제 이상 틀리면 S15(보충)를 먼저 합니다. 보충으로도 어려우면 초2 4차시 ‘받아내림이 있는 두 자리 수 뺄셈’(KR22-G02-MAT-SUB2D-L01)를 먼저 하고, 덧셈이 흔들리면 초3 1차시 ‘세 자리 수의 덧셈’(KR22-G03-MAT-ADD3D-L01)을 다시 합니다.
주의
- ③과 ①의 관계는 S08에서 다시 씁니다. 지금 말하지 못해도 괜찮습니다.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받아내림을 수 모형의 개수로]
목적: 세 자리 수 뺄셈에서도 일 모형이 모자라면 십 모형 1개를 일 모형 10개로 바꾸어 뺀다는 것(받아내림)을 수 모형의 개수로 봅니다.
시간: 약 3분
이렇게 말해 보세요
- “352는 백 모형 3개, 십 모형 5개, 일 모형 2개야. 일 모형 2개에서 7개를 덜어 낼 수 있어?”
- “십 모형 1개를 일 모형 10개로 바꾸면 십 모형 4개, 일 모형 12개. 여전히 352야. 이제 127만큼 덜어 내면 무엇이 남아?”
예상 답
- “못 덜어요.” “백 2개, 십 2개, 일 5개. 225예요.”
막히면
- 종이 수 모형으로 352를 놓고 십 막대 하나를 일 모형 10개와 바꾼 뒤, 백·십·일 모형을 127만큼 덜어 냅니다.
주의
- 바꾸어도 수(352)는 그대로라는 것을 꼭 말해 줍니다. 2학년에서 배운 받아내림과 같은 생각입니다.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세로셈 시범(십에서 일로 받아내림)]
목적: S03에서 수 모형으로 한 일을 세로셈으로 쓰는 방법을 시범으로 보여 줍니다.
시간: 약 3분
이렇게 말해 보세요
- “일의 자리부터 봐. 2에서 7을 뺄 수 없지? 십의 자리 5에 빗금을 긋고 위에 4를 써. 일의 자리 위에는 10을 써.”
- “일의 자리는 10과 2를 합친 12에서 7을 빼서 5. 십의 자리는 고친 4에서 2를 빼서 2. 백의 자리는 3 − 1 = 2. 225야.”
예상 답
- “225예요.”
막히면
- S03의 표와 나란히 놓고 ‘위의 4 = 줄어든 십 모형’, ‘위의 10 = 바꾼 일 모형 10개’라고 짚어 줍니다.
주의
- 표 맨 윗줄의 4와 10이 받아내림 표시입니다. 공책에는 5에 빗금을 긋고 그 위에 작게 쓰게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세로셈 시범(백에서 십으로 받아내림)]
목적: 십의 자리끼리 뺄 수 없을 때 백 모형 1개를 십 모형 10개로 바꾸어 뺀다는 것을 압니다.
시간: 약 3분
이렇게 말해 보세요
- “일의 자리는 8 − 3 = 5야. 십의 자리 2에서 6을 뺄 수 있어?”
- “백 모형 1개를 십 모형 10개로 바꾸자. 백의 자리 5를 4로 고치고 십의 자리 위에 10을 써. 십은 12 − 6 = 6, 백은 4 − 2 = 2. 265야.”
예상 답
- “못 빼요.” “265예요.”
막히면
- 백 모형 판 하나를 십 막대 10개와 바꾸어 놓고, 십 모형 12개에서 6개를 덜어 냅니다.
주의
- 십의 자리 위의 10은 십 모형 10개, 곧 100을 나타냅니다. “백 1개를 십 10개로 바꿨어.”라고 말해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세로셈 시범(받아내림이 두 번)]
목적: 일의 자리와 십의 자리에서 모두 받아내림이 있는 뺄셈을 세로셈으로 계산합니다.
시간: 약 3분
이렇게 말해 보세요
- “표지에서 본 423 − 156이야. 일의 자리 3에서 6을 뺄 수 없으니 십에서 받아내려. 2를 1로 고치고 일 위에 10. 13 − 6 = 7.”
- “이제 십의 자리는 1이 남았어. 1에서 5를 뺄 수 있어? 백에서 받아내려 4를 3으로 고치고 십 위에 10. 남은 1과 10을 합쳐 11 − 5 = 6. 백은 3 − 1 = 2. 267이야.”
예상 답
- “267이에요.”
막히면
- 한 자리씩 손가락으로 가리고 ‘이 자리만’ 보게 합니다. 받아내림을 할 때마다 빗금과 작은 숫자를 함께 씁니다.
주의
- 표의 맨 위 두 줄이 받아내림 표시입니다. 아래 줄(1과 10)은 일의 자리를 위해 십에서, 위 줄(3과 10)은 십의 자리를 위해 백에서 받아내린 것입니다. 십의 자리는 남은 1과 받은 10을 합쳐 11로 봅니다(M3).
- 지치면 여기서 쉬고, 다음에 S07부터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안내받는 연습(받아내림 한 번, 두 번)]
목적: 도움을 받으며 받아내림이 있는 세 자리 수 뺄셈을 세로셈으로 계산합니다.
시간: 약 4분
이렇게 말해 보세요
- “①은 일의 자리, ②는 십의 자리에서 받아내림이 있어. 어느 자리 숫자를 고쳤는지 말하면서 풀어 볼래?”
- “③은 오른쪽 세로셈 칸에 써 보자. 받아내림을 몇 번 했어?”
정답
- ① 335(13 − 8 = 5, 5 − 2 = 3, 4 − 1 = 3)
- ② 363(7 − 4 = 3, 11 − 5 = 6, 5 − 2 = 3)
- ③ 274(12 − 8 = 4, 12 − 5 = 7, 6 − 4 = 2). 위 줄 □는 6과 10, 아래 줄 □는 2와 10
막히면
- S04~S06 가운데 같은 모양의 장을 다시 보며 따라 하게 합니다.
- 수 모형으로 같은 뺄셈을 해 보고, 바꾼 모형을 작은 숫자로 쓰게 합니다.
주의
- 답만 맞히기보다 “이 숫자를 왜 1 작게 고쳤어?”라고 물어 설명하게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뺄셈의 답을 덧셈으로 확인하기]
목적: 뺄셈의 답에 빼는 수를 더하면 처음 수가 된다는 것을 알고, 이를 써서 답을 확인합니다.
시간: 약 3분
이렇게 말해 보세요
- “423에서 156을 빼면 267이 남았지? 남은 267에 뺀 156을 다시 더하면 얼마가 될까?”
- “세로셈으로 267 + 156을 해 보자. 처음 수 423이 나오면 뺄셈을 바르게 한 거야.”
예상 답
- “423이 돼요.” “맞게 뺐어요.”
막히면
- 종이에 423을 267과 156으로 가르는 가르기 그림을 그려 줍니다. 처음 수가 전체, 답과 빼는 수가 부분입니다. 2학년 ‘덧셈과 뺄셈의 관계’와 같은 생각입니다.
주의
- 답에 처음 수를 더하는 실수(267 + 423)가 있습니다(M4). “남은 것과 뺀 것을 합치면 처음 것”이라고 말하게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오개념 비교(자리마다 큰 수에서 작은 수 빼기)]
목적: 자리마다 큰 수에서 작은 수를 빼는 실수를 찾고, 덧셈으로 확인해 까닭을 설명합니다(M1).
시간: 약 3분
이렇게 말해 보세요
- “토끼와 곰의 답이 달라. 누가 맞았을까? 덧셈으로 확인해 볼까?”
- “531에서 264를 빼야 해. 일의 자리 1에서 4를 뺄 수 있었어? 토끼는 어떻게 했지?”
예상 답
- “곰이요. 1에서 4는 못 빼니까 받아내려야 해요.”
정답
- 곰이 맞습니다. 531 − 264 = 267입니다. 267 + 264 = 531로 처음 수가 나옵니다.
- 토끼는 자리마다 위아래와 상관없이 큰 수에서 작은 수를 뺐습니다. 333 + 264 = 597이라 531이 나오지 않습니다.
막히면
- 덧셈 확인은 세로셈으로 공책에 함께 합니다. 수 모형으로 531을 놓고 264를 덜어 내 보아도 좋습니다.
주의
- 뺄셈은 언제나 위의 수(처음 수)에서 아래 수(빼는 수)를 뺀다고 약속합니다.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안내받는 연습(계산하고 덧셈으로 확인)]
목적: 도움을 받으며 뺄셈을 하고, 답에 빼는 수를 더해 확인합니다. 틀린 답을 덧셈으로 찾아냅니다.
시간: 약 3분
이렇게 말해 보세요
- “①과 ②는 세로셈으로 계산하고, 답에 빼는 수를 더해 처음 수가 나오는지 봐.”
- “③은 누가 계산한 답이야. 199에 185를 더하면 374가 나올까?”
정답
- ① 327(327 + 318 = 645)
- ② 255(255 + 571 = 826)
- ③ 틀렸습니다. 199 + 185 = 384라 374가 아닙니다. 바른 답은 189입니다.
막히면
- 덧셈 확인이 어려우면 종이에 가르기 그림을 그려 처음 수(전체)와 답·빼는 수(부분)를 넣어 보게 합니다.
주의
- ③의 199는 십의 자리에서 받아내림을 하고도 6이 아니라 7에서 뺀 답입니다(M2).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혼자 해결]
목적: 도움 없이 받아내림이 있는 세 자리 수 뺄셈을 계산하고, 덧셈으로 확인하는지 봅니다.
시간: 약 5분
이렇게 말해 보세요
- “이번에는 혼자 공책에 세로셈으로 풀어 볼래? 다 풀면 하나를 골라 덧셈으로 확인해 줘.”
- “④는 계산이 맞는지 덧셈으로만 확인해 봐.”
정답
- ① 334
- ② 254
- ③ 245
- ④ 맞습니다(277 + 375 = 652)
막히면
- 바로 알려 주지 말고 “이 자리끼리 뺄 수 있어?”라고만 묻습니다.
- 도움을 받아 해결했다면 기록표에 ‘도움’으로 표시합니다.
주의
- ③은 일의 자리를 위해 받아내린 뒤 십의 자리가 0이 됩니다. 0과 받은 10을 합쳐 10 − 6 = 4입니다. ①~③을 모두 맞히고 덧셈 확인을 할 수 있으면 목표를 이룬 것입니다.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정답과 피드백]
목적: 아이의 답을 함께 확인하고 흔한 실수를 바로잡습니다. 수업용에만 있는 장입니다.
시간: 약 2분
이렇게 말해 보세요
- “네 답과 같은지 볼까? 다르면 덧셈으로 확인해서 어디서 달라졌는지 같이 찾아보자.”
정답
- ① 334 ② 254 ③ 245 ④ 맞음
막히면
- 거꾸로 뺐으면 S09로, 고친 숫자로 빼지 않았으면 S04로, 받아내림이 두 번인 문제가 틀렸으면 S06으로 돌아갑니다.
주의
- 이 장은 학생용 파일에는 없습니다. 아이와 함께 볼 때는 슬라이드 쇼로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마무리 확인(덧셈으로 맞는 뺄셈 찾기)]
목적: 처음 보는 문제에서 덧셈으로 확인해 맞는 뺄셈을 고르고, 틀린 답의 까닭을 설명하는지 확인합니다.
시간: 약 2분
이렇게 말해 보세요
- “세 사람이 524 − 286을 계산했어. 덧셈으로 확인해서 맞는 것을 골라 볼래? 틀린 것은 왜 틀렸을까?”
정답
- 가(238). 238 + 286 = 524입니다.
- 나(362)는 자리마다 큰 수에서 작은 수를 뺀 답이고(362 + 286 = 648), 다(348)는 받아내림을 하고도 십의 자리와 백의 자리 숫자를 1 작게 고치지 않은 답입니다(348 + 286 = 634).
막히면
- 세 답에 각각 286을 더해 보게 합니다. 524가 나오는 것이 맞는 답입니다.
주의
- 덧셈으로 확인한 뒤 “왜 틀렸을까?”까지 말하면 목표 A와 B를 함께 이룬 것입니다.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정리와 다음 수업 복습]
목적: 핵심을 정리하고 다음 수업 첫 5분에 풀 복습 문제를 알려 줍니다.
시간: 약 2분
이렇게 말해 보세요
- “오늘 배운 것을 말해 볼래? 뺄 수 없으면 어떻게 해? 답이 맞는지 어떻게 확인해?”
예상 답
- “윗자리에서 10을 받아내려요.” “답에 빼는 수를 더해서 처음 수가 나오는지 봐요.”
정답
- ① 325 ② 265 ③ 366
막히면
- S03과 S06을 나란히 보여 주며 수 모형과 세로셈을 연결해 말합니다.
주의
- 다음 차시(나눗셈의 뜻)부터는 곱셈과 나눗셈을 배웁니다. 복습 세 문제는 활동지 마지막 쪽과 함께 풉니다.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[S15 · 선수 학습 보충(받아내림이 있는 두 자리 수 뺄셈)]
목적: S02에서 두 자리 수 뺄셈이 흔들리면, 받아내림이 한 번 있는 두 자리 수 뺄셈을 세로셈으로 다시 익힙니다.
시간: 약 5분
이렇게 말해 보세요
- “52 − 27을 해 보자. 일의 자리 2에서 7을 뺄 수 있어? 십 모형 1개를 일 모형 10개로 바꾸자.”
- “5를 4로 고치고 일 위에 10. 12 − 7 = 5, 4 − 2 = 2. 그래서 25야.”
정답
- 52 − 27 = 25
막히면
- 종이 수 모형으로 52를 놓고 십 막대 하나를 일 모형 10개와 바꾼 뒤 27을 덜어 냅니다. 43 − 18, 61 − 34로도 해 봅니다(25, 27).
주의
- 보충으로도 어려우면 초2 4차시 ‘받아내림이 있는 두 자리 수 뺄셈’(KR22-G02-MAT-SUB2D-L01)를 먼저 합니다.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수학 · 자연수계산 · 2차시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수학 · 세 자리 수의 뺄셈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수학 · 세 자리 수의 뺄셈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초3 수학 · 세 자리 수의 뺄셈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자리 수의 뺄셈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자리에서 뺄 수 없으면?</a:t>
            </a:r>
            <a:endParaRPr lang="ko-KR" sz="3000" dirty="0"/>
          </a:p>
        </p:txBody>
      </p:sp>
      <p:graphicFrame>
        <p:nvGraphicFramePr>
          <p:cNvPr id="2" name="S01-table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26680" y="965200"/>
          <a:ext cx="384048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960120"/>
                <a:gridCol w="960120"/>
                <a:gridCol w="960120"/>
              </a:tblGrid>
              <a:tr h="5689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−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01-card2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6" name="S01-cardtext3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받아내림이 있는 뺄셈을 세로셈으로 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덧셈으로 답이 맞는지 확인해요.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000" dirty="0"/>
          </a:p>
        </p:txBody>
      </p:sp>
      <p:sp>
        <p:nvSpPr>
          <p:cNvPr id="3" name="S02-chip4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4" name="S02-eqtext5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52 − 27 = □</a:t>
            </a:r>
            <a:endParaRPr lang="ko-KR" sz="3400" dirty="0"/>
          </a:p>
        </p:txBody>
      </p:sp>
      <p:sp>
        <p:nvSpPr>
          <p:cNvPr id="5" name="S02-chip6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6" name="S02-text7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 모형 1개는 십 모형 몇 개?</a:t>
            </a:r>
            <a:endParaRPr lang="ko-KR" sz="3000" dirty="0"/>
          </a:p>
        </p:txBody>
      </p:sp>
      <p:sp>
        <p:nvSpPr>
          <p:cNvPr id="7" name="S02-chip8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8" name="S02-eqtext9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 + 27 = □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십 모형 1개를 일 모형 10개로</a:t>
            </a:r>
            <a:endParaRPr lang="ko-KR" sz="4000" dirty="0"/>
          </a:p>
        </p:txBody>
      </p:sp>
      <p:sp>
        <p:nvSpPr>
          <p:cNvPr id="3" name="S03-text1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352 − 127을 수 모형의 개수로 나타냈어요.</a:t>
            </a:r>
            <a:endParaRPr lang="ko-KR" sz="3000" dirty="0"/>
          </a:p>
        </p:txBody>
      </p:sp>
      <p:sp>
        <p:nvSpPr>
          <p:cNvPr id="4" name="S03-card11"/>
          <p:cNvSpPr/>
          <p:nvPr/>
        </p:nvSpPr>
        <p:spPr>
          <a:xfrm>
            <a:off x="548640" y="4975860"/>
            <a:ext cx="11091672" cy="1242060"/>
          </a:xfrm>
          <a:prstGeom prst="roundRect">
            <a:avLst>
              <a:gd name="adj" fmla="val 883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12"/>
          <p:cNvSpPr txBox="1"/>
          <p:nvPr/>
        </p:nvSpPr>
        <p:spPr>
          <a:xfrm>
            <a:off x="822960" y="5113020"/>
            <a:ext cx="10543032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352 − 127 = 225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십 모형 1개를 일 모형 10개로 바꾸어 빼요.</a:t>
            </a:r>
            <a:endParaRPr lang="ko-KR" sz="3000" dirty="0"/>
          </a:p>
        </p:txBody>
      </p:sp>
      <p:graphicFrame>
        <p:nvGraphicFramePr>
          <p:cNvPr id="4" name="S03-table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162556" y="2322830"/>
          <a:ext cx="7863840" cy="914400"/>
        </p:xfrm>
        <a:graphic>
          <a:graphicData uri="http://schemas.openxmlformats.org/drawingml/2006/table">
            <a:tbl>
              <a:tblPr/>
              <a:tblGrid>
                <a:gridCol w="2437790"/>
                <a:gridCol w="1808683"/>
                <a:gridCol w="1808683"/>
                <a:gridCol w="1808683"/>
              </a:tblGrid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 모형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 모형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 모형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352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3개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5개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2개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바꾸면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3개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4개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12개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127을 빼면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2개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2개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5개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일의 자리로 받아내림</a:t>
            </a:r>
            <a:endParaRPr lang="ko-KR" sz="4000" dirty="0"/>
          </a:p>
        </p:txBody>
      </p:sp>
      <p:sp>
        <p:nvSpPr>
          <p:cNvPr id="3" name="S04-text1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352 − 127을 세로셈으로 해요.</a:t>
            </a:r>
            <a:endParaRPr lang="ko-KR" sz="3000" dirty="0"/>
          </a:p>
        </p:txBody>
      </p:sp>
      <p:sp>
        <p:nvSpPr>
          <p:cNvPr id="4" name="S04-card1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4-cardtext1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고친 숫자로 빼요.</a:t>
            </a:r>
            <a:endParaRPr lang="ko-KR" sz="3000" dirty="0"/>
          </a:p>
        </p:txBody>
      </p:sp>
      <p:graphicFrame>
        <p:nvGraphicFramePr>
          <p:cNvPr id="5" name="S04-table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83450" y="2042160"/>
          <a:ext cx="402336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005840"/>
                <a:gridCol w="1005840"/>
                <a:gridCol w="1005840"/>
              </a:tblGrid>
              <a:tr h="60960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−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04-stepno18"/>
          <p:cNvSpPr txBox="1"/>
          <p:nvPr/>
        </p:nvSpPr>
        <p:spPr>
          <a:xfrm>
            <a:off x="548640" y="202692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8" name="S04-text19"/>
          <p:cNvSpPr txBox="1"/>
          <p:nvPr/>
        </p:nvSpPr>
        <p:spPr>
          <a:xfrm>
            <a:off x="1325880" y="2026920"/>
            <a:ext cx="56583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일: 2에서 7을 뺄 수 없어요.</a:t>
            </a:r>
            <a:endParaRPr lang="ko-KR" sz="2400" dirty="0"/>
          </a:p>
        </p:txBody>
      </p:sp>
      <p:sp>
        <p:nvSpPr>
          <p:cNvPr id="9" name="S04-stepno20"/>
          <p:cNvSpPr txBox="1"/>
          <p:nvPr/>
        </p:nvSpPr>
        <p:spPr>
          <a:xfrm>
            <a:off x="548640" y="278587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0" name="S04-text21"/>
          <p:cNvSpPr txBox="1"/>
          <p:nvPr/>
        </p:nvSpPr>
        <p:spPr>
          <a:xfrm>
            <a:off x="1325880" y="2740152"/>
            <a:ext cx="5658307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5를 4로 고치고,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 위에 10을 써요.</a:t>
            </a:r>
            <a:endParaRPr lang="ko-KR" sz="2400" dirty="0"/>
          </a:p>
        </p:txBody>
      </p:sp>
      <p:sp>
        <p:nvSpPr>
          <p:cNvPr id="11" name="S04-stepno22"/>
          <p:cNvSpPr txBox="1"/>
          <p:nvPr/>
        </p:nvSpPr>
        <p:spPr>
          <a:xfrm>
            <a:off x="548640" y="369417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2" name="S04-text23"/>
          <p:cNvSpPr txBox="1"/>
          <p:nvPr/>
        </p:nvSpPr>
        <p:spPr>
          <a:xfrm>
            <a:off x="1325880" y="3648456"/>
            <a:ext cx="5658307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일: 12 − 7 = 5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십: 4 − 2 = 2</a:t>
            </a:r>
            <a:endParaRPr lang="ko-KR" sz="2400" dirty="0"/>
          </a:p>
        </p:txBody>
      </p:sp>
      <p:sp>
        <p:nvSpPr>
          <p:cNvPr id="13" name="S04-stepno24"/>
          <p:cNvSpPr txBox="1"/>
          <p:nvPr/>
        </p:nvSpPr>
        <p:spPr>
          <a:xfrm>
            <a:off x="548640" y="455676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4" name="S04-text25"/>
          <p:cNvSpPr txBox="1"/>
          <p:nvPr/>
        </p:nvSpPr>
        <p:spPr>
          <a:xfrm>
            <a:off x="1325880" y="4556760"/>
            <a:ext cx="56583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백: 3 − 1 = 2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십의 자리로 받아내림</a:t>
            </a:r>
            <a:endParaRPr lang="ko-KR" sz="4000" dirty="0"/>
          </a:p>
        </p:txBody>
      </p:sp>
      <p:sp>
        <p:nvSpPr>
          <p:cNvPr id="3" name="S05-text2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528 − 263을 세로셈으로 해요.</a:t>
            </a:r>
            <a:endParaRPr lang="ko-KR" sz="3000" dirty="0"/>
          </a:p>
        </p:txBody>
      </p:sp>
      <p:sp>
        <p:nvSpPr>
          <p:cNvPr id="4" name="S05-card2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5-cardtext2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 모형 1개는 십 모형 10개예요.</a:t>
            </a:r>
            <a:endParaRPr lang="ko-KR" sz="3000" dirty="0"/>
          </a:p>
        </p:txBody>
      </p:sp>
      <p:graphicFrame>
        <p:nvGraphicFramePr>
          <p:cNvPr id="6" name="S05-table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83450" y="2042160"/>
          <a:ext cx="402336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005840"/>
                <a:gridCol w="1005840"/>
                <a:gridCol w="1005840"/>
              </a:tblGrid>
              <a:tr h="60960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−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05-stepno30"/>
          <p:cNvSpPr txBox="1"/>
          <p:nvPr/>
        </p:nvSpPr>
        <p:spPr>
          <a:xfrm>
            <a:off x="548640" y="20314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8" name="S05-text31"/>
          <p:cNvSpPr txBox="1"/>
          <p:nvPr/>
        </p:nvSpPr>
        <p:spPr>
          <a:xfrm>
            <a:off x="1325880" y="2031492"/>
            <a:ext cx="56583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일: 8 − 3 = 5</a:t>
            </a:r>
            <a:endParaRPr lang="ko-KR" sz="3000" dirty="0"/>
          </a:p>
        </p:txBody>
      </p:sp>
      <p:sp>
        <p:nvSpPr>
          <p:cNvPr id="9" name="S05-stepno32"/>
          <p:cNvSpPr txBox="1"/>
          <p:nvPr/>
        </p:nvSpPr>
        <p:spPr>
          <a:xfrm>
            <a:off x="548640" y="279044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0" name="S05-text33"/>
          <p:cNvSpPr txBox="1"/>
          <p:nvPr/>
        </p:nvSpPr>
        <p:spPr>
          <a:xfrm>
            <a:off x="1325880" y="2744724"/>
            <a:ext cx="5658307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십: 2에서 6을 뺄 수 없어요.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 1개를 십 10개로 바꿔요.</a:t>
            </a:r>
            <a:endParaRPr lang="ko-KR" sz="3000" dirty="0"/>
          </a:p>
        </p:txBody>
      </p:sp>
      <p:sp>
        <p:nvSpPr>
          <p:cNvPr id="11" name="S05-stepno34"/>
          <p:cNvSpPr txBox="1"/>
          <p:nvPr/>
        </p:nvSpPr>
        <p:spPr>
          <a:xfrm>
            <a:off x="548640" y="383895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2" name="S05-text35"/>
          <p:cNvSpPr txBox="1"/>
          <p:nvPr/>
        </p:nvSpPr>
        <p:spPr>
          <a:xfrm>
            <a:off x="1325880" y="3838956"/>
            <a:ext cx="56583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십: 12 − 6 = 6</a:t>
            </a:r>
            <a:endParaRPr lang="ko-KR" sz="3000" dirty="0"/>
          </a:p>
        </p:txBody>
      </p:sp>
      <p:sp>
        <p:nvSpPr>
          <p:cNvPr id="13" name="S05-stepno36"/>
          <p:cNvSpPr txBox="1"/>
          <p:nvPr/>
        </p:nvSpPr>
        <p:spPr>
          <a:xfrm>
            <a:off x="548640" y="45521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4" name="S05-text37"/>
          <p:cNvSpPr txBox="1"/>
          <p:nvPr/>
        </p:nvSpPr>
        <p:spPr>
          <a:xfrm>
            <a:off x="1325880" y="4552188"/>
            <a:ext cx="56583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백: 4 − 2 = 2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받아내림이 두 번</a:t>
            </a:r>
            <a:endParaRPr lang="ko-KR" sz="4000" dirty="0"/>
          </a:p>
        </p:txBody>
      </p:sp>
      <p:sp>
        <p:nvSpPr>
          <p:cNvPr id="3" name="S06-text3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423 − 156을 세로셈으로 해요.</a:t>
            </a:r>
            <a:endParaRPr lang="ko-KR" sz="3000" dirty="0"/>
          </a:p>
        </p:txBody>
      </p:sp>
      <p:sp>
        <p:nvSpPr>
          <p:cNvPr id="4" name="S06-card3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6-cardtext4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뺄 수 없으면 바로 윗자리에서 받아내려요.</a:t>
            </a:r>
            <a:endParaRPr lang="ko-KR" sz="3000" dirty="0"/>
          </a:p>
        </p:txBody>
      </p:sp>
      <p:graphicFrame>
        <p:nvGraphicFramePr>
          <p:cNvPr id="7" name="S06-table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83450" y="2103120"/>
          <a:ext cx="402336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005840"/>
                <a:gridCol w="1005840"/>
                <a:gridCol w="1005840"/>
              </a:tblGrid>
              <a:tr h="4876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−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06-stepno42"/>
          <p:cNvSpPr txBox="1"/>
          <p:nvPr/>
        </p:nvSpPr>
        <p:spPr>
          <a:xfrm>
            <a:off x="548640" y="224332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8" name="S06-text43"/>
          <p:cNvSpPr txBox="1"/>
          <p:nvPr/>
        </p:nvSpPr>
        <p:spPr>
          <a:xfrm>
            <a:off x="1325880" y="2197608"/>
            <a:ext cx="5658307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일: 십에서 받아내려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13 − 6 = 7</a:t>
            </a:r>
            <a:endParaRPr lang="ko-KR" sz="3000" dirty="0"/>
          </a:p>
        </p:txBody>
      </p:sp>
      <p:sp>
        <p:nvSpPr>
          <p:cNvPr id="9" name="S06-stepno44"/>
          <p:cNvSpPr txBox="1"/>
          <p:nvPr/>
        </p:nvSpPr>
        <p:spPr>
          <a:xfrm>
            <a:off x="548640" y="333756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0" name="S06-text45"/>
          <p:cNvSpPr txBox="1"/>
          <p:nvPr/>
        </p:nvSpPr>
        <p:spPr>
          <a:xfrm>
            <a:off x="1325880" y="3291840"/>
            <a:ext cx="5658307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십: 1에서 5를 뺄 수 없어요.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백에서 받아내려 11 − 5 = 6</a:t>
            </a:r>
            <a:endParaRPr lang="ko-KR" sz="3000" dirty="0"/>
          </a:p>
        </p:txBody>
      </p:sp>
      <p:sp>
        <p:nvSpPr>
          <p:cNvPr id="11" name="S06-stepno46"/>
          <p:cNvSpPr txBox="1"/>
          <p:nvPr/>
        </p:nvSpPr>
        <p:spPr>
          <a:xfrm>
            <a:off x="548640" y="438607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2" name="S06-text47"/>
          <p:cNvSpPr txBox="1"/>
          <p:nvPr/>
        </p:nvSpPr>
        <p:spPr>
          <a:xfrm>
            <a:off x="1325880" y="4386072"/>
            <a:ext cx="56583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백: 3 − 1 = 2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세로셈 해 보기</a:t>
            </a:r>
            <a:endParaRPr lang="ko-KR" sz="4000" dirty="0"/>
          </a:p>
        </p:txBody>
      </p:sp>
      <p:sp>
        <p:nvSpPr>
          <p:cNvPr id="3" name="S07-card4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07-cardtext4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뺄 수 없으면 윗자리 숫자를 1 작게 고쳐요.</a:t>
            </a:r>
            <a:endParaRPr lang="ko-KR" sz="3000" dirty="0"/>
          </a:p>
        </p:txBody>
      </p:sp>
      <p:sp>
        <p:nvSpPr>
          <p:cNvPr id="5" name="S07-card50"/>
          <p:cNvSpPr/>
          <p:nvPr/>
        </p:nvSpPr>
        <p:spPr>
          <a:xfrm>
            <a:off x="6277356" y="1325880"/>
            <a:ext cx="5362956" cy="3794760"/>
          </a:xfrm>
          <a:prstGeom prst="roundRect">
            <a:avLst>
              <a:gd name="adj" fmla="val 289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7-cardtext51"/>
          <p:cNvSpPr txBox="1"/>
          <p:nvPr/>
        </p:nvSpPr>
        <p:spPr>
          <a:xfrm>
            <a:off x="6551676" y="1463040"/>
            <a:ext cx="4814316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③을 세로셈으로 해요</a:t>
            </a:r>
            <a:endParaRPr lang="ko-KR" sz="3000" dirty="0"/>
          </a:p>
        </p:txBody>
      </p:sp>
      <p:graphicFrame>
        <p:nvGraphicFramePr>
          <p:cNvPr id="8" name="S07-table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47154" y="2103120"/>
          <a:ext cx="402336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005840"/>
                <a:gridCol w="1005840"/>
                <a:gridCol w="1005840"/>
              </a:tblGrid>
              <a:tr h="45720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−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07-chip53"/>
          <p:cNvSpPr txBox="1"/>
          <p:nvPr/>
        </p:nvSpPr>
        <p:spPr>
          <a:xfrm>
            <a:off x="548640" y="16139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9" name="S07-eqtext54"/>
          <p:cNvSpPr txBox="1"/>
          <p:nvPr/>
        </p:nvSpPr>
        <p:spPr>
          <a:xfrm>
            <a:off x="1344168" y="1325880"/>
            <a:ext cx="45674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463 − 128 = □</a:t>
            </a:r>
            <a:endParaRPr lang="ko-KR" sz="3400" dirty="0"/>
          </a:p>
        </p:txBody>
      </p:sp>
      <p:sp>
        <p:nvSpPr>
          <p:cNvPr id="10" name="S07-chip55"/>
          <p:cNvSpPr txBox="1"/>
          <p:nvPr/>
        </p:nvSpPr>
        <p:spPr>
          <a:xfrm>
            <a:off x="548640" y="29397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11" name="S07-eqtext56"/>
          <p:cNvSpPr txBox="1"/>
          <p:nvPr/>
        </p:nvSpPr>
        <p:spPr>
          <a:xfrm>
            <a:off x="1344168" y="2651760"/>
            <a:ext cx="45674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617 − 254 = □</a:t>
            </a:r>
            <a:endParaRPr lang="ko-KR" sz="3400" dirty="0"/>
          </a:p>
        </p:txBody>
      </p:sp>
      <p:sp>
        <p:nvSpPr>
          <p:cNvPr id="12" name="S07-chip57"/>
          <p:cNvSpPr txBox="1"/>
          <p:nvPr/>
        </p:nvSpPr>
        <p:spPr>
          <a:xfrm>
            <a:off x="548640" y="42656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3" name="S07-eqtext58"/>
          <p:cNvSpPr txBox="1"/>
          <p:nvPr/>
        </p:nvSpPr>
        <p:spPr>
          <a:xfrm>
            <a:off x="1344168" y="3977640"/>
            <a:ext cx="45674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732 − 458 = □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덧셈으로 확인해요</a:t>
            </a:r>
            <a:endParaRPr lang="ko-KR" sz="4000" dirty="0"/>
          </a:p>
        </p:txBody>
      </p:sp>
      <p:sp>
        <p:nvSpPr>
          <p:cNvPr id="3" name="S08-text5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423 − 156 = 267이 맞을까요?</a:t>
            </a:r>
            <a:endParaRPr lang="ko-KR" sz="3000" dirty="0"/>
          </a:p>
        </p:txBody>
      </p:sp>
      <p:sp>
        <p:nvSpPr>
          <p:cNvPr id="4" name="S08-card6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8-cardtext6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 + 빼는 수 = 처음 수</a:t>
            </a:r>
            <a:endParaRPr lang="ko-KR" sz="3000" dirty="0"/>
          </a:p>
        </p:txBody>
      </p:sp>
      <p:graphicFrame>
        <p:nvGraphicFramePr>
          <p:cNvPr id="9" name="S08-table6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83450" y="2042160"/>
          <a:ext cx="402336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005840"/>
                <a:gridCol w="1005840"/>
                <a:gridCol w="1005840"/>
              </a:tblGrid>
              <a:tr h="60960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08-stepno63"/>
          <p:cNvSpPr txBox="1"/>
          <p:nvPr/>
        </p:nvSpPr>
        <p:spPr>
          <a:xfrm>
            <a:off x="548640" y="224332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8" name="S08-text64"/>
          <p:cNvSpPr txBox="1"/>
          <p:nvPr/>
        </p:nvSpPr>
        <p:spPr>
          <a:xfrm>
            <a:off x="1325880" y="2197608"/>
            <a:ext cx="5658307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 267에 빼는 수 156을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더해 보아요.</a:t>
            </a:r>
            <a:endParaRPr lang="ko-KR" sz="3000" dirty="0"/>
          </a:p>
        </p:txBody>
      </p:sp>
      <p:sp>
        <p:nvSpPr>
          <p:cNvPr id="9" name="S08-stepno65"/>
          <p:cNvSpPr txBox="1"/>
          <p:nvPr/>
        </p:nvSpPr>
        <p:spPr>
          <a:xfrm>
            <a:off x="548640" y="329184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0" name="S08-text66"/>
          <p:cNvSpPr txBox="1"/>
          <p:nvPr/>
        </p:nvSpPr>
        <p:spPr>
          <a:xfrm>
            <a:off x="1325880" y="3291840"/>
            <a:ext cx="56583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267 + 156 = 423</a:t>
            </a:r>
            <a:endParaRPr lang="ko-KR" sz="3000" dirty="0"/>
          </a:p>
        </p:txBody>
      </p:sp>
      <p:sp>
        <p:nvSpPr>
          <p:cNvPr id="11" name="S08-stepno67"/>
          <p:cNvSpPr txBox="1"/>
          <p:nvPr/>
        </p:nvSpPr>
        <p:spPr>
          <a:xfrm>
            <a:off x="548640" y="40507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2" name="S08-text68"/>
          <p:cNvSpPr txBox="1"/>
          <p:nvPr/>
        </p:nvSpPr>
        <p:spPr>
          <a:xfrm>
            <a:off x="1325880" y="4005072"/>
            <a:ext cx="5658307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처음 수 423이 나오면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맞게 계산한 거예요.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</a:t>
            </a:r>
            <a:endParaRPr lang="ko-KR" sz="4000" dirty="0"/>
          </a:p>
        </p:txBody>
      </p:sp>
      <p:sp>
        <p:nvSpPr>
          <p:cNvPr id="3" name="S09-card69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9-cardtext70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531 − 264를 계산했어요.</a:t>
            </a:r>
            <a:endParaRPr lang="ko-KR" sz="3000" dirty="0"/>
          </a:p>
        </p:txBody>
      </p:sp>
      <p:sp>
        <p:nvSpPr>
          <p:cNvPr id="5" name="S09-card7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9-cardtext7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덧셈으로 확인하고, 누가 맞았는지 말해요.</a:t>
            </a:r>
            <a:endParaRPr lang="ko-KR" sz="3000" dirty="0"/>
          </a:p>
        </p:txBody>
      </p:sp>
      <p:sp>
        <p:nvSpPr>
          <p:cNvPr id="7" name="S09-chip73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333</a:t>
            </a:r>
            <a:endParaRPr lang="ko-KR" sz="2400" dirty="0"/>
          </a:p>
        </p:txBody>
      </p:sp>
      <p:sp>
        <p:nvSpPr>
          <p:cNvPr id="8" name="S09-text74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4 − 1, 6 − 3, 5 − 2처럼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큰 수에서 작은 수를 뺐어요.</a:t>
            </a:r>
            <a:endParaRPr lang="ko-KR" sz="3000" dirty="0"/>
          </a:p>
        </p:txBody>
      </p:sp>
      <p:sp>
        <p:nvSpPr>
          <p:cNvPr id="9" name="S09-chip75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267</a:t>
            </a:r>
            <a:endParaRPr lang="ko-KR" sz="2400" dirty="0"/>
          </a:p>
        </p:txBody>
      </p:sp>
      <p:sp>
        <p:nvSpPr>
          <p:cNvPr id="10" name="S09-text76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받아내림을 두 번 해서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11 − 4, 12 − 6, 4 − 2를 했어요.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계산하고 확인하기</a:t>
            </a:r>
            <a:endParaRPr lang="ko-KR" sz="4000" dirty="0"/>
          </a:p>
        </p:txBody>
      </p:sp>
      <p:sp>
        <p:nvSpPr>
          <p:cNvPr id="3" name="S10-text7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계산하고, 덧셈으로 확인해요.</a:t>
            </a:r>
            <a:endParaRPr lang="ko-KR" sz="3000" dirty="0"/>
          </a:p>
        </p:txBody>
      </p:sp>
      <p:sp>
        <p:nvSpPr>
          <p:cNvPr id="4" name="S10-card7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10-cardtext7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 + 빼는 수 = 처음 수</a:t>
            </a:r>
            <a:endParaRPr lang="ko-KR" sz="3000" dirty="0"/>
          </a:p>
        </p:txBody>
      </p:sp>
      <p:sp>
        <p:nvSpPr>
          <p:cNvPr id="6" name="S10-chip80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10-eqtext81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645 − 318 = □</a:t>
            </a:r>
            <a:endParaRPr lang="ko-KR" sz="3400" dirty="0"/>
          </a:p>
        </p:txBody>
      </p:sp>
      <p:sp>
        <p:nvSpPr>
          <p:cNvPr id="8" name="S10-chip82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10-eqtext83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826 − 571 = □</a:t>
            </a:r>
            <a:endParaRPr lang="ko-KR" sz="3400" dirty="0"/>
          </a:p>
        </p:txBody>
      </p:sp>
      <p:sp>
        <p:nvSpPr>
          <p:cNvPr id="10" name="S10-chip84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10-text85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374 − 185 = 199가 맞나요?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1-text8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세로셈으로 풀고, ④는 덧셈으로 확인해요.</a:t>
            </a:r>
            <a:endParaRPr lang="ko-KR" sz="3000" dirty="0"/>
          </a:p>
        </p:txBody>
      </p:sp>
      <p:sp>
        <p:nvSpPr>
          <p:cNvPr id="4" name="S11-chip87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11-eqtext88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581 − 247 = □</a:t>
            </a:r>
            <a:endParaRPr lang="ko-KR" sz="3400" dirty="0"/>
          </a:p>
        </p:txBody>
      </p:sp>
      <p:sp>
        <p:nvSpPr>
          <p:cNvPr id="6" name="S11-chip89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7" name="S11-eqtext90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736 − 482 = □</a:t>
            </a:r>
            <a:endParaRPr lang="ko-KR" sz="3400" dirty="0"/>
          </a:p>
        </p:txBody>
      </p:sp>
      <p:sp>
        <p:nvSpPr>
          <p:cNvPr id="8" name="S11-chip91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9" name="S11-eqtext92"/>
          <p:cNvSpPr txBox="1"/>
          <p:nvPr/>
        </p:nvSpPr>
        <p:spPr>
          <a:xfrm>
            <a:off x="1344168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813 − 568 = □</a:t>
            </a:r>
            <a:endParaRPr lang="ko-KR" sz="3400" dirty="0"/>
          </a:p>
        </p:txBody>
      </p:sp>
      <p:sp>
        <p:nvSpPr>
          <p:cNvPr id="10" name="S11-chip93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1" name="S11-text94"/>
          <p:cNvSpPr txBox="1"/>
          <p:nvPr/>
        </p:nvSpPr>
        <p:spPr>
          <a:xfrm>
            <a:off x="7072884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652 − 375 = 277이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맞나요?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 정답</a:t>
            </a:r>
            <a:endParaRPr lang="ko-KR" sz="4000" dirty="0"/>
          </a:p>
        </p:txBody>
      </p:sp>
      <p:sp>
        <p:nvSpPr>
          <p:cNvPr id="3" name="S12-card9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2-cardtext9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틀린 문제는 덧셈으로 확인하고 다시 풀게 하세요.</a:t>
            </a:r>
            <a:endParaRPr lang="ko-KR" sz="3000" dirty="0"/>
          </a:p>
        </p:txBody>
      </p:sp>
      <p:sp>
        <p:nvSpPr>
          <p:cNvPr id="5" name="S12-chip97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400" dirty="0"/>
          </a:p>
        </p:txBody>
      </p:sp>
      <p:sp>
        <p:nvSpPr>
          <p:cNvPr id="6" name="S12-text98"/>
          <p:cNvSpPr txBox="1"/>
          <p:nvPr/>
        </p:nvSpPr>
        <p:spPr>
          <a:xfrm>
            <a:off x="548640" y="2057400"/>
            <a:ext cx="26814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334</a:t>
            </a:r>
            <a:endParaRPr lang="ko-KR" sz="3000" dirty="0"/>
          </a:p>
        </p:txBody>
      </p:sp>
      <p:sp>
        <p:nvSpPr>
          <p:cNvPr id="7" name="S12-text99"/>
          <p:cNvSpPr txBox="1"/>
          <p:nvPr/>
        </p:nvSpPr>
        <p:spPr>
          <a:xfrm>
            <a:off x="3367278" y="2057400"/>
            <a:ext cx="25443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11 − 7 = 4</a:t>
            </a:r>
            <a:endParaRPr lang="ko-KR" sz="2400" dirty="0"/>
          </a:p>
        </p:txBody>
      </p:sp>
      <p:sp>
        <p:nvSpPr>
          <p:cNvPr id="8" name="S12-text100"/>
          <p:cNvSpPr txBox="1"/>
          <p:nvPr/>
        </p:nvSpPr>
        <p:spPr>
          <a:xfrm>
            <a:off x="548640" y="2857500"/>
            <a:ext cx="26814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254</a:t>
            </a:r>
            <a:endParaRPr lang="ko-KR" sz="3000" dirty="0"/>
          </a:p>
        </p:txBody>
      </p:sp>
      <p:sp>
        <p:nvSpPr>
          <p:cNvPr id="9" name="S12-text101"/>
          <p:cNvSpPr txBox="1"/>
          <p:nvPr/>
        </p:nvSpPr>
        <p:spPr>
          <a:xfrm>
            <a:off x="3367278" y="2857500"/>
            <a:ext cx="25443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13 − 8 = 5</a:t>
            </a:r>
            <a:endParaRPr lang="ko-KR" sz="2400" dirty="0"/>
          </a:p>
        </p:txBody>
      </p:sp>
      <p:sp>
        <p:nvSpPr>
          <p:cNvPr id="10" name="S12-text102"/>
          <p:cNvSpPr txBox="1"/>
          <p:nvPr/>
        </p:nvSpPr>
        <p:spPr>
          <a:xfrm>
            <a:off x="548640" y="3657600"/>
            <a:ext cx="26814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245</a:t>
            </a:r>
            <a:endParaRPr lang="ko-KR" sz="3000" dirty="0"/>
          </a:p>
        </p:txBody>
      </p:sp>
      <p:sp>
        <p:nvSpPr>
          <p:cNvPr id="11" name="S12-text103"/>
          <p:cNvSpPr txBox="1"/>
          <p:nvPr/>
        </p:nvSpPr>
        <p:spPr>
          <a:xfrm>
            <a:off x="3367278" y="3657600"/>
            <a:ext cx="25443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번 받아내림</a:t>
            </a:r>
            <a:endParaRPr lang="ko-KR" sz="2400" dirty="0"/>
          </a:p>
        </p:txBody>
      </p:sp>
      <p:sp>
        <p:nvSpPr>
          <p:cNvPr id="12" name="S12-text104"/>
          <p:cNvSpPr txBox="1"/>
          <p:nvPr/>
        </p:nvSpPr>
        <p:spPr>
          <a:xfrm>
            <a:off x="548640" y="4457700"/>
            <a:ext cx="26814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맞음</a:t>
            </a:r>
            <a:endParaRPr lang="ko-KR" sz="3000" dirty="0"/>
          </a:p>
        </p:txBody>
      </p:sp>
      <p:sp>
        <p:nvSpPr>
          <p:cNvPr id="13" name="S12-text105"/>
          <p:cNvSpPr txBox="1"/>
          <p:nvPr/>
        </p:nvSpPr>
        <p:spPr>
          <a:xfrm>
            <a:off x="3367278" y="4457700"/>
            <a:ext cx="25443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277 + 375 = 652</a:t>
            </a:r>
            <a:endParaRPr lang="ko-KR" sz="2400" dirty="0"/>
          </a:p>
        </p:txBody>
      </p:sp>
      <p:sp>
        <p:nvSpPr>
          <p:cNvPr id="14" name="S12-chip106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400" dirty="0"/>
          </a:p>
        </p:txBody>
      </p:sp>
      <p:sp>
        <p:nvSpPr>
          <p:cNvPr id="15" name="S12-text107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355</a:t>
            </a:r>
            <a:endParaRPr lang="ko-KR" sz="3000" dirty="0"/>
          </a:p>
        </p:txBody>
      </p:sp>
      <p:sp>
        <p:nvSpPr>
          <p:cNvPr id="16" name="S12-text108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큰 수에서 작은 수</a:t>
            </a:r>
            <a:endParaRPr lang="ko-KR" sz="2400" dirty="0"/>
          </a:p>
        </p:txBody>
      </p:sp>
      <p:sp>
        <p:nvSpPr>
          <p:cNvPr id="17" name="S12-text109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354</a:t>
            </a:r>
            <a:endParaRPr lang="ko-KR" sz="3000" dirty="0"/>
          </a:p>
        </p:txBody>
      </p:sp>
      <p:sp>
        <p:nvSpPr>
          <p:cNvPr id="18" name="S12-text110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백을 안 줄임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맞게 계산한 것은?</a:t>
            </a:r>
            <a:endParaRPr lang="ko-KR" sz="4000" dirty="0"/>
          </a:p>
        </p:txBody>
      </p:sp>
      <p:sp>
        <p:nvSpPr>
          <p:cNvPr id="3" name="S13-text11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524 − 286을 계산했어요.</a:t>
            </a:r>
            <a:endParaRPr lang="ko-KR" sz="3000" dirty="0"/>
          </a:p>
        </p:txBody>
      </p:sp>
      <p:sp>
        <p:nvSpPr>
          <p:cNvPr id="4" name="S13-card11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3-cardtext11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덧셈으로 확인해 맞는 답을 고르고, 까닭을 말해요.</a:t>
            </a:r>
            <a:endParaRPr lang="ko-KR" sz="3000" dirty="0"/>
          </a:p>
        </p:txBody>
      </p:sp>
      <p:sp>
        <p:nvSpPr>
          <p:cNvPr id="6" name="S13-chip114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7" name="S13-bigtext115"/>
          <p:cNvSpPr txBox="1"/>
          <p:nvPr/>
        </p:nvSpPr>
        <p:spPr>
          <a:xfrm>
            <a:off x="548640" y="2715768"/>
            <a:ext cx="3453384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238</a:t>
            </a:r>
            <a:endParaRPr lang="ko-KR" sz="4800" dirty="0"/>
          </a:p>
        </p:txBody>
      </p:sp>
      <p:sp>
        <p:nvSpPr>
          <p:cNvPr id="8" name="S13-chip116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9" name="S13-bigtext117"/>
          <p:cNvSpPr txBox="1"/>
          <p:nvPr/>
        </p:nvSpPr>
        <p:spPr>
          <a:xfrm>
            <a:off x="4367784" y="2715768"/>
            <a:ext cx="3453384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362</a:t>
            </a:r>
            <a:endParaRPr lang="ko-KR" sz="4800" dirty="0"/>
          </a:p>
        </p:txBody>
      </p:sp>
      <p:sp>
        <p:nvSpPr>
          <p:cNvPr id="10" name="S13-chip118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000" dirty="0"/>
          </a:p>
        </p:txBody>
      </p:sp>
      <p:sp>
        <p:nvSpPr>
          <p:cNvPr id="11" name="S13-bigtext119"/>
          <p:cNvSpPr txBox="1"/>
          <p:nvPr/>
        </p:nvSpPr>
        <p:spPr>
          <a:xfrm>
            <a:off x="8186928" y="2715768"/>
            <a:ext cx="3453384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348</a:t>
            </a:r>
            <a:endParaRPr lang="ko-KR" sz="4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4-card120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121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뺄 수 없으면 윗자리에서 10을 받아내려요.</a:t>
            </a:r>
            <a:endParaRPr lang="ko-KR" sz="3000" dirty="0"/>
          </a:p>
        </p:txBody>
      </p:sp>
      <p:sp>
        <p:nvSpPr>
          <p:cNvPr id="5" name="S14-chip122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덧셈으로 답 확인하기</a:t>
            </a:r>
            <a:endParaRPr lang="ko-KR" sz="2400" dirty="0"/>
          </a:p>
        </p:txBody>
      </p:sp>
      <p:sp>
        <p:nvSpPr>
          <p:cNvPr id="6" name="S14-chip123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자리마다 큰 수에서 작은 수 빼기</a:t>
            </a:r>
            <a:endParaRPr lang="ko-KR" sz="2400" dirty="0"/>
          </a:p>
        </p:txBody>
      </p:sp>
      <p:sp>
        <p:nvSpPr>
          <p:cNvPr id="7" name="S14-text124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4-eqtext125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562 − 237 = □</a:t>
            </a:r>
            <a:endParaRPr lang="ko-KR" sz="2800" dirty="0"/>
          </a:p>
        </p:txBody>
      </p:sp>
      <p:sp>
        <p:nvSpPr>
          <p:cNvPr id="9" name="S14-eqtext126"/>
          <p:cNvSpPr txBox="1"/>
          <p:nvPr/>
        </p:nvSpPr>
        <p:spPr>
          <a:xfrm>
            <a:off x="4322064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718 − 453 = □</a:t>
            </a:r>
            <a:endParaRPr lang="ko-KR" sz="2800" dirty="0"/>
          </a:p>
        </p:txBody>
      </p:sp>
      <p:sp>
        <p:nvSpPr>
          <p:cNvPr id="10" name="S14-eqtext127"/>
          <p:cNvSpPr txBox="1"/>
          <p:nvPr/>
        </p:nvSpPr>
        <p:spPr>
          <a:xfrm>
            <a:off x="8095488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641 − 275 = □</a:t>
            </a:r>
            <a:endParaRPr lang="ko-KR" sz="2800" dirty="0"/>
          </a:p>
        </p:txBody>
      </p:sp>
      <p:sp>
        <p:nvSpPr>
          <p:cNvPr id="11" name="S14-text128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나눗셈의 뜻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두 자리 수 뺄셈</a:t>
            </a:r>
            <a:endParaRPr lang="ko-KR" sz="4000" dirty="0"/>
          </a:p>
        </p:txBody>
      </p:sp>
      <p:sp>
        <p:nvSpPr>
          <p:cNvPr id="3" name="S15-text12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52 − 27을 세로셈으로 다시 해요.</a:t>
            </a:r>
            <a:endParaRPr lang="ko-KR" sz="3000" dirty="0"/>
          </a:p>
        </p:txBody>
      </p:sp>
      <p:sp>
        <p:nvSpPr>
          <p:cNvPr id="4" name="S15-card13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5-cardtext13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십 1개를 일 10개로 바꿔요.</a:t>
            </a:r>
            <a:endParaRPr lang="ko-KR" sz="3000" dirty="0"/>
          </a:p>
        </p:txBody>
      </p:sp>
      <p:graphicFrame>
        <p:nvGraphicFramePr>
          <p:cNvPr id="16" name="S15-table1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63728" y="2042160"/>
          <a:ext cx="32918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097280"/>
                <a:gridCol w="1097280"/>
              </a:tblGrid>
              <a:tr h="60960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−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15-stepno133"/>
          <p:cNvSpPr txBox="1"/>
          <p:nvPr/>
        </p:nvSpPr>
        <p:spPr>
          <a:xfrm>
            <a:off x="548640" y="238810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8" name="S15-text134"/>
          <p:cNvSpPr txBox="1"/>
          <p:nvPr/>
        </p:nvSpPr>
        <p:spPr>
          <a:xfrm>
            <a:off x="1325880" y="2388108"/>
            <a:ext cx="6087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일: 2에서 7을 뺄 수 없어요.</a:t>
            </a:r>
            <a:endParaRPr lang="ko-KR" sz="3000" dirty="0"/>
          </a:p>
        </p:txBody>
      </p:sp>
      <p:sp>
        <p:nvSpPr>
          <p:cNvPr id="9" name="S15-stepno135"/>
          <p:cNvSpPr txBox="1"/>
          <p:nvPr/>
        </p:nvSpPr>
        <p:spPr>
          <a:xfrm>
            <a:off x="548640" y="314706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0" name="S15-text136"/>
          <p:cNvSpPr txBox="1"/>
          <p:nvPr/>
        </p:nvSpPr>
        <p:spPr>
          <a:xfrm>
            <a:off x="1325880" y="3101340"/>
            <a:ext cx="6087344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5를 4로 고치고,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 위에 10을 써요.</a:t>
            </a:r>
            <a:endParaRPr lang="ko-KR" sz="3000" dirty="0"/>
          </a:p>
        </p:txBody>
      </p:sp>
      <p:sp>
        <p:nvSpPr>
          <p:cNvPr id="11" name="S15-stepno137"/>
          <p:cNvSpPr txBox="1"/>
          <p:nvPr/>
        </p:nvSpPr>
        <p:spPr>
          <a:xfrm>
            <a:off x="548640" y="419557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2" name="S15-text138"/>
          <p:cNvSpPr txBox="1"/>
          <p:nvPr/>
        </p:nvSpPr>
        <p:spPr>
          <a:xfrm>
            <a:off x="1325880" y="4195572"/>
            <a:ext cx="6087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12 − 7 = 5, 4 − 2 = 2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초3 수학 세 자리 수의 뺄셈</dc:title>
  <dc:subject>KR22-G03-MAT-SUB3D-L01</dc:subject>
  <dc:creator>education-ppt</dc:creator>
  <cp:lastModifiedBy>education-ppt</cp:lastModifiedBy>
  <cp:revision>1</cp:revision>
  <dcterms:created xsi:type="dcterms:W3CDTF">2026-10-26T07:22:30Z</dcterms:created>
  <dcterms:modified xsi:type="dcterms:W3CDTF">2026-10-26T07:22:30Z</dcterms:modified>
</cp:coreProperties>
</file>