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e6f5ced-15eb-c12b-fc08-5c2560a7cfbc}">
          <p14:sldIdLst>
            <p14:sldId id="256"/>
            <p14:sldId id="257"/>
          </p14:sldIdLst>
        </p14:section>
        <p14:section name="개념" id="{4d0884dd-a4bd-ecaf-30ef-b29a16e9d494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24a02a27-f29a-db0d-4fbb-21f081bd00a0}">
          <p14:sldIdLst>
            <p14:sldId id="262"/>
            <p14:sldId id="264"/>
            <p14:sldId id="265"/>
          </p14:sldIdLst>
        </p14:section>
        <p14:section name="개념" id="{d296d2af-d1aa-828f-6162-c4354c3d7fb9}">
          <p14:sldIdLst/>
        </p14:section>
        <p14:section name="연습" id="{7d94de13-26fc-90d0-26ce-5d2b4e19cf4a}">
          <p14:sldIdLst/>
        </p14:section>
        <p14:section name="확인" id="{282ea4e2-6264-7be7-46e4-c47fca6bd55e}">
          <p14:sldIdLst>
            <p14:sldId id="266"/>
            <p14:sldId id="267"/>
            <p14:sldId id="268"/>
          </p14:sldIdLst>
        </p14:section>
        <p14:section name="정리" id="{51880390-42db-8234-69cd-c1071feff6db}">
          <p14:sldIdLst>
            <p14:sldId id="269"/>
          </p14:sldIdLst>
        </p14:section>
        <p14:section name="보충" id="{dfdf50f0-0375-d255-8752-6e6ca99bcfe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일의 자리와 십의 자리에서 모두 뺄 수 없을 때 어떻게 하는지 궁금하게 합니다.
시간: 약 2분
이렇게 말해 보세요
- “지난 시간에는 세 자리 수끼리 더했지? 오늘은 세 자리 수끼리 빼 볼 거야.”
- “오른쪽 423 − 156에서 일의 자리 3에서 6을 뺄 수 있을까? 십의 자리 2에서 5는?”
예상 답
- “못 빼요.” “십에서 받아내려요.” 또는 “6에서 3을 빼요.”
막히면
- 답을 확인하지 않고 넘어갑니다. S06에서 같은 문제를 함께 풉니다.
주의
- “6에서 3을 빼요”라고 해도 지금은 고치지 않습니다. S09에서 이 생각을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확인(두 자리 수 뺄셈, 백과 십의 관계, 덧셈)]
목적: 받아내림이 있는 두 자리 수 뺄셈, 백 모형과 십 모형의 관계, 지난 시간의 덧셈이 되는지 확인합니다.
시간: 약 3분
이렇게 말해 보세요
- “①은 52 − 27이야. 십의 자리 숫자를 어떻게 고쳤는지도 말해 줘.”
- “②는 백 모형 1개를 십 모형 몇 개로 바꿀 수 있을까? ③은 25 + 27이야. ①의 답과 무슨 관계가 있을까?”
정답
- ① 25
- ② 10개
- ③ 52(①의 답 25에 빼는 수 27을 더하면 처음 수 52가 됩니다)
막히면
- ①은 바둑돌이나 수 모형으로 52를 놓고 십 모형 1개를 일 모형 10개로 바꾼 뒤 27을 덜어 냅니다.
- 두 문제 이상 틀리면 S15(보충)를 먼저 합니다. 보충으로도 어려우면 초2 4차시 ‘받아내림이 있는 두 자리 수 뺄셈’(KR22-G02-MAT-SUB2D-L01)를 먼저 하고, 덧셈이 흔들리면 초3 1차시 ‘세 자리 수의 덧셈’(KR22-G03-MAT-ADD3D-L01)을 다시 합니다.
주의
- ③과 ①의 관계는 S08에서 다시 씁니다. 지금 말하지 못해도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받아내림을 수 모형의 개수로]
목적: 세 자리 수 뺄셈에서도 일 모형이 모자라면 십 모형 1개를 일 모형 10개로 바꾸어 뺀다는 것(받아내림)을 수 모형의 개수로 봅니다.
시간: 약 3분
이렇게 말해 보세요
- “352는 백 모형 3개, 십 모형 5개, 일 모형 2개야. 일 모형 2개에서 7개를 덜어 낼 수 있어?”
- “십 모형 1개를 일 모형 10개로 바꾸면 십 모형 4개, 일 모형 12개. 여전히 352야. 이제 127만큼 덜어 내면 무엇이 남아?”
예상 답
- “못 덜어요.” “백 2개, 십 2개, 일 5개. 225예요.”
막히면
- 종이 수 모형으로 352를 놓고 십 막대 하나를 일 모형 10개와 바꾼 뒤, 백·십·일 모형을 127만큼 덜어 냅니다.
주의
- 바꾸어도 수(352)는 그대로라는 것을 꼭 말해 줍니다. 2학년에서 배운 받아내림과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세로셈 시범(십에서 일로 받아내림)]
목적: S03에서 수 모형으로 한 일을 세로셈으로 쓰는 방법을 시범으로 보여 줍니다.
시간: 약 3분
이렇게 말해 보세요
- “일의 자리부터 봐. 2에서 7을 뺄 수 없지? 십의 자리 5에 빗금을 긋고 위에 4를 써. 일의 자리 위에는 10을 써.”
- “일의 자리는 10과 2를 합친 12에서 7을 빼서 5. 십의 자리는 고친 4에서 2를 빼서 2. 백의 자리는 3 − 1 = 2. 225야.”
예상 답
- “225예요.”
막히면
- S03의 표와 나란히 놓고 ‘위의 4 = 줄어든 십 모형’, ‘위의 10 = 바꾼 일 모형 10개’라고 짚어 줍니다.
주의
- 표 맨 윗줄의 4와 10이 받아내림 표시입니다. 공책에는 5에 빗금을 긋고 그 위에 작게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시범(백에서 십으로 받아내림)]
목적: 십의 자리끼리 뺄 수 없을 때 백 모형 1개를 십 모형 10개로 바꾸어 뺀다는 것을 압니다.
시간: 약 3분
이렇게 말해 보세요
- “일의 자리는 8 − 3 = 5야. 십의 자리 2에서 6을 뺄 수 있어?”
- “백 모형 1개를 십 모형 10개로 바꾸자. 백의 자리 5를 4로 고치고 십의 자리 위에 10을 써. 십은 12 − 6 = 6, 백은 4 − 2 = 2. 265야.”
예상 답
- “못 빼요.” “265예요.”
막히면
- 백 모형 판 하나를 십 막대 10개와 바꾸어 놓고, 십 모형 12개에서 6개를 덜어 냅니다.
주의
- 십의 자리 위의 10은 십 모형 10개, 곧 100을 나타냅니다. “백 1개를 십 10개로 바꿨어.”라고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세로셈 시범(받아내림이 두 번)]
목적: 일의 자리와 십의 자리에서 모두 받아내림이 있는 뺄셈을 세로셈으로 계산합니다.
시간: 약 3분
이렇게 말해 보세요
- “표지에서 본 423 − 156이야. 일의 자리 3에서 6을 뺄 수 없으니 십에서 받아내려. 2를 1로 고치고 일 위에 10. 13 − 6 = 7.”
- “이제 십의 자리는 1이 남았어. 1에서 5를 뺄 수 있어? 백에서 받아내려 4를 3으로 고치고 십 위에 10. 남은 1과 10을 합쳐 11 − 5 = 6. 백은 3 − 1 = 2. 267이야.”
예상 답
- “267이에요.”
막히면
- 한 자리씩 손가락으로 가리고 ‘이 자리만’ 보게 합니다. 받아내림을 할 때마다 빗금과 작은 숫자를 함께 씁니다.
주의
- 표의 맨 위 두 줄이 받아내림 표시입니다. 아래 줄(1과 10)은 일의 자리를 위해 십에서, 위 줄(3과 10)은 십의 자리를 위해 백에서 받아내린 것입니다. 십의 자리는 남은 1과 받은 10을 합쳐 11로 봅니다(M3).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연습(받아내림 한 번, 두 번)]
목적: 도움을 받으며 받아내림이 있는 세 자리 수 뺄셈을 세로셈으로 계산합니다.
시간: 약 4분
이렇게 말해 보세요
- “①은 일의 자리, ②는 십의 자리에서 받아내림이 있어. 어느 자리 숫자를 고쳤는지 말하면서 풀어 볼래?”
- “③은 오른쪽 세로셈 칸에 써 보자. 받아내림을 몇 번 했어?”
정답
- ① 335(13 − 8 = 5, 5 − 2 = 3, 4 − 1 = 3)
- ② 363(7 − 4 = 3, 11 − 5 = 6, 5 − 2 = 3)
- ③ 274(12 − 8 = 4, 12 − 5 = 7, 6 − 4 = 2). 위 줄 □는 6과 10, 아래 줄 □는 2와 10
막히면
- S04~S06 가운데 같은 모양의 장을 다시 보며 따라 하게 합니다.
- 수 모형으로 같은 뺄셈을 해 보고, 바꾼 모형을 작은 숫자로 쓰게 합니다.
주의
- 답만 맞히기보다 “이 숫자를 왜 1 작게 고쳤어?”라고 물어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뺄셈의 답을 덧셈으로 확인하기]
목적: 뺄셈의 답에 빼는 수를 더하면 처음 수가 된다는 것을 알고, 이를 써서 답을 확인합니다.
시간: 약 3분
이렇게 말해 보세요
- “423에서 156을 빼면 267이 남았지? 남은 267에 뺀 156을 다시 더하면 얼마가 될까?”
- “세로셈으로 267 + 156을 해 보자. 처음 수 423이 나오면 뺄셈을 바르게 한 거야.”
예상 답
- “423이 돼요.” “맞게 뺐어요.”
막히면
- 종이에 423을 267과 156으로 가르는 가르기 그림을 그려 줍니다. 처음 수가 전체, 답과 빼는 수가 부분입니다. 2학년 ‘덧셈과 뺄셈의 관계’와 같은 생각입니다.
주의
- 답에 처음 수를 더하는 실수(267 + 423)가 있습니다(M4). “남은 것과 뺀 것을 합치면 처음 것”이라고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비교(자리마다 큰 수에서 작은 수 빼기)]
목적: 자리마다 큰 수에서 작은 수를 빼는 실수를 찾고, 덧셈으로 확인해 까닭을 설명합니다(M1).
시간: 약 3분
이렇게 말해 보세요
- “토끼와 곰의 답이 달라. 누가 맞았을까? 덧셈으로 확인해 볼까?”
- “531에서 264를 빼야 해. 일의 자리 1에서 4를 뺄 수 있었어? 토끼는 어떻게 했지?”
예상 답
- “곰이요. 1에서 4는 못 빼니까 받아내려야 해요.”
정답
- 곰이 맞습니다. 531 − 264 = 267입니다. 267 + 264 = 531로 처음 수가 나옵니다.
- 토끼는 자리마다 위아래와 상관없이 큰 수에서 작은 수를 뺐습니다. 333 + 264 = 597이라 531이 나오지 않습니다.
막히면
- 덧셈 확인은 세로셈으로 공책에 함께 합니다. 수 모형으로 531을 놓고 264를 덜어 내 보아도 좋습니다.
주의
- 뺄셈은 언제나 위의 수(처음 수)에서 아래 수(빼는 수)를 뺀다고 약속합니다.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연습(계산하고 덧셈으로 확인)]
목적: 도움을 받으며 뺄셈을 하고, 답에 빼는 수를 더해 확인합니다. 틀린 답을 덧셈으로 찾아냅니다.
시간: 약 3분
이렇게 말해 보세요
- “①과 ②는 세로셈으로 계산하고, 답에 빼는 수를 더해 처음 수가 나오는지 봐.”
- “③은 누가 계산한 답이야. 199에 185를 더하면 374가 나올까?”
정답
- ① 327(327 + 318 = 645)
- ② 255(255 + 571 = 826)
- ③ 틀렸습니다. 199 + 185 = 384라 374가 아닙니다. 바른 답은 189입니다.
막히면
- 덧셈 확인이 어려우면 종이에 가르기 그림을 그려 처음 수(전체)와 답·빼는 수(부분)를 넣어 보게 합니다.
주의
- ③의 199는 십의 자리에서 받아내림을 하고도 6이 아니라 7에서 뺀 답입니다(M2).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받아내림이 있는 세 자리 수 뺄셈을 계산하고, 덧셈으로 확인하는지 봅니다.
시간: 약 5분
이렇게 말해 보세요
- “이번에는 혼자 공책에 세로셈으로 풀어 볼래? 다 풀면 하나를 골라 덧셈으로 확인해 줘.”
- “④는 계산이 맞는지 덧셈으로만 확인해 봐.”
정답
- ① 334
- ② 254
- ③ 245
- ④ 맞습니다(277 + 375 = 652)
막히면
- 바로 알려 주지 말고 “이 자리끼리 뺄 수 있어?”라고만 묻습니다.
- 도움을 받아 해결했다면 기록표에 ‘도움’으로 표시합니다.
주의
- ③은 일의 자리를 위해 받아내린 뒤 십의 자리가 0이 됩니다. 0과 받은 10을 합쳐 10 − 6 = 4입니다. ①~③을 모두 맞히고 덧셈 확인을 할 수 있으면 목표를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덧셈으로 확인해서 어디서 달라졌는지 같이 찾아보자.”
정답
- ① 334 ② 254 ③ 245 ④ 맞음
막히면
- 거꾸로 뺐으면 S09로, 고친 숫자로 빼지 않았으면 S04로, 받아내림이 두 번인 문제가 틀렸으면 S06으로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확인(덧셈으로 맞는 뺄셈 찾기)]
목적: 처음 보는 문제에서 덧셈으로 확인해 맞는 뺄셈을 고르고, 틀린 답의 까닭을 설명하는지 확인합니다.
시간: 약 2분
이렇게 말해 보세요
- “세 사람이 524 − 286을 계산했어. 덧셈으로 확인해서 맞는 것을 골라 볼래? 틀린 것은 왜 틀렸을까?”
정답
- 가(238). 238 + 286 = 524입니다.
- 나(362)는 자리마다 큰 수에서 작은 수를 뺀 답이고(362 + 286 = 648), 다(348)는 받아내림을 하고도 십의 자리와 백의 자리 숫자를 1 작게 고치지 않은 답입니다(348 + 286 = 634).
막히면
- 세 답에 각각 286을 더해 보게 합니다. 524가 나오는 것이 맞는 답입니다.
주의
- 덧셈으로 확인한 뒤 “왜 틀렸을까?”까지 말하면 목표 A와 B를 함께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뺄 수 없으면 어떻게 해? 답이 맞는지 어떻게 확인해?”
예상 답
- “윗자리에서 10을 받아내려요.” “답에 빼는 수를 더해서 처음 수가 나오는지 봐요.”
정답
- ① 325 ② 265 ③ 366
막히면
- S03과 S06을 나란히 보여 주며 수 모형과 세로셈을 연결해 말합니다.
주의
- 다음 차시(나눗셈의 뜻)부터는 곱셈과 나눗셈을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보충(받아내림이 있는 두 자리 수 뺄셈)]
목적: S02에서 두 자리 수 뺄셈이 흔들리면, 받아내림이 한 번 있는 두 자리 수 뺄셈을 세로셈으로 다시 익힙니다.
시간: 약 5분
이렇게 말해 보세요
- “52 − 27을 해 보자. 일의 자리 2에서 7을 뺄 수 있어? 십 모형 1개를 일 모형 10개로 바꾸자.”
- “5를 4로 고치고 일 위에 10. 12 − 7 = 5, 4 − 2 = 2. 그래서 25야.”
정답
- 52 − 27 = 25
막히면
- 종이 수 모형으로 52를 놓고 십 막대 하나를 일 모형 10개와 바꾼 뒤 27을 덜어 냅니다. 43 − 18, 61 − 34로도 해 봅니다(25, 27).
주의
- 보충으로도 어려우면 초2 4차시 ‘받아내림이 있는 두 자리 수 뺄셈’(KR22-G02-MAT-SUB2D-L01)를 먼저 합니다. 덧셈 확인이 어려우면 초3 1차시 ‘세 자리 수의 덧셈’(KR22-G03-MAT-ADD3D-L01)을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자리에서 뺄 수 없으면?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0007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받아내림이 있는 뺄셈을 세로셈으로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답이 맞는지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+ 27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 = 225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 바꾸어 빼요.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62556" y="2355850"/>
          <a:ext cx="7863840" cy="914400"/>
        </p:xfrm>
        <a:graphic>
          <a:graphicData uri="http://schemas.openxmlformats.org/drawingml/2006/table">
            <a:tbl>
              <a:tblPr/>
              <a:tblGrid>
                <a:gridCol w="2437790"/>
                <a:gridCol w="1808683"/>
                <a:gridCol w="1808683"/>
                <a:gridCol w="1808683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127을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자리로 받아내림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숫자로 빼요.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026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02692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24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27858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2740152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24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3648456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12 − 7 = 5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4 − 2 = 2</a:t>
            </a:r>
            <a:endParaRPr lang="ko-KR" sz="2400" dirty="0"/>
          </a:p>
        </p:txBody>
      </p:sp>
      <p:sp>
        <p:nvSpPr>
          <p:cNvPr id="13" name="S04-stepno24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25"/>
          <p:cNvSpPr txBox="1"/>
          <p:nvPr/>
        </p:nvSpPr>
        <p:spPr>
          <a:xfrm>
            <a:off x="1325880" y="455676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자리로 받아내림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528 − 263을 세로셈으로 해요.</a:t>
            </a:r>
            <a:endParaRPr lang="ko-KR" sz="30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10개예요.</a:t>
            </a:r>
            <a:endParaRPr lang="ko-KR" sz="3000" dirty="0"/>
          </a:p>
        </p:txBody>
      </p:sp>
      <p:graphicFrame>
        <p:nvGraphicFramePr>
          <p:cNvPr id="6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30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1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8 − 3 = 5</a:t>
            </a:r>
            <a:endParaRPr lang="ko-KR" sz="3000" dirty="0"/>
          </a:p>
        </p:txBody>
      </p:sp>
      <p:sp>
        <p:nvSpPr>
          <p:cNvPr id="9" name="S05-stepno32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3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6을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1개를 십 10개로 바꿔요.</a:t>
            </a:r>
            <a:endParaRPr lang="ko-KR" sz="3000" dirty="0"/>
          </a:p>
        </p:txBody>
      </p:sp>
      <p:sp>
        <p:nvSpPr>
          <p:cNvPr id="11" name="S05-stepno34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5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12 − 6 = 6</a:t>
            </a:r>
            <a:endParaRPr lang="ko-KR" sz="3000" dirty="0"/>
          </a:p>
        </p:txBody>
      </p:sp>
      <p:sp>
        <p:nvSpPr>
          <p:cNvPr id="13" name="S05-stepno36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7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두 번</a:t>
            </a:r>
            <a:endParaRPr lang="ko-KR" sz="40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423 − 156을 세로셈으로 해요.</a:t>
            </a:r>
            <a:endParaRPr lang="ko-KR" sz="3000" dirty="0"/>
          </a:p>
        </p:txBody>
      </p:sp>
      <p:sp>
        <p:nvSpPr>
          <p:cNvPr id="4" name="S06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바로 윗자리에서 받아내려요.</a:t>
            </a:r>
            <a:endParaRPr lang="ko-KR" sz="3000" dirty="0"/>
          </a:p>
        </p:txBody>
      </p:sp>
      <p:graphicFrame>
        <p:nvGraphicFramePr>
          <p:cNvPr id="7" name="S06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42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3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받아내려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</a:t>
            </a:r>
            <a:endParaRPr lang="ko-KR" sz="3000" dirty="0"/>
          </a:p>
        </p:txBody>
      </p:sp>
      <p:sp>
        <p:nvSpPr>
          <p:cNvPr id="9" name="S06-stepno44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5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1에서 5를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받아내려 11 − 5 = 6</a:t>
            </a:r>
            <a:endParaRPr lang="ko-KR" sz="3000" dirty="0"/>
          </a:p>
        </p:txBody>
      </p:sp>
      <p:sp>
        <p:nvSpPr>
          <p:cNvPr id="11" name="S06-stepno46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7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 숫자를 1 작게 고쳐요.</a:t>
            </a:r>
            <a:endParaRPr lang="ko-KR" sz="3000" dirty="0"/>
          </a:p>
        </p:txBody>
      </p:sp>
      <p:sp>
        <p:nvSpPr>
          <p:cNvPr id="5" name="S07-card50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1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8" name="S07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7-chip5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5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463 − 128 = □</a:t>
            </a:r>
            <a:endParaRPr lang="ko-KR" sz="3400" dirty="0"/>
          </a:p>
        </p:txBody>
      </p:sp>
      <p:sp>
        <p:nvSpPr>
          <p:cNvPr id="10" name="S07-chip5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5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617 − 254 = □</a:t>
            </a:r>
            <a:endParaRPr lang="ko-KR" sz="3400" dirty="0"/>
          </a:p>
        </p:txBody>
      </p:sp>
      <p:sp>
        <p:nvSpPr>
          <p:cNvPr id="12" name="S07-chip5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5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732 − 458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 = 267이 맞을까요?</a:t>
            </a:r>
            <a:endParaRPr lang="ko-KR" sz="30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9" name="S08-table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6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267에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 보아요.</a:t>
            </a:r>
            <a:endParaRPr lang="ko-KR" sz="30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267 + 156 = 423</a:t>
            </a:r>
            <a:endParaRPr lang="ko-KR" sz="30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423이 나오면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거예요.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531 − 264를 계산했어요.</a:t>
            </a:r>
            <a:endParaRPr lang="ko-KR" sz="3000" dirty="0"/>
          </a:p>
        </p:txBody>
      </p:sp>
      <p:sp>
        <p:nvSpPr>
          <p:cNvPr id="5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9-chip7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333</a:t>
            </a:r>
            <a:endParaRPr lang="ko-KR" sz="2400" dirty="0"/>
          </a:p>
        </p:txBody>
      </p:sp>
      <p:sp>
        <p:nvSpPr>
          <p:cNvPr id="8" name="S09-text7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4 − 1, 6 − 3, 5 − 2처럼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수에서 작은 수를 뺐어요.</a:t>
            </a:r>
            <a:endParaRPr lang="ko-KR" sz="3000" dirty="0"/>
          </a:p>
        </p:txBody>
      </p:sp>
      <p:sp>
        <p:nvSpPr>
          <p:cNvPr id="9" name="S09-chip7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267</a:t>
            </a:r>
            <a:endParaRPr lang="ko-KR" sz="2400" dirty="0"/>
          </a:p>
        </p:txBody>
      </p:sp>
      <p:sp>
        <p:nvSpPr>
          <p:cNvPr id="10" name="S09-text7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두 번 해서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11 − 4, 12 − 6, 4 − 2를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10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10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10-chip8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8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645 − 318 = □</a:t>
            </a:r>
            <a:endParaRPr lang="ko-KR" sz="3400" dirty="0"/>
          </a:p>
        </p:txBody>
      </p:sp>
      <p:sp>
        <p:nvSpPr>
          <p:cNvPr id="8" name="S10-chip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8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826 − 571 = □</a:t>
            </a:r>
            <a:endParaRPr lang="ko-KR" sz="3400" dirty="0"/>
          </a:p>
        </p:txBody>
      </p:sp>
      <p:sp>
        <p:nvSpPr>
          <p:cNvPr id="10" name="S10-chip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374 − 185 = 199가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1-chip8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8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581 − 247 = □</a:t>
            </a:r>
            <a:endParaRPr lang="ko-KR" sz="3400" dirty="0"/>
          </a:p>
        </p:txBody>
      </p:sp>
      <p:sp>
        <p:nvSpPr>
          <p:cNvPr id="6" name="S11-chip8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9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736 − 482 = □</a:t>
            </a:r>
            <a:endParaRPr lang="ko-KR" sz="3400" dirty="0"/>
          </a:p>
        </p:txBody>
      </p:sp>
      <p:sp>
        <p:nvSpPr>
          <p:cNvPr id="8" name="S11-chip9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9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813 − 568 = □</a:t>
            </a:r>
            <a:endParaRPr lang="ko-KR" sz="3400" dirty="0"/>
          </a:p>
        </p:txBody>
      </p:sp>
      <p:sp>
        <p:nvSpPr>
          <p:cNvPr id="10" name="S11-chip9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9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652 − 375 = 277이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덧셈으로 확인하고 다시 풀게 하세요.</a:t>
            </a:r>
            <a:endParaRPr lang="ko-KR" sz="3000" dirty="0"/>
          </a:p>
        </p:txBody>
      </p:sp>
      <p:sp>
        <p:nvSpPr>
          <p:cNvPr id="5" name="S12-chip9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98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334</a:t>
            </a:r>
            <a:endParaRPr lang="ko-KR" sz="3000" dirty="0"/>
          </a:p>
        </p:txBody>
      </p:sp>
      <p:sp>
        <p:nvSpPr>
          <p:cNvPr id="7" name="S12-text99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11 − 7 = 4</a:t>
            </a:r>
            <a:endParaRPr lang="ko-KR" sz="2400" dirty="0"/>
          </a:p>
        </p:txBody>
      </p:sp>
      <p:sp>
        <p:nvSpPr>
          <p:cNvPr id="8" name="S12-text100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254</a:t>
            </a:r>
            <a:endParaRPr lang="ko-KR" sz="3000" dirty="0"/>
          </a:p>
        </p:txBody>
      </p:sp>
      <p:sp>
        <p:nvSpPr>
          <p:cNvPr id="9" name="S12-text101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13 − 8 = 5</a:t>
            </a:r>
            <a:endParaRPr lang="ko-KR" sz="2400" dirty="0"/>
          </a:p>
        </p:txBody>
      </p:sp>
      <p:sp>
        <p:nvSpPr>
          <p:cNvPr id="10" name="S12-text102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245</a:t>
            </a:r>
            <a:endParaRPr lang="ko-KR" sz="3000" dirty="0"/>
          </a:p>
        </p:txBody>
      </p:sp>
      <p:sp>
        <p:nvSpPr>
          <p:cNvPr id="11" name="S12-text103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받아내림</a:t>
            </a:r>
            <a:endParaRPr lang="ko-KR" sz="2400" dirty="0"/>
          </a:p>
        </p:txBody>
      </p:sp>
      <p:sp>
        <p:nvSpPr>
          <p:cNvPr id="12" name="S12-text104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맞음</a:t>
            </a:r>
            <a:endParaRPr lang="ko-KR" sz="3000" dirty="0"/>
          </a:p>
        </p:txBody>
      </p:sp>
      <p:sp>
        <p:nvSpPr>
          <p:cNvPr id="13" name="S12-text105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277 + 375 = 652</a:t>
            </a:r>
            <a:endParaRPr lang="ko-KR" sz="2400" dirty="0"/>
          </a:p>
        </p:txBody>
      </p:sp>
      <p:sp>
        <p:nvSpPr>
          <p:cNvPr id="14" name="S12-chip10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10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355</a:t>
            </a:r>
            <a:endParaRPr lang="ko-KR" sz="3000" dirty="0"/>
          </a:p>
        </p:txBody>
      </p:sp>
      <p:sp>
        <p:nvSpPr>
          <p:cNvPr id="16" name="S12-text10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수에서 작은 수</a:t>
            </a:r>
            <a:endParaRPr lang="ko-KR" sz="2400" dirty="0"/>
          </a:p>
        </p:txBody>
      </p:sp>
      <p:sp>
        <p:nvSpPr>
          <p:cNvPr id="17" name="S12-text10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354</a:t>
            </a:r>
            <a:endParaRPr lang="ko-KR" sz="3000" dirty="0"/>
          </a:p>
        </p:txBody>
      </p:sp>
      <p:sp>
        <p:nvSpPr>
          <p:cNvPr id="18" name="S12-text11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안 줄임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3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524 − 286을 계산했어요.</a:t>
            </a:r>
            <a:endParaRPr lang="ko-KR" sz="3000" dirty="0"/>
          </a:p>
        </p:txBody>
      </p:sp>
      <p:sp>
        <p:nvSpPr>
          <p:cNvPr id="4" name="S13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3-chip11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115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238</a:t>
            </a:r>
            <a:endParaRPr lang="ko-KR" sz="4800" dirty="0"/>
          </a:p>
        </p:txBody>
      </p:sp>
      <p:sp>
        <p:nvSpPr>
          <p:cNvPr id="8" name="S13-chip11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117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362</a:t>
            </a:r>
            <a:endParaRPr lang="ko-KR" sz="4800" dirty="0"/>
          </a:p>
        </p:txBody>
      </p:sp>
      <p:sp>
        <p:nvSpPr>
          <p:cNvPr id="10" name="S13-chip1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119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348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10을 받아내려요.</a:t>
            </a:r>
            <a:endParaRPr lang="ko-KR" sz="3000" dirty="0"/>
          </a:p>
        </p:txBody>
      </p:sp>
      <p:sp>
        <p:nvSpPr>
          <p:cNvPr id="5" name="S14-chip12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덧셈으로 답 확인하기</a:t>
            </a:r>
            <a:endParaRPr lang="ko-KR" sz="2400" dirty="0"/>
          </a:p>
        </p:txBody>
      </p:sp>
      <p:sp>
        <p:nvSpPr>
          <p:cNvPr id="6" name="S14-chip12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자리마다 큰 수에서 작은 수 빼기</a:t>
            </a:r>
            <a:endParaRPr lang="ko-KR" sz="2400" dirty="0"/>
          </a:p>
        </p:txBody>
      </p:sp>
      <p:sp>
        <p:nvSpPr>
          <p:cNvPr id="7" name="S14-text12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12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562 − 237 = □</a:t>
            </a:r>
            <a:endParaRPr lang="ko-KR" sz="2800" dirty="0"/>
          </a:p>
        </p:txBody>
      </p:sp>
      <p:sp>
        <p:nvSpPr>
          <p:cNvPr id="9" name="S14-eqtext12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718 − 453 = □</a:t>
            </a:r>
            <a:endParaRPr lang="ko-KR" sz="2800" dirty="0"/>
          </a:p>
        </p:txBody>
      </p:sp>
      <p:sp>
        <p:nvSpPr>
          <p:cNvPr id="10" name="S14-eqtext12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641 − 275 = □</a:t>
            </a:r>
            <a:endParaRPr lang="ko-KR" sz="2800" dirty="0"/>
          </a:p>
        </p:txBody>
      </p:sp>
      <p:sp>
        <p:nvSpPr>
          <p:cNvPr id="11" name="S14-text12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나눗셈의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뺄셈</a:t>
            </a:r>
            <a:endParaRPr lang="ko-KR" sz="4000" dirty="0"/>
          </a:p>
        </p:txBody>
      </p:sp>
      <p:sp>
        <p:nvSpPr>
          <p:cNvPr id="3" name="S15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세로셈으로 다시 해요.</a:t>
            </a:r>
            <a:endParaRPr lang="ko-KR" sz="3000" dirty="0"/>
          </a:p>
        </p:txBody>
      </p:sp>
      <p:sp>
        <p:nvSpPr>
          <p:cNvPr id="4" name="S15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바꿔요.</a:t>
            </a:r>
            <a:endParaRPr lang="ko-KR" sz="3000" dirty="0"/>
          </a:p>
        </p:txBody>
      </p:sp>
      <p:graphicFrame>
        <p:nvGraphicFramePr>
          <p:cNvPr id="16" name="S15-table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89785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5-stepno13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5-text134"/>
          <p:cNvSpPr txBox="1"/>
          <p:nvPr/>
        </p:nvSpPr>
        <p:spPr>
          <a:xfrm>
            <a:off x="1325880" y="238810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3000" dirty="0"/>
          </a:p>
        </p:txBody>
      </p:sp>
      <p:sp>
        <p:nvSpPr>
          <p:cNvPr id="9" name="S15-stepno13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5-text136"/>
          <p:cNvSpPr txBox="1"/>
          <p:nvPr/>
        </p:nvSpPr>
        <p:spPr>
          <a:xfrm>
            <a:off x="1325880" y="3101340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3000" dirty="0"/>
          </a:p>
        </p:txBody>
      </p:sp>
      <p:sp>
        <p:nvSpPr>
          <p:cNvPr id="11" name="S15-stepno13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5-text138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5,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세 자리 수의 뺄셈</dc:title>
  <dc:subject>KR22-G03-MAT-SUB3D-L01</dc:subject>
  <dc:creator>education-ppt</dc:creator>
  <cp:lastModifiedBy>education-ppt</cp:lastModifiedBy>
  <cp:revision>1</cp:revision>
  <dcterms:created xsi:type="dcterms:W3CDTF">2026-10-26T07:47:58Z</dcterms:created>
  <dcterms:modified xsi:type="dcterms:W3CDTF">2026-10-26T07:47:58Z</dcterms:modified>
</cp:coreProperties>
</file>