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86704c2-f9ee-6a60-5704-efaf95154cfc}">
          <p14:sldIdLst>
            <p14:sldId id="256"/>
            <p14:sldId id="257"/>
          </p14:sldIdLst>
        </p14:section>
        <p14:section name="개념" id="{dea89253-6f69-0858-784a-206a19fc3cd2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18343f9c-7b37-9de5-be47-f84aee7d8882}">
          <p14:sldIdLst>
            <p14:sldId id="260"/>
            <p14:sldId id="264"/>
            <p14:sldId id="265"/>
          </p14:sldIdLst>
        </p14:section>
        <p14:section name="개념" id="{209ffe49-657f-c91a-e515-31a12f8286f0}">
          <p14:sldIdLst/>
        </p14:section>
        <p14:section name="연습" id="{66bcf5c3-372b-1dde-9922-d0aa8ad846d6}">
          <p14:sldIdLst/>
        </p14:section>
        <p14:section name="확인" id="{37e7df45-e42a-9a4d-f00a-94d76c2e6665}">
          <p14:sldIdLst>
            <p14:sldId id="266"/>
            <p14:sldId id="267"/>
          </p14:sldIdLst>
        </p14:section>
        <p14:section name="정리" id="{aa4d6b51-ccc3-ea85-7bdd-0f1d0be8ebfa}">
          <p14:sldIdLst>
            <p14:sldId id="268"/>
          </p14:sldIdLst>
        </p14:section>
        <p14:section name="보충" id="{27b927e2-682b-7f49-c42f-420068d795a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나머지가 있는 나눗셈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묶으면?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65388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20252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5116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29980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65388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20252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5116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29980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65388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20252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75116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29980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8653882" y="27560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9202522" y="27560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figure15" descr="바둑돌 14개(한 줄에 4개씩 3줄과 2개)"/>
          <p:cNvSpPr/>
          <p:nvPr/>
        </p:nvSpPr>
        <p:spPr>
          <a:xfrm>
            <a:off x="8549640" y="100584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나머지를 알고, 나누는 수보다 작은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세로로 나누고, 곱셈으로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÷ 4 = □</a:t>
            </a:r>
            <a:endParaRPr lang="ko-KR" sz="34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2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42</a:t>
            </a:r>
            <a:endParaRPr lang="ko-KR" sz="3400" dirty="0"/>
          </a:p>
        </p:txBody>
      </p:sp>
      <p:sp>
        <p:nvSpPr>
          <p:cNvPr id="7" name="S02-chip2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묶고 남은 것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묶어요.</a:t>
            </a:r>
            <a:endParaRPr lang="ko-KR" sz="3000" dirty="0"/>
          </a:p>
        </p:txBody>
      </p:sp>
      <p:sp>
        <p:nvSpPr>
          <p:cNvPr id="4" name="S03-card25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2를 나머지라고 해요.</a:t>
            </a:r>
            <a:endParaRPr lang="ko-KR" sz="3000" dirty="0"/>
          </a:p>
        </p:txBody>
      </p:sp>
      <p:sp>
        <p:nvSpPr>
          <p:cNvPr id="6" name="S03-dot27"/>
          <p:cNvSpPr/>
          <p:nvPr/>
        </p:nvSpPr>
        <p:spPr>
          <a:xfrm>
            <a:off x="224851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8"/>
          <p:cNvSpPr/>
          <p:nvPr/>
        </p:nvSpPr>
        <p:spPr>
          <a:xfrm>
            <a:off x="279715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9"/>
          <p:cNvSpPr/>
          <p:nvPr/>
        </p:nvSpPr>
        <p:spPr>
          <a:xfrm>
            <a:off x="334579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0"/>
          <p:cNvSpPr/>
          <p:nvPr/>
        </p:nvSpPr>
        <p:spPr>
          <a:xfrm>
            <a:off x="389443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1"/>
          <p:cNvSpPr/>
          <p:nvPr/>
        </p:nvSpPr>
        <p:spPr>
          <a:xfrm>
            <a:off x="224851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2"/>
          <p:cNvSpPr/>
          <p:nvPr/>
        </p:nvSpPr>
        <p:spPr>
          <a:xfrm>
            <a:off x="279715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3"/>
          <p:cNvSpPr/>
          <p:nvPr/>
        </p:nvSpPr>
        <p:spPr>
          <a:xfrm>
            <a:off x="334579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4"/>
          <p:cNvSpPr/>
          <p:nvPr/>
        </p:nvSpPr>
        <p:spPr>
          <a:xfrm>
            <a:off x="389443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5"/>
          <p:cNvSpPr/>
          <p:nvPr/>
        </p:nvSpPr>
        <p:spPr>
          <a:xfrm>
            <a:off x="224851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6"/>
          <p:cNvSpPr/>
          <p:nvPr/>
        </p:nvSpPr>
        <p:spPr>
          <a:xfrm>
            <a:off x="279715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7"/>
          <p:cNvSpPr/>
          <p:nvPr/>
        </p:nvSpPr>
        <p:spPr>
          <a:xfrm>
            <a:off x="334579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38"/>
          <p:cNvSpPr/>
          <p:nvPr/>
        </p:nvSpPr>
        <p:spPr>
          <a:xfrm>
            <a:off x="389443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39"/>
          <p:cNvSpPr/>
          <p:nvPr/>
        </p:nvSpPr>
        <p:spPr>
          <a:xfrm>
            <a:off x="2171700" y="235077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0"/>
          <p:cNvSpPr/>
          <p:nvPr/>
        </p:nvSpPr>
        <p:spPr>
          <a:xfrm>
            <a:off x="2171700" y="289941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1"/>
          <p:cNvSpPr/>
          <p:nvPr/>
        </p:nvSpPr>
        <p:spPr>
          <a:xfrm>
            <a:off x="2171700" y="344805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2" descr="바둑돌 4개씩 3묶음, 12개"/>
          <p:cNvSpPr/>
          <p:nvPr/>
        </p:nvSpPr>
        <p:spPr>
          <a:xfrm>
            <a:off x="2144268" y="2314194"/>
            <a:ext cx="21945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4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</a:t>
            </a:r>
            <a:endParaRPr lang="ko-KR" sz="2400" dirty="0"/>
          </a:p>
        </p:txBody>
      </p:sp>
      <p:sp>
        <p:nvSpPr>
          <p:cNvPr id="23" name="S03-dot44"/>
          <p:cNvSpPr/>
          <p:nvPr/>
        </p:nvSpPr>
        <p:spPr>
          <a:xfrm>
            <a:off x="8503006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45"/>
          <p:cNvSpPr/>
          <p:nvPr/>
        </p:nvSpPr>
        <p:spPr>
          <a:xfrm>
            <a:off x="9051646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figure46" descr="남은 바둑돌 2개"/>
          <p:cNvSpPr/>
          <p:nvPr/>
        </p:nvSpPr>
        <p:spPr>
          <a:xfrm>
            <a:off x="8398764" y="2862834"/>
            <a:ext cx="10972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3-label47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4보다 작아요</a:t>
            </a:r>
            <a:endParaRPr lang="ko-KR" sz="4000" dirty="0"/>
          </a:p>
        </p:txBody>
      </p:sp>
      <p:sp>
        <p:nvSpPr>
          <p:cNvPr id="3" name="S04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14개를 4개씩 몇 묶음까지 묶을까요?</a:t>
            </a:r>
            <a:endParaRPr lang="ko-KR" sz="3000" dirty="0"/>
          </a:p>
        </p:txBody>
      </p:sp>
      <p:sp>
        <p:nvSpPr>
          <p:cNvPr id="4" name="S04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돌이 4개보다 적어질 때까지 묶어요.</a:t>
            </a:r>
            <a:endParaRPr lang="ko-KR" sz="3000" dirty="0"/>
          </a:p>
        </p:txBody>
      </p:sp>
      <p:graphicFrame>
        <p:nvGraphicFramePr>
          <p:cNvPr id="5" name="S04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2453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모자라요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 구하기</a:t>
            </a:r>
            <a:endParaRPr lang="ko-KR" sz="40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묶어 보고 몫과 나머지를 써요.</a:t>
            </a:r>
            <a:endParaRPr lang="ko-KR" sz="3000" dirty="0"/>
          </a:p>
        </p:txBody>
      </p:sp>
      <p:sp>
        <p:nvSpPr>
          <p:cNvPr id="4" name="S05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곱셈구구에서 넘지 않는 가장 큰 곱을 찾아요.</a:t>
            </a:r>
            <a:endParaRPr lang="ko-KR" sz="3000" dirty="0"/>
          </a:p>
        </p:txBody>
      </p:sp>
      <p:sp>
        <p:nvSpPr>
          <p:cNvPr id="6" name="S05-chip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÷ 5 = □ … □</a:t>
            </a:r>
            <a:endParaRPr lang="ko-KR" sz="3400" dirty="0"/>
          </a:p>
        </p:txBody>
      </p:sp>
      <p:sp>
        <p:nvSpPr>
          <p:cNvPr id="8" name="S05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÷ 3 = □ … □</a:t>
            </a:r>
            <a:endParaRPr lang="ko-KR" sz="3400" dirty="0"/>
          </a:p>
        </p:txBody>
      </p:sp>
      <p:sp>
        <p:nvSpPr>
          <p:cNvPr id="10" name="S05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확인해요</a:t>
            </a:r>
            <a:endParaRPr lang="ko-KR" sz="4000" dirty="0"/>
          </a:p>
        </p:txBody>
      </p:sp>
      <p:sp>
        <p:nvSpPr>
          <p:cNvPr id="3" name="S06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2가 나누는 수 4보다 작은지도 봐요.</a:t>
            </a:r>
            <a:endParaRPr lang="ko-KR" sz="3000" dirty="0"/>
          </a:p>
        </p:txBody>
      </p:sp>
      <p:sp>
        <p:nvSpPr>
          <p:cNvPr id="5" name="S06-eqtext6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3400" dirty="0"/>
          </a:p>
        </p:txBody>
      </p:sp>
      <p:sp>
        <p:nvSpPr>
          <p:cNvPr id="6" name="S06-dot64"/>
          <p:cNvSpPr/>
          <p:nvPr/>
        </p:nvSpPr>
        <p:spPr>
          <a:xfrm>
            <a:off x="743686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65"/>
          <p:cNvSpPr/>
          <p:nvPr/>
        </p:nvSpPr>
        <p:spPr>
          <a:xfrm>
            <a:off x="784834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66"/>
          <p:cNvSpPr/>
          <p:nvPr/>
        </p:nvSpPr>
        <p:spPr>
          <a:xfrm>
            <a:off x="825982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67"/>
          <p:cNvSpPr/>
          <p:nvPr/>
        </p:nvSpPr>
        <p:spPr>
          <a:xfrm>
            <a:off x="867130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68"/>
          <p:cNvSpPr/>
          <p:nvPr/>
        </p:nvSpPr>
        <p:spPr>
          <a:xfrm>
            <a:off x="743686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69"/>
          <p:cNvSpPr/>
          <p:nvPr/>
        </p:nvSpPr>
        <p:spPr>
          <a:xfrm>
            <a:off x="784834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70"/>
          <p:cNvSpPr/>
          <p:nvPr/>
        </p:nvSpPr>
        <p:spPr>
          <a:xfrm>
            <a:off x="825982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71"/>
          <p:cNvSpPr/>
          <p:nvPr/>
        </p:nvSpPr>
        <p:spPr>
          <a:xfrm>
            <a:off x="867130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72"/>
          <p:cNvSpPr/>
          <p:nvPr/>
        </p:nvSpPr>
        <p:spPr>
          <a:xfrm>
            <a:off x="743686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73"/>
          <p:cNvSpPr/>
          <p:nvPr/>
        </p:nvSpPr>
        <p:spPr>
          <a:xfrm>
            <a:off x="784834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74"/>
          <p:cNvSpPr/>
          <p:nvPr/>
        </p:nvSpPr>
        <p:spPr>
          <a:xfrm>
            <a:off x="825982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75"/>
          <p:cNvSpPr/>
          <p:nvPr/>
        </p:nvSpPr>
        <p:spPr>
          <a:xfrm>
            <a:off x="867130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76"/>
          <p:cNvSpPr/>
          <p:nvPr/>
        </p:nvSpPr>
        <p:spPr>
          <a:xfrm>
            <a:off x="7386112" y="304038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77"/>
          <p:cNvSpPr/>
          <p:nvPr/>
        </p:nvSpPr>
        <p:spPr>
          <a:xfrm>
            <a:off x="7386112" y="345186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78"/>
          <p:cNvSpPr/>
          <p:nvPr/>
        </p:nvSpPr>
        <p:spPr>
          <a:xfrm>
            <a:off x="7386112" y="386334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79" descr="4개씩 3묶음, 12개"/>
          <p:cNvSpPr/>
          <p:nvPr/>
        </p:nvSpPr>
        <p:spPr>
          <a:xfrm>
            <a:off x="7358680" y="3003804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label80"/>
          <p:cNvSpPr txBox="1"/>
          <p:nvPr/>
        </p:nvSpPr>
        <p:spPr>
          <a:xfrm>
            <a:off x="7135429" y="4709160"/>
            <a:ext cx="20924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</a:t>
            </a:r>
            <a:endParaRPr lang="ko-KR" sz="2400" dirty="0"/>
          </a:p>
        </p:txBody>
      </p:sp>
      <p:sp>
        <p:nvSpPr>
          <p:cNvPr id="23" name="S06-dot81"/>
          <p:cNvSpPr/>
          <p:nvPr/>
        </p:nvSpPr>
        <p:spPr>
          <a:xfrm>
            <a:off x="10260802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82"/>
          <p:cNvSpPr/>
          <p:nvPr/>
        </p:nvSpPr>
        <p:spPr>
          <a:xfrm>
            <a:off x="10672282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figure83" descr="남은 2개"/>
          <p:cNvSpPr/>
          <p:nvPr/>
        </p:nvSpPr>
        <p:spPr>
          <a:xfrm>
            <a:off x="10182621" y="3415284"/>
            <a:ext cx="822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label84"/>
          <p:cNvSpPr txBox="1"/>
          <p:nvPr/>
        </p:nvSpPr>
        <p:spPr>
          <a:xfrm>
            <a:off x="9547890" y="4709160"/>
            <a:ext cx="20924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</a:t>
            </a:r>
            <a:endParaRPr lang="ko-KR" sz="2400" dirty="0"/>
          </a:p>
        </p:txBody>
      </p:sp>
      <p:sp>
        <p:nvSpPr>
          <p:cNvPr id="27" name="S06-stepno85"/>
          <p:cNvSpPr txBox="1"/>
          <p:nvPr/>
        </p:nvSpPr>
        <p:spPr>
          <a:xfrm>
            <a:off x="548640" y="2726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6-text86"/>
          <p:cNvSpPr txBox="1"/>
          <p:nvPr/>
        </p:nvSpPr>
        <p:spPr>
          <a:xfrm>
            <a:off x="1325880" y="2680716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400" dirty="0"/>
          </a:p>
        </p:txBody>
      </p:sp>
      <p:sp>
        <p:nvSpPr>
          <p:cNvPr id="29" name="S06-stepno87"/>
          <p:cNvSpPr txBox="1"/>
          <p:nvPr/>
        </p:nvSpPr>
        <p:spPr>
          <a:xfrm>
            <a:off x="548640" y="3634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6-text88"/>
          <p:cNvSpPr txBox="1"/>
          <p:nvPr/>
        </p:nvSpPr>
        <p:spPr>
          <a:xfrm>
            <a:off x="1325880" y="3589020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나머지를 더해요: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+ 2 = 14</a:t>
            </a:r>
            <a:endParaRPr lang="ko-KR" sz="2400" dirty="0"/>
          </a:p>
        </p:txBody>
      </p:sp>
      <p:sp>
        <p:nvSpPr>
          <p:cNvPr id="31" name="S06-stepno89"/>
          <p:cNvSpPr txBox="1"/>
          <p:nvPr/>
        </p:nvSpPr>
        <p:spPr>
          <a:xfrm>
            <a:off x="548640" y="4497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2" name="S06-text90"/>
          <p:cNvSpPr txBox="1"/>
          <p:nvPr/>
        </p:nvSpPr>
        <p:spPr>
          <a:xfrm>
            <a:off x="1325880" y="4497324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 14가 되면 맞아요.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57을 4명이 나누어요</a:t>
            </a:r>
            <a:endParaRPr lang="ko-KR" sz="4000" dirty="0"/>
          </a:p>
        </p:txBody>
      </p:sp>
      <p:sp>
        <p:nvSpPr>
          <p:cNvPr id="3" name="S07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십을 1개씩 나누고, 남은 십 1개는 일 10개로 바꿔요.</a:t>
            </a:r>
            <a:endParaRPr lang="ko-KR" sz="3000" dirty="0"/>
          </a:p>
        </p:txBody>
      </p:sp>
      <p:sp>
        <p:nvSpPr>
          <p:cNvPr id="4" name="S07-card9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9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÷ 4 = 14 …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명이 14씩 갖고, 1이 남아요.</a:t>
            </a:r>
            <a:endParaRPr lang="ko-KR" sz="3000" dirty="0"/>
          </a:p>
        </p:txBody>
      </p:sp>
      <p:sp>
        <p:nvSpPr>
          <p:cNvPr id="6" name="S07-rod94"/>
          <p:cNvSpPr/>
          <p:nvPr/>
        </p:nvSpPr>
        <p:spPr>
          <a:xfrm>
            <a:off x="1238098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line95"/>
          <p:cNvSpPr/>
          <p:nvPr/>
        </p:nvSpPr>
        <p:spPr>
          <a:xfrm>
            <a:off x="1238098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96"/>
          <p:cNvSpPr/>
          <p:nvPr/>
        </p:nvSpPr>
        <p:spPr>
          <a:xfrm>
            <a:off x="1238098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97"/>
          <p:cNvSpPr/>
          <p:nvPr/>
        </p:nvSpPr>
        <p:spPr>
          <a:xfrm>
            <a:off x="1238098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98"/>
          <p:cNvSpPr/>
          <p:nvPr/>
        </p:nvSpPr>
        <p:spPr>
          <a:xfrm>
            <a:off x="1238098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99"/>
          <p:cNvSpPr/>
          <p:nvPr/>
        </p:nvSpPr>
        <p:spPr>
          <a:xfrm>
            <a:off x="1238098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100"/>
          <p:cNvSpPr/>
          <p:nvPr/>
        </p:nvSpPr>
        <p:spPr>
          <a:xfrm>
            <a:off x="1238098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101"/>
          <p:cNvSpPr/>
          <p:nvPr/>
        </p:nvSpPr>
        <p:spPr>
          <a:xfrm>
            <a:off x="1238098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102"/>
          <p:cNvSpPr/>
          <p:nvPr/>
        </p:nvSpPr>
        <p:spPr>
          <a:xfrm>
            <a:off x="1238098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103"/>
          <p:cNvSpPr/>
          <p:nvPr/>
        </p:nvSpPr>
        <p:spPr>
          <a:xfrm>
            <a:off x="1238098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unit104"/>
          <p:cNvSpPr/>
          <p:nvPr/>
        </p:nvSpPr>
        <p:spPr>
          <a:xfrm>
            <a:off x="1559966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unit105"/>
          <p:cNvSpPr/>
          <p:nvPr/>
        </p:nvSpPr>
        <p:spPr>
          <a:xfrm>
            <a:off x="1559966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unit106"/>
          <p:cNvSpPr/>
          <p:nvPr/>
        </p:nvSpPr>
        <p:spPr>
          <a:xfrm>
            <a:off x="1559966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unit107"/>
          <p:cNvSpPr/>
          <p:nvPr/>
        </p:nvSpPr>
        <p:spPr>
          <a:xfrm>
            <a:off x="1559966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108" descr="한 명의 몫: 십 모형 1개, 일 모형 4개(14)"/>
          <p:cNvSpPr/>
          <p:nvPr/>
        </p:nvSpPr>
        <p:spPr>
          <a:xfrm>
            <a:off x="54864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7-label109"/>
          <p:cNvSpPr txBox="1"/>
          <p:nvPr/>
        </p:nvSpPr>
        <p:spPr>
          <a:xfrm>
            <a:off x="548640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22" name="S07-rod110"/>
          <p:cNvSpPr/>
          <p:nvPr/>
        </p:nvSpPr>
        <p:spPr>
          <a:xfrm>
            <a:off x="3520440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line111"/>
          <p:cNvSpPr/>
          <p:nvPr/>
        </p:nvSpPr>
        <p:spPr>
          <a:xfrm>
            <a:off x="3520440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112"/>
          <p:cNvSpPr/>
          <p:nvPr/>
        </p:nvSpPr>
        <p:spPr>
          <a:xfrm>
            <a:off x="3520440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113"/>
          <p:cNvSpPr/>
          <p:nvPr/>
        </p:nvSpPr>
        <p:spPr>
          <a:xfrm>
            <a:off x="3520440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114"/>
          <p:cNvSpPr/>
          <p:nvPr/>
        </p:nvSpPr>
        <p:spPr>
          <a:xfrm>
            <a:off x="3520440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115"/>
          <p:cNvSpPr/>
          <p:nvPr/>
        </p:nvSpPr>
        <p:spPr>
          <a:xfrm>
            <a:off x="3520440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116"/>
          <p:cNvSpPr/>
          <p:nvPr/>
        </p:nvSpPr>
        <p:spPr>
          <a:xfrm>
            <a:off x="3520440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117"/>
          <p:cNvSpPr/>
          <p:nvPr/>
        </p:nvSpPr>
        <p:spPr>
          <a:xfrm>
            <a:off x="3520440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118"/>
          <p:cNvSpPr/>
          <p:nvPr/>
        </p:nvSpPr>
        <p:spPr>
          <a:xfrm>
            <a:off x="3520440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119"/>
          <p:cNvSpPr/>
          <p:nvPr/>
        </p:nvSpPr>
        <p:spPr>
          <a:xfrm>
            <a:off x="3520440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unit120"/>
          <p:cNvSpPr/>
          <p:nvPr/>
        </p:nvSpPr>
        <p:spPr>
          <a:xfrm>
            <a:off x="3842309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unit121"/>
          <p:cNvSpPr/>
          <p:nvPr/>
        </p:nvSpPr>
        <p:spPr>
          <a:xfrm>
            <a:off x="3842309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unit122"/>
          <p:cNvSpPr/>
          <p:nvPr/>
        </p:nvSpPr>
        <p:spPr>
          <a:xfrm>
            <a:off x="3842309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unit123"/>
          <p:cNvSpPr/>
          <p:nvPr/>
        </p:nvSpPr>
        <p:spPr>
          <a:xfrm>
            <a:off x="3842309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figure124" descr="한 명의 몫: 14"/>
          <p:cNvSpPr/>
          <p:nvPr/>
        </p:nvSpPr>
        <p:spPr>
          <a:xfrm>
            <a:off x="2830982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7-label125"/>
          <p:cNvSpPr txBox="1"/>
          <p:nvPr/>
        </p:nvSpPr>
        <p:spPr>
          <a:xfrm>
            <a:off x="2830982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ko-KR" sz="2400" dirty="0"/>
          </a:p>
        </p:txBody>
      </p:sp>
      <p:sp>
        <p:nvSpPr>
          <p:cNvPr id="38" name="S07-rod126"/>
          <p:cNvSpPr/>
          <p:nvPr/>
        </p:nvSpPr>
        <p:spPr>
          <a:xfrm>
            <a:off x="5802782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line127"/>
          <p:cNvSpPr/>
          <p:nvPr/>
        </p:nvSpPr>
        <p:spPr>
          <a:xfrm>
            <a:off x="5802782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128"/>
          <p:cNvSpPr/>
          <p:nvPr/>
        </p:nvSpPr>
        <p:spPr>
          <a:xfrm>
            <a:off x="5802782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129"/>
          <p:cNvSpPr/>
          <p:nvPr/>
        </p:nvSpPr>
        <p:spPr>
          <a:xfrm>
            <a:off x="5802782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130"/>
          <p:cNvSpPr/>
          <p:nvPr/>
        </p:nvSpPr>
        <p:spPr>
          <a:xfrm>
            <a:off x="5802782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131"/>
          <p:cNvSpPr/>
          <p:nvPr/>
        </p:nvSpPr>
        <p:spPr>
          <a:xfrm>
            <a:off x="5802782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132"/>
          <p:cNvSpPr/>
          <p:nvPr/>
        </p:nvSpPr>
        <p:spPr>
          <a:xfrm>
            <a:off x="5802782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133"/>
          <p:cNvSpPr/>
          <p:nvPr/>
        </p:nvSpPr>
        <p:spPr>
          <a:xfrm>
            <a:off x="5802782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134"/>
          <p:cNvSpPr/>
          <p:nvPr/>
        </p:nvSpPr>
        <p:spPr>
          <a:xfrm>
            <a:off x="5802782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135"/>
          <p:cNvSpPr/>
          <p:nvPr/>
        </p:nvSpPr>
        <p:spPr>
          <a:xfrm>
            <a:off x="5802782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unit136"/>
          <p:cNvSpPr/>
          <p:nvPr/>
        </p:nvSpPr>
        <p:spPr>
          <a:xfrm>
            <a:off x="6124651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unit137"/>
          <p:cNvSpPr/>
          <p:nvPr/>
        </p:nvSpPr>
        <p:spPr>
          <a:xfrm>
            <a:off x="6124651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unit138"/>
          <p:cNvSpPr/>
          <p:nvPr/>
        </p:nvSpPr>
        <p:spPr>
          <a:xfrm>
            <a:off x="6124651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unit139"/>
          <p:cNvSpPr/>
          <p:nvPr/>
        </p:nvSpPr>
        <p:spPr>
          <a:xfrm>
            <a:off x="6124651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7-figure140" descr="한 명의 몫: 14"/>
          <p:cNvSpPr/>
          <p:nvPr/>
        </p:nvSpPr>
        <p:spPr>
          <a:xfrm>
            <a:off x="5113325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7-label141"/>
          <p:cNvSpPr txBox="1"/>
          <p:nvPr/>
        </p:nvSpPr>
        <p:spPr>
          <a:xfrm>
            <a:off x="5113325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ko-KR" sz="2400" dirty="0"/>
          </a:p>
        </p:txBody>
      </p:sp>
      <p:sp>
        <p:nvSpPr>
          <p:cNvPr id="54" name="S07-rod142"/>
          <p:cNvSpPr/>
          <p:nvPr/>
        </p:nvSpPr>
        <p:spPr>
          <a:xfrm>
            <a:off x="8085125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line143"/>
          <p:cNvSpPr/>
          <p:nvPr/>
        </p:nvSpPr>
        <p:spPr>
          <a:xfrm>
            <a:off x="8085125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144"/>
          <p:cNvSpPr/>
          <p:nvPr/>
        </p:nvSpPr>
        <p:spPr>
          <a:xfrm>
            <a:off x="8085125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145"/>
          <p:cNvSpPr/>
          <p:nvPr/>
        </p:nvSpPr>
        <p:spPr>
          <a:xfrm>
            <a:off x="8085125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146"/>
          <p:cNvSpPr/>
          <p:nvPr/>
        </p:nvSpPr>
        <p:spPr>
          <a:xfrm>
            <a:off x="8085125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147"/>
          <p:cNvSpPr/>
          <p:nvPr/>
        </p:nvSpPr>
        <p:spPr>
          <a:xfrm>
            <a:off x="8085125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148"/>
          <p:cNvSpPr/>
          <p:nvPr/>
        </p:nvSpPr>
        <p:spPr>
          <a:xfrm>
            <a:off x="8085125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149"/>
          <p:cNvSpPr/>
          <p:nvPr/>
        </p:nvSpPr>
        <p:spPr>
          <a:xfrm>
            <a:off x="8085125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150"/>
          <p:cNvSpPr/>
          <p:nvPr/>
        </p:nvSpPr>
        <p:spPr>
          <a:xfrm>
            <a:off x="8085125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151"/>
          <p:cNvSpPr/>
          <p:nvPr/>
        </p:nvSpPr>
        <p:spPr>
          <a:xfrm>
            <a:off x="8085125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unit152"/>
          <p:cNvSpPr/>
          <p:nvPr/>
        </p:nvSpPr>
        <p:spPr>
          <a:xfrm>
            <a:off x="8406994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unit153"/>
          <p:cNvSpPr/>
          <p:nvPr/>
        </p:nvSpPr>
        <p:spPr>
          <a:xfrm>
            <a:off x="8406994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unit154"/>
          <p:cNvSpPr/>
          <p:nvPr/>
        </p:nvSpPr>
        <p:spPr>
          <a:xfrm>
            <a:off x="8406994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unit155"/>
          <p:cNvSpPr/>
          <p:nvPr/>
        </p:nvSpPr>
        <p:spPr>
          <a:xfrm>
            <a:off x="8406994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figure156" descr="한 명의 몫: 14"/>
          <p:cNvSpPr/>
          <p:nvPr/>
        </p:nvSpPr>
        <p:spPr>
          <a:xfrm>
            <a:off x="7395667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07-label157"/>
          <p:cNvSpPr txBox="1"/>
          <p:nvPr/>
        </p:nvSpPr>
        <p:spPr>
          <a:xfrm>
            <a:off x="7395667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ko-KR" sz="2400" dirty="0"/>
          </a:p>
        </p:txBody>
      </p:sp>
      <p:sp>
        <p:nvSpPr>
          <p:cNvPr id="70" name="S07-unit158"/>
          <p:cNvSpPr/>
          <p:nvPr/>
        </p:nvSpPr>
        <p:spPr>
          <a:xfrm>
            <a:off x="10528402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figure159" descr="남은 일 모형 1개"/>
          <p:cNvSpPr/>
          <p:nvPr/>
        </p:nvSpPr>
        <p:spPr>
          <a:xfrm>
            <a:off x="967801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07-label160"/>
          <p:cNvSpPr txBox="1"/>
          <p:nvPr/>
        </p:nvSpPr>
        <p:spPr>
          <a:xfrm>
            <a:off x="9678010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나누어요</a:t>
            </a:r>
            <a:endParaRPr lang="ko-KR" sz="4000" dirty="0"/>
          </a:p>
        </p:txBody>
      </p:sp>
      <p:sp>
        <p:nvSpPr>
          <p:cNvPr id="3" name="S08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14 + 1 = 57</a:t>
            </a:r>
            <a:endParaRPr lang="ko-KR" sz="3000" dirty="0"/>
          </a:p>
        </p:txBody>
      </p:sp>
      <p:graphicFrame>
        <p:nvGraphicFramePr>
          <p:cNvPr id="9" name="S08-table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7909" y="1374140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8-stepno164"/>
          <p:cNvSpPr txBox="1"/>
          <p:nvPr/>
        </p:nvSpPr>
        <p:spPr>
          <a:xfrm>
            <a:off x="548640" y="17343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165"/>
          <p:cNvSpPr txBox="1"/>
          <p:nvPr/>
        </p:nvSpPr>
        <p:spPr>
          <a:xfrm>
            <a:off x="1325880" y="1688592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÷ 4 = 1 … 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1</a:t>
            </a:r>
            <a:endParaRPr lang="ko-KR" sz="3000" dirty="0"/>
          </a:p>
        </p:txBody>
      </p:sp>
      <p:sp>
        <p:nvSpPr>
          <p:cNvPr id="8" name="S08-stepno166"/>
          <p:cNvSpPr txBox="1"/>
          <p:nvPr/>
        </p:nvSpPr>
        <p:spPr>
          <a:xfrm>
            <a:off x="548640" y="2782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167"/>
          <p:cNvSpPr txBox="1"/>
          <p:nvPr/>
        </p:nvSpPr>
        <p:spPr>
          <a:xfrm>
            <a:off x="1325880" y="278282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1(십)과 7을 합해 17</a:t>
            </a:r>
            <a:endParaRPr lang="ko-KR" sz="3000" dirty="0"/>
          </a:p>
        </p:txBody>
      </p:sp>
      <p:sp>
        <p:nvSpPr>
          <p:cNvPr id="10" name="S08-stepno168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169"/>
          <p:cNvSpPr txBox="1"/>
          <p:nvPr/>
        </p:nvSpPr>
        <p:spPr>
          <a:xfrm>
            <a:off x="1325880" y="349605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17 ÷ 4 = 4 … 1</a:t>
            </a:r>
            <a:endParaRPr lang="ko-KR" sz="3000" dirty="0"/>
          </a:p>
        </p:txBody>
      </p:sp>
      <p:sp>
        <p:nvSpPr>
          <p:cNvPr id="12" name="S08-stepno170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8-text171"/>
          <p:cNvSpPr txBox="1"/>
          <p:nvPr/>
        </p:nvSpPr>
        <p:spPr>
          <a:xfrm>
            <a:off x="1325880" y="420928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14, 나머지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9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세로로 계산하고, 곱셈으로 확인해요.</a:t>
            </a:r>
            <a:endParaRPr lang="ko-KR" sz="3000" dirty="0"/>
          </a:p>
        </p:txBody>
      </p:sp>
      <p:graphicFrame>
        <p:nvGraphicFramePr>
          <p:cNvPr id="10" name="S09-table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7234" y="2287524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label174"/>
          <p:cNvSpPr txBox="1"/>
          <p:nvPr/>
        </p:nvSpPr>
        <p:spPr>
          <a:xfrm>
            <a:off x="6277356" y="580644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세로로</a:t>
            </a:r>
            <a:endParaRPr lang="ko-KR" sz="2400" dirty="0"/>
          </a:p>
        </p:txBody>
      </p:sp>
      <p:sp>
        <p:nvSpPr>
          <p:cNvPr id="6" name="S09-chip17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17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÷ 3 = □ … □</a:t>
            </a:r>
            <a:endParaRPr lang="ko-KR" sz="3400" dirty="0"/>
          </a:p>
        </p:txBody>
      </p:sp>
      <p:sp>
        <p:nvSpPr>
          <p:cNvPr id="8" name="S09-chip17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17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÷ 4 = □ … □</a:t>
            </a:r>
            <a:endParaRPr lang="ko-KR" sz="3400" dirty="0"/>
          </a:p>
        </p:txBody>
      </p:sp>
      <p:sp>
        <p:nvSpPr>
          <p:cNvPr id="10" name="S09-chip17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eqtext18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÷ 6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1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÷ 4를 계산하고 곱셈으로 확인했어요.</a:t>
            </a:r>
            <a:endParaRPr lang="ko-KR" sz="3000" dirty="0"/>
          </a:p>
        </p:txBody>
      </p:sp>
      <p:sp>
        <p:nvSpPr>
          <p:cNvPr id="5" name="S10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29가 돼요. 누가 맞았을까요?</a:t>
            </a:r>
            <a:endParaRPr lang="ko-KR" sz="3000" dirty="0"/>
          </a:p>
        </p:txBody>
      </p:sp>
      <p:sp>
        <p:nvSpPr>
          <p:cNvPr id="7" name="S10-chip1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 … 5</a:t>
            </a:r>
            <a:endParaRPr lang="ko-KR" sz="2400" dirty="0"/>
          </a:p>
        </p:txBody>
      </p:sp>
      <p:sp>
        <p:nvSpPr>
          <p:cNvPr id="8" name="S10-text1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+ 5 = 29</a:t>
            </a:r>
            <a:endParaRPr lang="ko-KR" sz="3000" dirty="0"/>
          </a:p>
        </p:txBody>
      </p:sp>
      <p:sp>
        <p:nvSpPr>
          <p:cNvPr id="9" name="S10-chip1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 … 1</a:t>
            </a:r>
            <a:endParaRPr lang="ko-KR" sz="2400" dirty="0"/>
          </a:p>
        </p:txBody>
      </p:sp>
      <p:sp>
        <p:nvSpPr>
          <p:cNvPr id="10" name="S10-text1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28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+ 1 = 29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3000" dirty="0"/>
          </a:p>
        </p:txBody>
      </p:sp>
      <p:sp>
        <p:nvSpPr>
          <p:cNvPr id="4" name="S11-chip19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19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÷ 3 = □ … □</a:t>
            </a:r>
            <a:endParaRPr lang="ko-KR" sz="3400" dirty="0"/>
          </a:p>
        </p:txBody>
      </p:sp>
      <p:sp>
        <p:nvSpPr>
          <p:cNvPr id="6" name="S11-chip1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19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÷ 4 = □ … □</a:t>
            </a:r>
            <a:endParaRPr lang="ko-KR" sz="3400" dirty="0"/>
          </a:p>
        </p:txBody>
      </p:sp>
      <p:sp>
        <p:nvSpPr>
          <p:cNvPr id="8" name="S11-chip19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19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÷ 6 = □ … □</a:t>
            </a:r>
            <a:endParaRPr lang="ko-KR" sz="3400" dirty="0"/>
          </a:p>
        </p:txBody>
      </p:sp>
      <p:sp>
        <p:nvSpPr>
          <p:cNvPr id="10" name="S11-chip19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19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곱셈으로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몫과 나머지</a:t>
            </a:r>
            <a:endParaRPr lang="ko-KR" sz="4000" dirty="0"/>
          </a:p>
        </p:txBody>
      </p:sp>
      <p:sp>
        <p:nvSpPr>
          <p:cNvPr id="3" name="S13-text1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÷ 7의 몫과 나머지예요.</a:t>
            </a:r>
            <a:endParaRPr lang="ko-KR" sz="3000" dirty="0"/>
          </a:p>
        </p:txBody>
      </p:sp>
      <p:sp>
        <p:nvSpPr>
          <p:cNvPr id="4" name="S13-card1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다른 것이 틀린 까닭을 말해요.</a:t>
            </a:r>
            <a:endParaRPr lang="ko-KR" sz="3000" dirty="0"/>
          </a:p>
        </p:txBody>
      </p:sp>
      <p:sp>
        <p:nvSpPr>
          <p:cNvPr id="6" name="S13-chip20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20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0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… 8</a:t>
            </a:r>
            <a:endParaRPr lang="ko-KR" sz="3000" dirty="0"/>
          </a:p>
        </p:txBody>
      </p:sp>
      <p:sp>
        <p:nvSpPr>
          <p:cNvPr id="9" name="S13-chip20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20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0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1</a:t>
            </a:r>
            <a:endParaRPr lang="ko-KR" sz="3000" dirty="0"/>
          </a:p>
        </p:txBody>
      </p:sp>
      <p:sp>
        <p:nvSpPr>
          <p:cNvPr id="12" name="S13-chip20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20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0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1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1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나누는 수보다 작아요. 곱셈으로 확인해요.</a:t>
            </a:r>
            <a:endParaRPr lang="ko-KR" sz="3000" dirty="0"/>
          </a:p>
        </p:txBody>
      </p:sp>
      <p:sp>
        <p:nvSpPr>
          <p:cNvPr id="5" name="S14-chip21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나누는 수 × 몫 + 나머지</a:t>
            </a:r>
            <a:endParaRPr lang="ko-KR" sz="2400" dirty="0"/>
          </a:p>
        </p:txBody>
      </p:sp>
      <p:sp>
        <p:nvSpPr>
          <p:cNvPr id="6" name="S14-chip21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나머지를 크게 남기기</a:t>
            </a:r>
            <a:endParaRPr lang="ko-KR" sz="2400" dirty="0"/>
          </a:p>
        </p:txBody>
      </p:sp>
      <p:sp>
        <p:nvSpPr>
          <p:cNvPr id="7" name="S14-text21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21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31 ÷ 5 = □ … □</a:t>
            </a:r>
            <a:endParaRPr lang="ko-KR" sz="2800" dirty="0"/>
          </a:p>
        </p:txBody>
      </p:sp>
      <p:sp>
        <p:nvSpPr>
          <p:cNvPr id="9" name="S14-eqtext21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87 ÷ 7 = □ … □</a:t>
            </a:r>
            <a:endParaRPr lang="ko-KR" sz="2800" dirty="0"/>
          </a:p>
        </p:txBody>
      </p:sp>
      <p:sp>
        <p:nvSpPr>
          <p:cNvPr id="10" name="S14-eqtext21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46 ÷ 3 = □ … □</a:t>
            </a:r>
            <a:endParaRPr lang="ko-KR" sz="2800" dirty="0"/>
          </a:p>
        </p:txBody>
      </p:sp>
      <p:sp>
        <p:nvSpPr>
          <p:cNvPr id="11" name="S14-text21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수)÷(한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 ÷ 4</a:t>
            </a:r>
            <a:endParaRPr lang="ko-KR" sz="4000" dirty="0"/>
          </a:p>
        </p:txBody>
      </p:sp>
      <p:sp>
        <p:nvSpPr>
          <p:cNvPr id="3" name="S15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20개를 4개씩 묶으면 몇 묶음일까요?</a:t>
            </a:r>
            <a:endParaRPr lang="ko-KR" sz="3000" dirty="0"/>
          </a:p>
        </p:txBody>
      </p:sp>
      <p:sp>
        <p:nvSpPr>
          <p:cNvPr id="4" name="S15-dot220"/>
          <p:cNvSpPr/>
          <p:nvPr/>
        </p:nvSpPr>
        <p:spPr>
          <a:xfrm>
            <a:off x="2203978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5-dot221"/>
          <p:cNvSpPr/>
          <p:nvPr/>
        </p:nvSpPr>
        <p:spPr>
          <a:xfrm>
            <a:off x="2770906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5-dot222"/>
          <p:cNvSpPr/>
          <p:nvPr/>
        </p:nvSpPr>
        <p:spPr>
          <a:xfrm>
            <a:off x="3337834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223"/>
          <p:cNvSpPr/>
          <p:nvPr/>
        </p:nvSpPr>
        <p:spPr>
          <a:xfrm>
            <a:off x="3904762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224"/>
          <p:cNvSpPr/>
          <p:nvPr/>
        </p:nvSpPr>
        <p:spPr>
          <a:xfrm>
            <a:off x="2203978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25"/>
          <p:cNvSpPr/>
          <p:nvPr/>
        </p:nvSpPr>
        <p:spPr>
          <a:xfrm>
            <a:off x="2770906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26"/>
          <p:cNvSpPr/>
          <p:nvPr/>
        </p:nvSpPr>
        <p:spPr>
          <a:xfrm>
            <a:off x="3337834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27"/>
          <p:cNvSpPr/>
          <p:nvPr/>
        </p:nvSpPr>
        <p:spPr>
          <a:xfrm>
            <a:off x="3904762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28"/>
          <p:cNvSpPr/>
          <p:nvPr/>
        </p:nvSpPr>
        <p:spPr>
          <a:xfrm>
            <a:off x="2203978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229"/>
          <p:cNvSpPr/>
          <p:nvPr/>
        </p:nvSpPr>
        <p:spPr>
          <a:xfrm>
            <a:off x="2770906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230"/>
          <p:cNvSpPr/>
          <p:nvPr/>
        </p:nvSpPr>
        <p:spPr>
          <a:xfrm>
            <a:off x="3337834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231"/>
          <p:cNvSpPr/>
          <p:nvPr/>
        </p:nvSpPr>
        <p:spPr>
          <a:xfrm>
            <a:off x="3904762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32"/>
          <p:cNvSpPr/>
          <p:nvPr/>
        </p:nvSpPr>
        <p:spPr>
          <a:xfrm>
            <a:off x="2203978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33"/>
          <p:cNvSpPr/>
          <p:nvPr/>
        </p:nvSpPr>
        <p:spPr>
          <a:xfrm>
            <a:off x="2770906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34"/>
          <p:cNvSpPr/>
          <p:nvPr/>
        </p:nvSpPr>
        <p:spPr>
          <a:xfrm>
            <a:off x="3337834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35"/>
          <p:cNvSpPr/>
          <p:nvPr/>
        </p:nvSpPr>
        <p:spPr>
          <a:xfrm>
            <a:off x="3904762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236"/>
          <p:cNvSpPr/>
          <p:nvPr/>
        </p:nvSpPr>
        <p:spPr>
          <a:xfrm>
            <a:off x="2203978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237"/>
          <p:cNvSpPr/>
          <p:nvPr/>
        </p:nvSpPr>
        <p:spPr>
          <a:xfrm>
            <a:off x="2770906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dot238"/>
          <p:cNvSpPr/>
          <p:nvPr/>
        </p:nvSpPr>
        <p:spPr>
          <a:xfrm>
            <a:off x="3337834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5-dot239"/>
          <p:cNvSpPr/>
          <p:nvPr/>
        </p:nvSpPr>
        <p:spPr>
          <a:xfrm>
            <a:off x="3904762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group240"/>
          <p:cNvSpPr/>
          <p:nvPr/>
        </p:nvSpPr>
        <p:spPr>
          <a:xfrm>
            <a:off x="2123694" y="2734056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15-group241"/>
          <p:cNvSpPr/>
          <p:nvPr/>
        </p:nvSpPr>
        <p:spPr>
          <a:xfrm>
            <a:off x="2123694" y="3300984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15-group242"/>
          <p:cNvSpPr/>
          <p:nvPr/>
        </p:nvSpPr>
        <p:spPr>
          <a:xfrm>
            <a:off x="2123694" y="3867912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5-group243"/>
          <p:cNvSpPr/>
          <p:nvPr/>
        </p:nvSpPr>
        <p:spPr>
          <a:xfrm>
            <a:off x="2123694" y="4434840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5-group244"/>
          <p:cNvSpPr/>
          <p:nvPr/>
        </p:nvSpPr>
        <p:spPr>
          <a:xfrm>
            <a:off x="2123694" y="5001768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5-figure245" descr="바둑돌 4개씩 5묶음, 20개"/>
          <p:cNvSpPr/>
          <p:nvPr/>
        </p:nvSpPr>
        <p:spPr>
          <a:xfrm>
            <a:off x="2096262" y="2697480"/>
            <a:ext cx="2267712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15-card246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247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÷ 4 =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5묶음</a:t>
            </a:r>
            <a:endParaRPr lang="ko-KR" sz="3000" dirty="0"/>
          </a:p>
        </p:txBody>
      </p:sp>
      <p:sp>
        <p:nvSpPr>
          <p:cNvPr id="32" name="S15-card248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15-cardtext249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4단에서 20을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나머지가 있는 나눗셈</dc:title>
  <dc:subject>KR22-G03-MAT-DIV2X1-L01</dc:subject>
  <dc:creator>education-ppt</dc:creator>
  <cp:lastModifiedBy>education-ppt</cp:lastModifiedBy>
  <cp:revision>1</cp:revision>
  <dcterms:created xsi:type="dcterms:W3CDTF">2026-10-26T07:26:06Z</dcterms:created>
  <dcterms:modified xsi:type="dcterms:W3CDTF">2026-10-26T07:26:06Z</dcterms:modified>
</cp:coreProperties>
</file>