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2a96293-609b-bf0e-4bfa-3bb43b5b8829}">
          <p14:sldIdLst>
            <p14:sldId id="256"/>
            <p14:sldId id="257"/>
          </p14:sldIdLst>
        </p14:section>
        <p14:section name="개념" id="{f8b8f1bd-e914-e38b-3cce-7a09d3d115af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b90678b2-8876-8ba6-d5aa-a3ec42fec0c7}">
          <p14:sldIdLst>
            <p14:sldId id="260"/>
            <p14:sldId id="264"/>
            <p14:sldId id="265"/>
          </p14:sldIdLst>
        </p14:section>
        <p14:section name="개념" id="{b5b94304-4d1b-6916-e895-534e215d14f6}">
          <p14:sldIdLst/>
        </p14:section>
        <p14:section name="연습" id="{f1da6b84-dcf7-aa0c-4167-dc5eec16c369}">
          <p14:sldIdLst/>
        </p14:section>
        <p14:section name="확인" id="{baf936ba-1cc1-544a-edc5-5a65789b0c32}">
          <p14:sldIdLst>
            <p14:sldId id="266"/>
            <p14:sldId id="267"/>
            <p14:sldId id="268"/>
          </p14:sldIdLst>
        </p14:section>
        <p14:section name="정리" id="{2f92421f-2dd8-aeda-916c-2558b4ed19e9}">
          <p14:sldIdLst>
            <p14:sldId id="269"/>
          </p14:sldIdLst>
        </p14:section>
        <p14:section name="보충" id="{66f041a2-3bc4-33de-fd9a-7b3db82969e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똑같이 묶고 남는 것이 있을 때 어떻게 나타내는지 궁금하게 합니다.
시간: 약 2분
이렇게 말해 보세요
- “지난번에는 12개를 4개씩 묶으면 딱 3묶음이었지? 그런데 14개는 4개씩 묶으면 어떻게 될까?”
예상 답
- “3묶음이고 2개가 남아요.” 또는 “딱 맞게 안 묶여요.”
막히면
- 답을 확인하지 않고 넘어갑니다. S03에서 바둑돌로 직접 묶어 봅니다.
주의
- 오늘 ‘나머지’라는 말을 처음 씁니다. 남은 것을 버리지 않고 함께 적는다는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확인(곱셈구구로 몫 구하기, 두 자리×한 자리)]
목적: 곱셈구구로 몫 구하기, 곱셈과 나눗셈의 관계, (두 자리 수)×(한 자리 수)가 되는지 확인합니다. 오늘 몫을 찾을 때와 곱셈으로 확인할 때 씁니다.
시간: 약 3분
이렇게 말해 보세요
- “①은 4단에서 곱이 28인 것을 찾으면 돼. ②는 6단에서 42가 되는 수는?”
- “③ 4 × 14는 어떻게 계산했는지도 말해 줘.”
정답
- ① 7
- ② 7
- ③ 56 (4 × 10 = 40, 4 × 4 = 16)
막히면
- ①은 바둑돌 28개를 4개씩 묶어 묶음 수를 세게 합니다.
- 두 문제 이상 틀리면 S15(보충)를 먼저 합니다. 보충으로도 어려우면 초3 4차시 ‘곱셈구구로 몫 구하기’(KR22-G03-MAT-DIVFACT-L01)를 먼저 다시 합니다. ③만 틀리면 바로 앞 7차시 ‘(두 자리 수)×(두 자리 수)’(KR22-G03-MAT-MUL2X2-L01)와 5차시 ‘(두 자리 수)×(한 자리 수)’에서 곱셈을 복습합니다.
주의
- ①을 바둑돌로 세어 맞혀도 괜찮습니다. 다만 오늘은 ‘곱셈구구로 몫 찾기’를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묶고 남은 것 = 나머지(바둑돌)]
목적: 바둑돌을 4개씩 묶고 남은 것을 나머지로 나타내는 방법을 압니다.
시간: 약 3분
이렇게 말해 보세요
- “바둑돌 14개를 4개씩 묶어 보자. 몇 묶음이 되고 몇 개가 남아?”
- “이것을 14 ÷ 4 = 3 … 2라고 써. ‘14 나누기 4는 3이고, 나머지는 2’라고 읽어.”
예상 답
- “3묶음이고 2개가 남아요.”
막히면
- 실제 바둑돌 14개를 4개씩 접시에 담게 합니다. 접시가 3개 차고 2개가 남습니다.
주의
- 3을 ‘몫’, 2를 ‘나머지’라고 합니다. 점 세 개(…) 뒤에 나머지를 씁니다.
- 똑같이 나누기(4명에게 나누어 주기)로 생각해도 한 명에게 3개씩 주고 2개가 남아 같은 식이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나머지는 나누는 수보다 작다]
목적: 남은 돌이 나누는 수보다 많으면 한 묶음을 더 만들 수 있으므로, 나머지는 언제나 나누는 수보다 작다는 것을 압니다.
시간: 약 2분
이렇게 말해 보세요
- “1묶음만 묶으면 10개가 남지? 남은 10개로 또 묶을 수 있어?”
- “3묶음이면 2개가 남아. 2개로는 4개 묶음을 만들 수 있을까? 4묶음을 만들려면 몇 개가 필요해?”
예상 답
- “2개로는 못 묶어요. 4묶음은 16개가 필요한데 14개밖에 없어요.”
막히면
- 바둑돌을 4개씩 하나씩 묶어 가며 남은 돌을 세어 표와 같이 말하게 합니다.
주의
- 나머지가 0이면 ‘나누어떨어진다’고 합니다. 예: 12 ÷ 4 = 3(나머지 0).
- 몫은 곱셈구구에서 14를 넘지 않는 가장 큰 4단 곱(4 × 3 = 12)을 찾으면 바로 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연습(몫과 나머지)]
목적: 도움을 받으며 곱셈구구로 몫을 찾고 나머지를 구합니다.
시간: 약 3분
이렇게 말해 보세요
- “①은 5단에서 17을 넘지 않는 가장 큰 곱이 뭐야? 그러면 몇 묶음이고 몇 개가 남아?”
- “나머지가 5보다 작은지도 꼭 봐.”
정답
- ① 3 … 2 (5 × 3 = 15)
- ② 7 … 1 (3 × 7 = 21)
- ③ 7 … 2 (4 × 7 = 28)
막히면
- 바둑돌을 실제로 묶어 셉니다. 곱셈구구를 한 줄씩 말하며 넘는 곳에서 멈추게 합니다(4, 8, 12, … 28, 32는 30을 넘어요).
주의
- ③을 6 … 6이라고 하면 “남은 6개로 4개 묶음을 더 만들 수 있어?”라고 묻습니다(M1).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곱셈으로 확인하기]
목적: ‘나누는 수 × 몫 + 나머지 = 나누어지는 수’로 나눗셈이 맞았는지 확인하는 방법을 압니다.
시간: 약 3분
이렇게 말해 보세요
- “4개씩 3묶음은 몇 개야? 거기에 남은 2개를 더하면?”
- “처음에 바둑돌이 몇 개였지? 같으면 나눗셈이 맞은 거야.”
예상 답
- “12개요. 2를 더하면 14개, 처음과 같아요.”
막히면
- 오른쪽 그림의 묶음과 남은 돌을 손가락으로 짚으며 함께 셉니다.
주의
- 곱셈 확인과 함께 ‘나머지 &lt; 나누는 수’도 확인해야 합니다. 14 ÷ 4 = 2 … 6도 4 × 2 + 6 = 14가 되지만 틀린 답입니다(S10).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(두 자리 수)÷(한 자리 수): 십부터 똑같이 나누기]
목적: 57을 수 모형으로 4명에게 똑같이 나누며, 십 모형부터 나누고 남은 십을 일로 바꾸어 이어서 나눈다는 것을 봅니다.
시간: 약 3분
이렇게 말해 보세요
- “57은 십 모형 5개, 일 모형 7개야. 4명에게 십 모형을 먼저 1개씩 나누어 주면 십 모형이 몇 개 남아?”
- “남은 십 모형 1개를 일 모형 10개로 바꾸면 일 모형이 모두 몇 개야? 그걸 4명에게 똑같이 나누면?”
예상 답
- “십 모형 1개가 남아요.” “일 모형 17개요. 4개씩 주면 1개가 남아요.”
- “한 명이 14씩, 1이 남아요.”
막히면
- 종이 수 모형과 접시 4개로 직접 나누어 봅니다. 십 모형 1개를 일 모형 10개와 바꾸는 장면을 꼭 보여 줍니다.
주의
- 그림은 나누어 준 결과입니다. 한 사람 몫이 14(십 1개, 일 4개)이고 일 모형 1개가 남았습니다.
- 십의 자리에서 남은 1은 ‘10’입니다. 이것을 일의 자리 7과 합쳐 17로 나누는 것이 세로 나눗셈의 핵심입니다(M2).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세로 나눗셈 시범(몫 두 자리, 나머지 있음)]
목적: S07에서 수 모형으로 한 일을 세로 나눗셈으로 쓰는 방법을 시범으로 보여 줍니다.
시간: 약 4분
이렇게 말해 보세요
- “57 ÷ 4를 세로로 써 보자. 먼저 십의 자리 5를 4로 나눠. 몫 1을 십의 자리 위에 쓰고, 4 × 1 = 4를 5 아래에 써서 빼면 1이 남아.”
- “남은 1은 십 1개야. 일의 자리 7을 내려 17을 만들어. 17 ÷ 4는 4 … 1이니까 몫의 일의 자리에 4를 써.”
- “몫은 14, 나머지는 1이야. 4 × 14 + 1을 계산하면 57이 되는지 확인해 볼까?”
예상 답
- “14 … 1이에요. 4 × 14 = 56, 56 + 1 = 57이라 맞아요.”
막히면
- S07의 수 모형과 나란히 보여 주며 ‘17 = 남은 십 1개(10) + 일 7개’라고 짚어 줍니다.
- 칸 공책에 함께 따라 씁니다.
주의
- 표의 맨 윗줄이 몫, 둘째 줄의 4)57이 ‘57 ÷ 4’입니다. 공책에는 57 위에 가로줄을 긋고 몫을 그 위에 씁니다.
- 아래로 내려가며 ‘곱해서 쓰고 → 빼고 → 다음 숫자 내리기’를 되풀이합니다.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연습(세로 나눗셈)]
목적: 도움을 받으며 (두 자리 수)÷(한 자리 수)를 세로로 계산하고 곱셈으로 확인합니다.
시간: 약 4분
이렇게 말해 보세요
- “①은 오른쪽 세로 칸에 써 보자. 십의 자리 4를 3으로 나누면?”
- “③은 십의 자리 3을 6으로 나눌 수 있을까? 그러면 38을 한꺼번에 6으로 나눠 봐.”
정답
- ① 15 … 2 (4 ÷ 3 = 1 … 1, 17 ÷ 3 = 5 … 2 / 확인 3 × 15 + 2 = 47)
- ② 16 … 1 (6 ÷ 4 = 1 … 2, 25 ÷ 4 = 6 … 1 / 확인 4 × 16 + 1 = 65)
- ③ 6 … 2 (확인 6 × 6 + 2 = 38)
막히면
- S08을 다시 보며 ‘곱해서 쓰고 → 빼고 → 내리기’를 함께 말합니다.
- 17 ÷ 3처럼 일의 자리 계산에서 막히면 3단 곱셈구구를 함께 외어 17을 넘지 않는 곱(15)을 찾습니다.
주의
- ③은 몫이 한 자리 수입니다. 몫 6을 십의 자리 위에 쓰면 60으로 읽히므로 일의 자리 위에 씁니다(M3).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비교(나머지가 나누는 수보다 큼)]
목적: 곱셈 확인이 맞아도 나머지가 나누는 수보다 크면 틀린 답이라는 것을 압니다(M1).
시간: 약 3분
이렇게 말해 보세요
- “토끼도 곰도 곱셈으로 확인하면 29가 돼. 그런데 둘 중 하나만 맞아. 누구일까?”
- “토끼의 나머지 5개로 4개 묶음을 하나 더 만들 수 있을까?”
예상 답
- “곰이요. 5개 남으면 4개를 또 묶을 수 있어요.”
정답
- 곰이 맞습니다. 29 ÷ 4 = 7 … 1.
- 토끼의 나머지 5는 나누는 수 4보다 커서 4개를 한 묶음 더 묶을 수 있습니다. 나머지는 나누는 수보다 작아야 합니다.
막히면
- 바둑돌 29개를 4개씩 6묶음 묶고 5개를 남겨 놓은 뒤, 남은 5개에서 4개를 더 묶어 보게 합니다.
주의
- 확인할 때 두 가지를 모두 봅니다. ① 나누는 수 × 몫 + 나머지 = 처음 수, ② 나머지 &lt; 나누는 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몫과 나머지를 구하고, 곱셈으로 확인하는지 봅니다.
시간: 약 4분
이렇게 말해 보세요
- “이번에는 혼자 공책에 풀어 볼래? ②, ③은 세로로 해. ④는 ③이 맞는지 곱셈식을 써서 확인해 줘.”
정답
- ① 8 … 2
- ② 14 … 3
- ③ 12 … 3
- ④ 6 × 12 + 3 = 75, 나머지 3은 6보다 작음
막히면
- 바로 알려 주지 말고 “십의 자리에서 남은 것은 어떻게 했지?” 또는 “나머지가 나누는 수보다 작아?”라고만 묻습니다.
- 도움을 받아 해결했다면 기록표에 ‘도움’으로 표시합니다.
주의
- ④에서 처음 수 75가 나오지 않으면 스스로 ③을 다시 보게 합니다. 스스로 고쳤다면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곱셈으로 확인해서 어디가 틀렸는지 같이 찾아보자.”
정답
- ① 8 … 2 ② 14 … 3 ③ 12 … 3 ④ 6 × 12 + 3 = 75
막히면
- 나머지가 나누는 수보다 크면 S10으로, 십의 자리에서 남은 것을 내리지 않았으면 S07·S08로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확인(나머지 조건과 곱셈 확인)]
목적: 처음 보는 문제에서 나머지 조건과 곱셈 확인을 함께 써서 답을 고르는지 확인합니다.
시간: 약 2분
이렇게 말해 보세요
- “50 ÷ 7의 답으로 알맞은 것은 무엇일까? 가와 다는 왜 틀렸는지도 말해 줘.”
정답
- 나(7 … 1). 7 × 7 + 1 = 50이고 나머지 1은 7보다 작습니다.
- 가는 7 × 6 + 8 = 50이 되지만 나머지 8이 7보다 커서 틀렸습니다. 다는 7 × 7 + 3 = 52라서 처음 수 50이 되지 않습니다.
막히면
- “7단에서 50을 넘지 않는 가장 큰 곱은?”이라고 묻고, 세 답을 하나씩 곱셈으로 확인합니다.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“나머지는 어떤 수보다 작아야 했지? 나눗셈이 맞았는지 어떻게 확인해?”
예상 답
- “나누는 수보다 작아야 해요.” “나누는 수와 몫을 곱하고 나머지를 더해요.”
정답
- ① 6 … 1 ② 12 … 3 ③ 15 … 1
막히면
- S06과 S10을 다시 보며 확인하는 두 가지를 함께 말합니다.
주의
- 다음 차시는 세 자리 수를 나눕니다. 오늘처럼 높은 자리부터 나누고 남은 것을 내립니다.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보충(곱셈구구로 몫 구하기)]
목적: S02에서 곱셈구구로 몫 구하기가 흔들리면, 묶어 세기와 곱셈구구를 다시 연결합니다.
시간: 약 5분
이렇게 말해 보세요
- “바둑돌 20개를 4개씩 묶으면 몇 묶음이야? 4단에서 곱이 20인 것은?”
- “그러면 24 ÷ 4는? 4단에서 24를 찾아볼까?”
정답
- 20 ÷ 4 = 5(4 × 5 = 20)
- 24 ÷ 4 = 6(4 × 6 = 24)
막히면
- 바둑돌을 실제로 4개씩 접시에 담고, 접시 수를 셉니다. 4단을 함께 외며 손가락으로 묶음 수를 셉니다.
주의
- 보충으로도 어려우면 초3 4차시 ‘곱셈구구로 몫 구하기’(KR22-G03-MAT-DIVFACT-L01)를 먼저 다시 합니다. 계획상 바로 앞 차시는 7차시 ‘(두 자리 수)×(두 자리 수)’(KR22-G03-MAT-MUL2X2-L01)입니다.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나머지가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나머지가 있는 나눗셈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묶으면?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65388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20252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5116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299802" y="11100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65388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20252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5116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29980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65388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20252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75116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29980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8653882" y="27560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9202522" y="27560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figure15" descr="바둑돌 14개(한 줄에 4개씩 3줄과 2개)"/>
          <p:cNvSpPr/>
          <p:nvPr/>
        </p:nvSpPr>
        <p:spPr>
          <a:xfrm>
            <a:off x="8549640" y="100584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1-card1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나머지를 알고, 나누는 수보다 작은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세로로 나누고, 곱셈으로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1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÷ 4 = □</a:t>
            </a:r>
            <a:endParaRPr lang="ko-KR" sz="3400" dirty="0"/>
          </a:p>
        </p:txBody>
      </p:sp>
      <p:sp>
        <p:nvSpPr>
          <p:cNvPr id="5" name="S02-chip2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2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42</a:t>
            </a:r>
            <a:endParaRPr lang="ko-KR" sz="3400" dirty="0"/>
          </a:p>
        </p:txBody>
      </p:sp>
      <p:sp>
        <p:nvSpPr>
          <p:cNvPr id="7" name="S02-chip2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묶고 남은 것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묶어요.</a:t>
            </a:r>
            <a:endParaRPr lang="ko-KR" sz="3000" dirty="0"/>
          </a:p>
        </p:txBody>
      </p:sp>
      <p:sp>
        <p:nvSpPr>
          <p:cNvPr id="4" name="S03-card25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2를 나머지라고 해요.</a:t>
            </a:r>
            <a:endParaRPr lang="ko-KR" sz="3000" dirty="0"/>
          </a:p>
        </p:txBody>
      </p:sp>
      <p:sp>
        <p:nvSpPr>
          <p:cNvPr id="6" name="S03-dot27"/>
          <p:cNvSpPr/>
          <p:nvPr/>
        </p:nvSpPr>
        <p:spPr>
          <a:xfrm>
            <a:off x="224851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8"/>
          <p:cNvSpPr/>
          <p:nvPr/>
        </p:nvSpPr>
        <p:spPr>
          <a:xfrm>
            <a:off x="279715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9"/>
          <p:cNvSpPr/>
          <p:nvPr/>
        </p:nvSpPr>
        <p:spPr>
          <a:xfrm>
            <a:off x="334579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0"/>
          <p:cNvSpPr/>
          <p:nvPr/>
        </p:nvSpPr>
        <p:spPr>
          <a:xfrm>
            <a:off x="3894430" y="241843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1"/>
          <p:cNvSpPr/>
          <p:nvPr/>
        </p:nvSpPr>
        <p:spPr>
          <a:xfrm>
            <a:off x="224851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2"/>
          <p:cNvSpPr/>
          <p:nvPr/>
        </p:nvSpPr>
        <p:spPr>
          <a:xfrm>
            <a:off x="279715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3"/>
          <p:cNvSpPr/>
          <p:nvPr/>
        </p:nvSpPr>
        <p:spPr>
          <a:xfrm>
            <a:off x="334579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4"/>
          <p:cNvSpPr/>
          <p:nvPr/>
        </p:nvSpPr>
        <p:spPr>
          <a:xfrm>
            <a:off x="3894430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5"/>
          <p:cNvSpPr/>
          <p:nvPr/>
        </p:nvSpPr>
        <p:spPr>
          <a:xfrm>
            <a:off x="224851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6"/>
          <p:cNvSpPr/>
          <p:nvPr/>
        </p:nvSpPr>
        <p:spPr>
          <a:xfrm>
            <a:off x="279715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7"/>
          <p:cNvSpPr/>
          <p:nvPr/>
        </p:nvSpPr>
        <p:spPr>
          <a:xfrm>
            <a:off x="334579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38"/>
          <p:cNvSpPr/>
          <p:nvPr/>
        </p:nvSpPr>
        <p:spPr>
          <a:xfrm>
            <a:off x="3894430" y="351571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39"/>
          <p:cNvSpPr/>
          <p:nvPr/>
        </p:nvSpPr>
        <p:spPr>
          <a:xfrm>
            <a:off x="2171700" y="235077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0"/>
          <p:cNvSpPr/>
          <p:nvPr/>
        </p:nvSpPr>
        <p:spPr>
          <a:xfrm>
            <a:off x="2171700" y="289941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1"/>
          <p:cNvSpPr/>
          <p:nvPr/>
        </p:nvSpPr>
        <p:spPr>
          <a:xfrm>
            <a:off x="2171700" y="3448050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2" descr="바둑돌 4개씩 3묶음, 12개"/>
          <p:cNvSpPr/>
          <p:nvPr/>
        </p:nvSpPr>
        <p:spPr>
          <a:xfrm>
            <a:off x="2144268" y="2314194"/>
            <a:ext cx="21945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4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</a:t>
            </a:r>
            <a:endParaRPr lang="ko-KR" sz="2400" dirty="0"/>
          </a:p>
        </p:txBody>
      </p:sp>
      <p:sp>
        <p:nvSpPr>
          <p:cNvPr id="23" name="S03-dot44"/>
          <p:cNvSpPr/>
          <p:nvPr/>
        </p:nvSpPr>
        <p:spPr>
          <a:xfrm>
            <a:off x="8503006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45"/>
          <p:cNvSpPr/>
          <p:nvPr/>
        </p:nvSpPr>
        <p:spPr>
          <a:xfrm>
            <a:off x="9051646" y="296707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figure46" descr="남은 바둑돌 2개"/>
          <p:cNvSpPr/>
          <p:nvPr/>
        </p:nvSpPr>
        <p:spPr>
          <a:xfrm>
            <a:off x="8398764" y="2862834"/>
            <a:ext cx="10972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3-label47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4보다 작아요</a:t>
            </a:r>
            <a:endParaRPr lang="ko-KR" sz="4000" dirty="0"/>
          </a:p>
        </p:txBody>
      </p:sp>
      <p:sp>
        <p:nvSpPr>
          <p:cNvPr id="3" name="S04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14개를 4개씩 몇 묶음까지 묶을까요?</a:t>
            </a:r>
            <a:endParaRPr lang="ko-KR" sz="3000" dirty="0"/>
          </a:p>
        </p:txBody>
      </p:sp>
      <p:sp>
        <p:nvSpPr>
          <p:cNvPr id="4" name="S04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돌이 4개보다 적어질 때까지 묶어요.</a:t>
            </a:r>
            <a:endParaRPr lang="ko-KR" sz="3000" dirty="0"/>
          </a:p>
        </p:txBody>
      </p:sp>
      <p:graphicFrame>
        <p:nvGraphicFramePr>
          <p:cNvPr id="5" name="S04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286635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모자라요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 구하기</a:t>
            </a:r>
            <a:endParaRPr lang="ko-KR" sz="40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묶어 보고 몫과 나머지를 써요.</a:t>
            </a:r>
            <a:endParaRPr lang="ko-KR" sz="3000" dirty="0"/>
          </a:p>
        </p:txBody>
      </p:sp>
      <p:sp>
        <p:nvSpPr>
          <p:cNvPr id="4" name="S05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곱셈구구에서 넘지 않는 가장 큰 곱을 찾아요.</a:t>
            </a:r>
            <a:endParaRPr lang="ko-KR" sz="3000" dirty="0"/>
          </a:p>
        </p:txBody>
      </p:sp>
      <p:sp>
        <p:nvSpPr>
          <p:cNvPr id="6" name="S05-chip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÷ 5 = □ … □</a:t>
            </a:r>
            <a:endParaRPr lang="ko-KR" sz="3400" dirty="0"/>
          </a:p>
        </p:txBody>
      </p:sp>
      <p:sp>
        <p:nvSpPr>
          <p:cNvPr id="8" name="S05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÷ 3 = □ … □</a:t>
            </a:r>
            <a:endParaRPr lang="ko-KR" sz="3400" dirty="0"/>
          </a:p>
        </p:txBody>
      </p:sp>
      <p:sp>
        <p:nvSpPr>
          <p:cNvPr id="10" name="S05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확인해요</a:t>
            </a:r>
            <a:endParaRPr lang="ko-KR" sz="4000" dirty="0"/>
          </a:p>
        </p:txBody>
      </p:sp>
      <p:sp>
        <p:nvSpPr>
          <p:cNvPr id="3" name="S06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2가 나누는 수 4보다 작은지도 봐요.</a:t>
            </a:r>
            <a:endParaRPr lang="ko-KR" sz="3000" dirty="0"/>
          </a:p>
        </p:txBody>
      </p:sp>
      <p:sp>
        <p:nvSpPr>
          <p:cNvPr id="5" name="S06-eqtext6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3400" dirty="0"/>
          </a:p>
        </p:txBody>
      </p:sp>
      <p:sp>
        <p:nvSpPr>
          <p:cNvPr id="6" name="S06-dot64"/>
          <p:cNvSpPr/>
          <p:nvPr/>
        </p:nvSpPr>
        <p:spPr>
          <a:xfrm>
            <a:off x="743686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65"/>
          <p:cNvSpPr/>
          <p:nvPr/>
        </p:nvSpPr>
        <p:spPr>
          <a:xfrm>
            <a:off x="784834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66"/>
          <p:cNvSpPr/>
          <p:nvPr/>
        </p:nvSpPr>
        <p:spPr>
          <a:xfrm>
            <a:off x="825982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67"/>
          <p:cNvSpPr/>
          <p:nvPr/>
        </p:nvSpPr>
        <p:spPr>
          <a:xfrm>
            <a:off x="8671301" y="308198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68"/>
          <p:cNvSpPr/>
          <p:nvPr/>
        </p:nvSpPr>
        <p:spPr>
          <a:xfrm>
            <a:off x="743686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69"/>
          <p:cNvSpPr/>
          <p:nvPr/>
        </p:nvSpPr>
        <p:spPr>
          <a:xfrm>
            <a:off x="784834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70"/>
          <p:cNvSpPr/>
          <p:nvPr/>
        </p:nvSpPr>
        <p:spPr>
          <a:xfrm>
            <a:off x="825982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71"/>
          <p:cNvSpPr/>
          <p:nvPr/>
        </p:nvSpPr>
        <p:spPr>
          <a:xfrm>
            <a:off x="8671301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72"/>
          <p:cNvSpPr/>
          <p:nvPr/>
        </p:nvSpPr>
        <p:spPr>
          <a:xfrm>
            <a:off x="743686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73"/>
          <p:cNvSpPr/>
          <p:nvPr/>
        </p:nvSpPr>
        <p:spPr>
          <a:xfrm>
            <a:off x="784834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74"/>
          <p:cNvSpPr/>
          <p:nvPr/>
        </p:nvSpPr>
        <p:spPr>
          <a:xfrm>
            <a:off x="825982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75"/>
          <p:cNvSpPr/>
          <p:nvPr/>
        </p:nvSpPr>
        <p:spPr>
          <a:xfrm>
            <a:off x="8671301" y="390494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76"/>
          <p:cNvSpPr/>
          <p:nvPr/>
        </p:nvSpPr>
        <p:spPr>
          <a:xfrm>
            <a:off x="7386112" y="304038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77"/>
          <p:cNvSpPr/>
          <p:nvPr/>
        </p:nvSpPr>
        <p:spPr>
          <a:xfrm>
            <a:off x="7386112" y="345186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78"/>
          <p:cNvSpPr/>
          <p:nvPr/>
        </p:nvSpPr>
        <p:spPr>
          <a:xfrm>
            <a:off x="7386112" y="3863340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79" descr="4개씩 3묶음, 12개"/>
          <p:cNvSpPr/>
          <p:nvPr/>
        </p:nvSpPr>
        <p:spPr>
          <a:xfrm>
            <a:off x="7358680" y="3003804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label80"/>
          <p:cNvSpPr txBox="1"/>
          <p:nvPr/>
        </p:nvSpPr>
        <p:spPr>
          <a:xfrm>
            <a:off x="7135429" y="4709160"/>
            <a:ext cx="20924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</a:t>
            </a:r>
            <a:endParaRPr lang="ko-KR" sz="2400" dirty="0"/>
          </a:p>
        </p:txBody>
      </p:sp>
      <p:sp>
        <p:nvSpPr>
          <p:cNvPr id="23" name="S06-dot81"/>
          <p:cNvSpPr/>
          <p:nvPr/>
        </p:nvSpPr>
        <p:spPr>
          <a:xfrm>
            <a:off x="10260802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82"/>
          <p:cNvSpPr/>
          <p:nvPr/>
        </p:nvSpPr>
        <p:spPr>
          <a:xfrm>
            <a:off x="10672282" y="3493465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figure83" descr="남은 2개"/>
          <p:cNvSpPr/>
          <p:nvPr/>
        </p:nvSpPr>
        <p:spPr>
          <a:xfrm>
            <a:off x="10182621" y="3415284"/>
            <a:ext cx="822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label84"/>
          <p:cNvSpPr txBox="1"/>
          <p:nvPr/>
        </p:nvSpPr>
        <p:spPr>
          <a:xfrm>
            <a:off x="9547890" y="4709160"/>
            <a:ext cx="20924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</a:t>
            </a:r>
            <a:endParaRPr lang="ko-KR" sz="2400" dirty="0"/>
          </a:p>
        </p:txBody>
      </p:sp>
      <p:sp>
        <p:nvSpPr>
          <p:cNvPr id="27" name="S06-stepno85"/>
          <p:cNvSpPr txBox="1"/>
          <p:nvPr/>
        </p:nvSpPr>
        <p:spPr>
          <a:xfrm>
            <a:off x="548640" y="2726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6-text86"/>
          <p:cNvSpPr txBox="1"/>
          <p:nvPr/>
        </p:nvSpPr>
        <p:spPr>
          <a:xfrm>
            <a:off x="1325880" y="2680716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400" dirty="0"/>
          </a:p>
        </p:txBody>
      </p:sp>
      <p:sp>
        <p:nvSpPr>
          <p:cNvPr id="29" name="S06-stepno87"/>
          <p:cNvSpPr txBox="1"/>
          <p:nvPr/>
        </p:nvSpPr>
        <p:spPr>
          <a:xfrm>
            <a:off x="548640" y="3634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6-text88"/>
          <p:cNvSpPr txBox="1"/>
          <p:nvPr/>
        </p:nvSpPr>
        <p:spPr>
          <a:xfrm>
            <a:off x="1325880" y="3589020"/>
            <a:ext cx="5443789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나머지를 더해요: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+ 2 = 14</a:t>
            </a:r>
            <a:endParaRPr lang="ko-KR" sz="2400" dirty="0"/>
          </a:p>
        </p:txBody>
      </p:sp>
      <p:sp>
        <p:nvSpPr>
          <p:cNvPr id="31" name="S06-stepno89"/>
          <p:cNvSpPr txBox="1"/>
          <p:nvPr/>
        </p:nvSpPr>
        <p:spPr>
          <a:xfrm>
            <a:off x="548640" y="4497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2" name="S06-text90"/>
          <p:cNvSpPr txBox="1"/>
          <p:nvPr/>
        </p:nvSpPr>
        <p:spPr>
          <a:xfrm>
            <a:off x="1325880" y="4497324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 14가 되면 맞아요.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57을 4명이 나누어요</a:t>
            </a:r>
            <a:endParaRPr lang="ko-KR" sz="4000" dirty="0"/>
          </a:p>
        </p:txBody>
      </p:sp>
      <p:sp>
        <p:nvSpPr>
          <p:cNvPr id="3" name="S07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십을 1개씩 나누고, 남은 십 1개는 일 10개로 바꿔요.</a:t>
            </a:r>
            <a:endParaRPr lang="ko-KR" sz="3000" dirty="0"/>
          </a:p>
        </p:txBody>
      </p:sp>
      <p:sp>
        <p:nvSpPr>
          <p:cNvPr id="4" name="S07-card9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9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÷ 4 = 14 …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명이 14씩 갖고, 1이 남아요.</a:t>
            </a:r>
            <a:endParaRPr lang="ko-KR" sz="3000" dirty="0"/>
          </a:p>
        </p:txBody>
      </p:sp>
      <p:sp>
        <p:nvSpPr>
          <p:cNvPr id="6" name="S07-rod94"/>
          <p:cNvSpPr/>
          <p:nvPr/>
        </p:nvSpPr>
        <p:spPr>
          <a:xfrm>
            <a:off x="1238098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line95"/>
          <p:cNvSpPr/>
          <p:nvPr/>
        </p:nvSpPr>
        <p:spPr>
          <a:xfrm>
            <a:off x="1238098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96"/>
          <p:cNvSpPr/>
          <p:nvPr/>
        </p:nvSpPr>
        <p:spPr>
          <a:xfrm>
            <a:off x="1238098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97"/>
          <p:cNvSpPr/>
          <p:nvPr/>
        </p:nvSpPr>
        <p:spPr>
          <a:xfrm>
            <a:off x="1238098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98"/>
          <p:cNvSpPr/>
          <p:nvPr/>
        </p:nvSpPr>
        <p:spPr>
          <a:xfrm>
            <a:off x="1238098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99"/>
          <p:cNvSpPr/>
          <p:nvPr/>
        </p:nvSpPr>
        <p:spPr>
          <a:xfrm>
            <a:off x="1238098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100"/>
          <p:cNvSpPr/>
          <p:nvPr/>
        </p:nvSpPr>
        <p:spPr>
          <a:xfrm>
            <a:off x="1238098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101"/>
          <p:cNvSpPr/>
          <p:nvPr/>
        </p:nvSpPr>
        <p:spPr>
          <a:xfrm>
            <a:off x="1238098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102"/>
          <p:cNvSpPr/>
          <p:nvPr/>
        </p:nvSpPr>
        <p:spPr>
          <a:xfrm>
            <a:off x="1238098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103"/>
          <p:cNvSpPr/>
          <p:nvPr/>
        </p:nvSpPr>
        <p:spPr>
          <a:xfrm>
            <a:off x="1238098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unit104"/>
          <p:cNvSpPr/>
          <p:nvPr/>
        </p:nvSpPr>
        <p:spPr>
          <a:xfrm>
            <a:off x="1559966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unit105"/>
          <p:cNvSpPr/>
          <p:nvPr/>
        </p:nvSpPr>
        <p:spPr>
          <a:xfrm>
            <a:off x="1559966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unit106"/>
          <p:cNvSpPr/>
          <p:nvPr/>
        </p:nvSpPr>
        <p:spPr>
          <a:xfrm>
            <a:off x="1559966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unit107"/>
          <p:cNvSpPr/>
          <p:nvPr/>
        </p:nvSpPr>
        <p:spPr>
          <a:xfrm>
            <a:off x="1559966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108" descr="한 명의 몫: 십 모형 1개, 일 모형 4개(14)"/>
          <p:cNvSpPr/>
          <p:nvPr/>
        </p:nvSpPr>
        <p:spPr>
          <a:xfrm>
            <a:off x="54864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7-label109"/>
          <p:cNvSpPr txBox="1"/>
          <p:nvPr/>
        </p:nvSpPr>
        <p:spPr>
          <a:xfrm>
            <a:off x="548640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22" name="S07-rod110"/>
          <p:cNvSpPr/>
          <p:nvPr/>
        </p:nvSpPr>
        <p:spPr>
          <a:xfrm>
            <a:off x="3520440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line111"/>
          <p:cNvSpPr/>
          <p:nvPr/>
        </p:nvSpPr>
        <p:spPr>
          <a:xfrm>
            <a:off x="3520440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112"/>
          <p:cNvSpPr/>
          <p:nvPr/>
        </p:nvSpPr>
        <p:spPr>
          <a:xfrm>
            <a:off x="3520440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113"/>
          <p:cNvSpPr/>
          <p:nvPr/>
        </p:nvSpPr>
        <p:spPr>
          <a:xfrm>
            <a:off x="3520440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114"/>
          <p:cNvSpPr/>
          <p:nvPr/>
        </p:nvSpPr>
        <p:spPr>
          <a:xfrm>
            <a:off x="3520440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115"/>
          <p:cNvSpPr/>
          <p:nvPr/>
        </p:nvSpPr>
        <p:spPr>
          <a:xfrm>
            <a:off x="3520440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116"/>
          <p:cNvSpPr/>
          <p:nvPr/>
        </p:nvSpPr>
        <p:spPr>
          <a:xfrm>
            <a:off x="3520440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117"/>
          <p:cNvSpPr/>
          <p:nvPr/>
        </p:nvSpPr>
        <p:spPr>
          <a:xfrm>
            <a:off x="3520440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118"/>
          <p:cNvSpPr/>
          <p:nvPr/>
        </p:nvSpPr>
        <p:spPr>
          <a:xfrm>
            <a:off x="3520440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119"/>
          <p:cNvSpPr/>
          <p:nvPr/>
        </p:nvSpPr>
        <p:spPr>
          <a:xfrm>
            <a:off x="3520440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unit120"/>
          <p:cNvSpPr/>
          <p:nvPr/>
        </p:nvSpPr>
        <p:spPr>
          <a:xfrm>
            <a:off x="3842309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unit121"/>
          <p:cNvSpPr/>
          <p:nvPr/>
        </p:nvSpPr>
        <p:spPr>
          <a:xfrm>
            <a:off x="3842309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unit122"/>
          <p:cNvSpPr/>
          <p:nvPr/>
        </p:nvSpPr>
        <p:spPr>
          <a:xfrm>
            <a:off x="3842309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unit123"/>
          <p:cNvSpPr/>
          <p:nvPr/>
        </p:nvSpPr>
        <p:spPr>
          <a:xfrm>
            <a:off x="3842309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figure124" descr="한 명의 몫: 14"/>
          <p:cNvSpPr/>
          <p:nvPr/>
        </p:nvSpPr>
        <p:spPr>
          <a:xfrm>
            <a:off x="2830982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7-label125"/>
          <p:cNvSpPr txBox="1"/>
          <p:nvPr/>
        </p:nvSpPr>
        <p:spPr>
          <a:xfrm>
            <a:off x="2830982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ko-KR" sz="2400" dirty="0"/>
          </a:p>
        </p:txBody>
      </p:sp>
      <p:sp>
        <p:nvSpPr>
          <p:cNvPr id="38" name="S07-rod126"/>
          <p:cNvSpPr/>
          <p:nvPr/>
        </p:nvSpPr>
        <p:spPr>
          <a:xfrm>
            <a:off x="5802782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line127"/>
          <p:cNvSpPr/>
          <p:nvPr/>
        </p:nvSpPr>
        <p:spPr>
          <a:xfrm>
            <a:off x="5802782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128"/>
          <p:cNvSpPr/>
          <p:nvPr/>
        </p:nvSpPr>
        <p:spPr>
          <a:xfrm>
            <a:off x="5802782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129"/>
          <p:cNvSpPr/>
          <p:nvPr/>
        </p:nvSpPr>
        <p:spPr>
          <a:xfrm>
            <a:off x="5802782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130"/>
          <p:cNvSpPr/>
          <p:nvPr/>
        </p:nvSpPr>
        <p:spPr>
          <a:xfrm>
            <a:off x="5802782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131"/>
          <p:cNvSpPr/>
          <p:nvPr/>
        </p:nvSpPr>
        <p:spPr>
          <a:xfrm>
            <a:off x="5802782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132"/>
          <p:cNvSpPr/>
          <p:nvPr/>
        </p:nvSpPr>
        <p:spPr>
          <a:xfrm>
            <a:off x="5802782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133"/>
          <p:cNvSpPr/>
          <p:nvPr/>
        </p:nvSpPr>
        <p:spPr>
          <a:xfrm>
            <a:off x="5802782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134"/>
          <p:cNvSpPr/>
          <p:nvPr/>
        </p:nvSpPr>
        <p:spPr>
          <a:xfrm>
            <a:off x="5802782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135"/>
          <p:cNvSpPr/>
          <p:nvPr/>
        </p:nvSpPr>
        <p:spPr>
          <a:xfrm>
            <a:off x="5802782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unit136"/>
          <p:cNvSpPr/>
          <p:nvPr/>
        </p:nvSpPr>
        <p:spPr>
          <a:xfrm>
            <a:off x="6124651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unit137"/>
          <p:cNvSpPr/>
          <p:nvPr/>
        </p:nvSpPr>
        <p:spPr>
          <a:xfrm>
            <a:off x="6124651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unit138"/>
          <p:cNvSpPr/>
          <p:nvPr/>
        </p:nvSpPr>
        <p:spPr>
          <a:xfrm>
            <a:off x="6124651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unit139"/>
          <p:cNvSpPr/>
          <p:nvPr/>
        </p:nvSpPr>
        <p:spPr>
          <a:xfrm>
            <a:off x="6124651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7-figure140" descr="한 명의 몫: 14"/>
          <p:cNvSpPr/>
          <p:nvPr/>
        </p:nvSpPr>
        <p:spPr>
          <a:xfrm>
            <a:off x="5113325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7-label141"/>
          <p:cNvSpPr txBox="1"/>
          <p:nvPr/>
        </p:nvSpPr>
        <p:spPr>
          <a:xfrm>
            <a:off x="5113325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ko-KR" sz="2400" dirty="0"/>
          </a:p>
        </p:txBody>
      </p:sp>
      <p:sp>
        <p:nvSpPr>
          <p:cNvPr id="54" name="S07-rod142"/>
          <p:cNvSpPr/>
          <p:nvPr/>
        </p:nvSpPr>
        <p:spPr>
          <a:xfrm>
            <a:off x="8085125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line143"/>
          <p:cNvSpPr/>
          <p:nvPr/>
        </p:nvSpPr>
        <p:spPr>
          <a:xfrm>
            <a:off x="8085125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144"/>
          <p:cNvSpPr/>
          <p:nvPr/>
        </p:nvSpPr>
        <p:spPr>
          <a:xfrm>
            <a:off x="8085125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145"/>
          <p:cNvSpPr/>
          <p:nvPr/>
        </p:nvSpPr>
        <p:spPr>
          <a:xfrm>
            <a:off x="8085125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146"/>
          <p:cNvSpPr/>
          <p:nvPr/>
        </p:nvSpPr>
        <p:spPr>
          <a:xfrm>
            <a:off x="8085125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147"/>
          <p:cNvSpPr/>
          <p:nvPr/>
        </p:nvSpPr>
        <p:spPr>
          <a:xfrm>
            <a:off x="8085125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148"/>
          <p:cNvSpPr/>
          <p:nvPr/>
        </p:nvSpPr>
        <p:spPr>
          <a:xfrm>
            <a:off x="8085125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149"/>
          <p:cNvSpPr/>
          <p:nvPr/>
        </p:nvSpPr>
        <p:spPr>
          <a:xfrm>
            <a:off x="8085125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150"/>
          <p:cNvSpPr/>
          <p:nvPr/>
        </p:nvSpPr>
        <p:spPr>
          <a:xfrm>
            <a:off x="8085125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151"/>
          <p:cNvSpPr/>
          <p:nvPr/>
        </p:nvSpPr>
        <p:spPr>
          <a:xfrm>
            <a:off x="8085125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unit152"/>
          <p:cNvSpPr/>
          <p:nvPr/>
        </p:nvSpPr>
        <p:spPr>
          <a:xfrm>
            <a:off x="8406994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unit153"/>
          <p:cNvSpPr/>
          <p:nvPr/>
        </p:nvSpPr>
        <p:spPr>
          <a:xfrm>
            <a:off x="8406994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unit154"/>
          <p:cNvSpPr/>
          <p:nvPr/>
        </p:nvSpPr>
        <p:spPr>
          <a:xfrm>
            <a:off x="8406994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unit155"/>
          <p:cNvSpPr/>
          <p:nvPr/>
        </p:nvSpPr>
        <p:spPr>
          <a:xfrm>
            <a:off x="8406994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figure156" descr="한 명의 몫: 14"/>
          <p:cNvSpPr/>
          <p:nvPr/>
        </p:nvSpPr>
        <p:spPr>
          <a:xfrm>
            <a:off x="7395667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07-label157"/>
          <p:cNvSpPr txBox="1"/>
          <p:nvPr/>
        </p:nvSpPr>
        <p:spPr>
          <a:xfrm>
            <a:off x="7395667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ko-KR" sz="2400" dirty="0"/>
          </a:p>
        </p:txBody>
      </p:sp>
      <p:sp>
        <p:nvSpPr>
          <p:cNvPr id="70" name="S07-unit158"/>
          <p:cNvSpPr/>
          <p:nvPr/>
        </p:nvSpPr>
        <p:spPr>
          <a:xfrm>
            <a:off x="10528402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figure159" descr="남은 일 모형 1개"/>
          <p:cNvSpPr/>
          <p:nvPr/>
        </p:nvSpPr>
        <p:spPr>
          <a:xfrm>
            <a:off x="967801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07-label160"/>
          <p:cNvSpPr txBox="1"/>
          <p:nvPr/>
        </p:nvSpPr>
        <p:spPr>
          <a:xfrm>
            <a:off x="9678010" y="433578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나누어요</a:t>
            </a:r>
            <a:endParaRPr lang="ko-KR" sz="4000" dirty="0"/>
          </a:p>
        </p:txBody>
      </p:sp>
      <p:sp>
        <p:nvSpPr>
          <p:cNvPr id="3" name="S08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14 + 1 = 57</a:t>
            </a:r>
            <a:endParaRPr lang="ko-KR" sz="3000" dirty="0"/>
          </a:p>
        </p:txBody>
      </p:sp>
      <p:graphicFrame>
        <p:nvGraphicFramePr>
          <p:cNvPr id="9" name="S08-table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7909" y="1431925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8-stepno164"/>
          <p:cNvSpPr txBox="1"/>
          <p:nvPr/>
        </p:nvSpPr>
        <p:spPr>
          <a:xfrm>
            <a:off x="548640" y="17343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165"/>
          <p:cNvSpPr txBox="1"/>
          <p:nvPr/>
        </p:nvSpPr>
        <p:spPr>
          <a:xfrm>
            <a:off x="1325880" y="1688592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÷ 4 = 1 … 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1</a:t>
            </a:r>
            <a:endParaRPr lang="ko-KR" sz="3000" dirty="0"/>
          </a:p>
        </p:txBody>
      </p:sp>
      <p:sp>
        <p:nvSpPr>
          <p:cNvPr id="8" name="S08-stepno166"/>
          <p:cNvSpPr txBox="1"/>
          <p:nvPr/>
        </p:nvSpPr>
        <p:spPr>
          <a:xfrm>
            <a:off x="548640" y="2782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167"/>
          <p:cNvSpPr txBox="1"/>
          <p:nvPr/>
        </p:nvSpPr>
        <p:spPr>
          <a:xfrm>
            <a:off x="1325880" y="278282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1(십)과 7을 합해 17</a:t>
            </a:r>
            <a:endParaRPr lang="ko-KR" sz="3000" dirty="0"/>
          </a:p>
        </p:txBody>
      </p:sp>
      <p:sp>
        <p:nvSpPr>
          <p:cNvPr id="10" name="S08-stepno168"/>
          <p:cNvSpPr txBox="1"/>
          <p:nvPr/>
        </p:nvSpPr>
        <p:spPr>
          <a:xfrm>
            <a:off x="548640" y="3496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169"/>
          <p:cNvSpPr txBox="1"/>
          <p:nvPr/>
        </p:nvSpPr>
        <p:spPr>
          <a:xfrm>
            <a:off x="1325880" y="349605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17 ÷ 4 = 4 … 1</a:t>
            </a:r>
            <a:endParaRPr lang="ko-KR" sz="3000" dirty="0"/>
          </a:p>
        </p:txBody>
      </p:sp>
      <p:sp>
        <p:nvSpPr>
          <p:cNvPr id="12" name="S08-stepno170"/>
          <p:cNvSpPr txBox="1"/>
          <p:nvPr/>
        </p:nvSpPr>
        <p:spPr>
          <a:xfrm>
            <a:off x="548640" y="42092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8-text171"/>
          <p:cNvSpPr txBox="1"/>
          <p:nvPr/>
        </p:nvSpPr>
        <p:spPr>
          <a:xfrm>
            <a:off x="1325880" y="420928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14, 나머지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9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세로로 계산하고, 곱셈으로 확인해요.</a:t>
            </a:r>
            <a:endParaRPr lang="ko-KR" sz="3000" dirty="0"/>
          </a:p>
        </p:txBody>
      </p:sp>
      <p:graphicFrame>
        <p:nvGraphicFramePr>
          <p:cNvPr id="10" name="S09-table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7234" y="2337054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label174"/>
          <p:cNvSpPr txBox="1"/>
          <p:nvPr/>
        </p:nvSpPr>
        <p:spPr>
          <a:xfrm>
            <a:off x="6277356" y="580644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세로로</a:t>
            </a:r>
            <a:endParaRPr lang="ko-KR" sz="2400" dirty="0"/>
          </a:p>
        </p:txBody>
      </p:sp>
      <p:sp>
        <p:nvSpPr>
          <p:cNvPr id="6" name="S09-chip17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17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÷ 3 = □ … □</a:t>
            </a:r>
            <a:endParaRPr lang="ko-KR" sz="3400" dirty="0"/>
          </a:p>
        </p:txBody>
      </p:sp>
      <p:sp>
        <p:nvSpPr>
          <p:cNvPr id="8" name="S09-chip17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17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÷ 4 = □ … □</a:t>
            </a:r>
            <a:endParaRPr lang="ko-KR" sz="3400" dirty="0"/>
          </a:p>
        </p:txBody>
      </p:sp>
      <p:sp>
        <p:nvSpPr>
          <p:cNvPr id="10" name="S09-chip17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eqtext18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÷ 6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1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÷ 4를 계산하고 곱셈으로 확인했어요.</a:t>
            </a:r>
            <a:endParaRPr lang="ko-KR" sz="3000" dirty="0"/>
          </a:p>
        </p:txBody>
      </p:sp>
      <p:sp>
        <p:nvSpPr>
          <p:cNvPr id="5" name="S10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29가 돼요. 누가 맞았을까요?</a:t>
            </a:r>
            <a:endParaRPr lang="ko-KR" sz="3000" dirty="0"/>
          </a:p>
        </p:txBody>
      </p:sp>
      <p:sp>
        <p:nvSpPr>
          <p:cNvPr id="7" name="S10-chip1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 … 5</a:t>
            </a:r>
            <a:endParaRPr lang="ko-KR" sz="2400" dirty="0"/>
          </a:p>
        </p:txBody>
      </p:sp>
      <p:sp>
        <p:nvSpPr>
          <p:cNvPr id="8" name="S10-text1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+ 5 = 29</a:t>
            </a:r>
            <a:endParaRPr lang="ko-KR" sz="3000" dirty="0"/>
          </a:p>
        </p:txBody>
      </p:sp>
      <p:sp>
        <p:nvSpPr>
          <p:cNvPr id="9" name="S10-chip1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 … 1</a:t>
            </a:r>
            <a:endParaRPr lang="ko-KR" sz="2400" dirty="0"/>
          </a:p>
        </p:txBody>
      </p:sp>
      <p:sp>
        <p:nvSpPr>
          <p:cNvPr id="10" name="S10-text1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28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+ 1 = 29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3000" dirty="0"/>
          </a:p>
        </p:txBody>
      </p:sp>
      <p:sp>
        <p:nvSpPr>
          <p:cNvPr id="4" name="S11-chip19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19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÷ 3 = □ … □</a:t>
            </a:r>
            <a:endParaRPr lang="ko-KR" sz="3400" dirty="0"/>
          </a:p>
        </p:txBody>
      </p:sp>
      <p:sp>
        <p:nvSpPr>
          <p:cNvPr id="6" name="S11-chip1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19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÷ 4 = □ … □</a:t>
            </a:r>
            <a:endParaRPr lang="ko-KR" sz="3400" dirty="0"/>
          </a:p>
        </p:txBody>
      </p:sp>
      <p:sp>
        <p:nvSpPr>
          <p:cNvPr id="8" name="S11-chip19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19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÷ 6 = □ … □</a:t>
            </a:r>
            <a:endParaRPr lang="ko-KR" sz="3400" dirty="0"/>
          </a:p>
        </p:txBody>
      </p:sp>
      <p:sp>
        <p:nvSpPr>
          <p:cNvPr id="10" name="S11-chip19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19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곱셈으로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9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9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 … 5는 6 × 10 + 5 = 65라서 곱셈 확인으로 찾을 수 있어요.</a:t>
            </a:r>
            <a:endParaRPr lang="ko-KR" sz="3000" dirty="0"/>
          </a:p>
        </p:txBody>
      </p:sp>
      <p:sp>
        <p:nvSpPr>
          <p:cNvPr id="5" name="S12-chip20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01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 … 2</a:t>
            </a:r>
            <a:endParaRPr lang="ko-KR" sz="3000" dirty="0"/>
          </a:p>
        </p:txBody>
      </p:sp>
      <p:sp>
        <p:nvSpPr>
          <p:cNvPr id="7" name="S12-text202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8 + 2 = 26</a:t>
            </a:r>
            <a:endParaRPr lang="ko-KR" sz="2400" dirty="0"/>
          </a:p>
        </p:txBody>
      </p:sp>
      <p:sp>
        <p:nvSpPr>
          <p:cNvPr id="8" name="S12-text203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 … 3</a:t>
            </a:r>
            <a:endParaRPr lang="ko-KR" sz="3000" dirty="0"/>
          </a:p>
        </p:txBody>
      </p:sp>
      <p:sp>
        <p:nvSpPr>
          <p:cNvPr id="9" name="S12-text204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14 + 3 = 59</a:t>
            </a:r>
            <a:endParaRPr lang="ko-KR" sz="2400" dirty="0"/>
          </a:p>
        </p:txBody>
      </p:sp>
      <p:sp>
        <p:nvSpPr>
          <p:cNvPr id="10" name="S12-text205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12 … 3</a:t>
            </a:r>
            <a:endParaRPr lang="ko-KR" sz="3000" dirty="0"/>
          </a:p>
        </p:txBody>
      </p:sp>
      <p:sp>
        <p:nvSpPr>
          <p:cNvPr id="11" name="S12-text206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6 = 2 … 3</a:t>
            </a:r>
            <a:endParaRPr lang="ko-KR" sz="2400" dirty="0"/>
          </a:p>
        </p:txBody>
      </p:sp>
      <p:sp>
        <p:nvSpPr>
          <p:cNvPr id="12" name="S12-text207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75</a:t>
            </a:r>
            <a:endParaRPr lang="ko-KR" sz="3000" dirty="0"/>
          </a:p>
        </p:txBody>
      </p:sp>
      <p:sp>
        <p:nvSpPr>
          <p:cNvPr id="13" name="S12-text208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12 + 3</a:t>
            </a:r>
            <a:endParaRPr lang="ko-KR" sz="2400" dirty="0"/>
          </a:p>
        </p:txBody>
      </p:sp>
      <p:sp>
        <p:nvSpPr>
          <p:cNvPr id="14" name="S12-chip20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1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 … 7</a:t>
            </a:r>
            <a:endParaRPr lang="ko-KR" sz="3000" dirty="0"/>
          </a:p>
        </p:txBody>
      </p:sp>
      <p:sp>
        <p:nvSpPr>
          <p:cNvPr id="16" name="S12-text21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7 &gt; 4</a:t>
            </a:r>
            <a:endParaRPr lang="ko-KR" sz="2400" dirty="0"/>
          </a:p>
        </p:txBody>
      </p:sp>
      <p:sp>
        <p:nvSpPr>
          <p:cNvPr id="17" name="S12-text21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 … 5</a:t>
            </a:r>
            <a:endParaRPr lang="ko-KR" sz="3000" dirty="0"/>
          </a:p>
        </p:txBody>
      </p:sp>
      <p:sp>
        <p:nvSpPr>
          <p:cNvPr id="18" name="S12-text21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십을 안 내림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몫과 나머지</a:t>
            </a:r>
            <a:endParaRPr lang="ko-KR" sz="4000" dirty="0"/>
          </a:p>
        </p:txBody>
      </p:sp>
      <p:sp>
        <p:nvSpPr>
          <p:cNvPr id="3" name="S13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÷ 7의 몫과 나머지예요.</a:t>
            </a:r>
            <a:endParaRPr lang="ko-KR" sz="3000" dirty="0"/>
          </a:p>
        </p:txBody>
      </p:sp>
      <p:sp>
        <p:nvSpPr>
          <p:cNvPr id="4" name="S13-card2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다른 것이 틀린 까닭을 말해요.</a:t>
            </a:r>
            <a:endParaRPr lang="ko-KR" sz="3000" dirty="0"/>
          </a:p>
        </p:txBody>
      </p:sp>
      <p:sp>
        <p:nvSpPr>
          <p:cNvPr id="6" name="S13-chip21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21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1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… 8</a:t>
            </a:r>
            <a:endParaRPr lang="ko-KR" sz="3000" dirty="0"/>
          </a:p>
        </p:txBody>
      </p:sp>
      <p:sp>
        <p:nvSpPr>
          <p:cNvPr id="9" name="S13-chip22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22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2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1</a:t>
            </a:r>
            <a:endParaRPr lang="ko-KR" sz="3000" dirty="0"/>
          </a:p>
        </p:txBody>
      </p:sp>
      <p:sp>
        <p:nvSpPr>
          <p:cNvPr id="12" name="S13-chip22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22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2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나누는 수보다 작아요. 곱셈으로 확인해요.</a:t>
            </a:r>
            <a:endParaRPr lang="ko-KR" sz="3000" dirty="0"/>
          </a:p>
        </p:txBody>
      </p:sp>
      <p:sp>
        <p:nvSpPr>
          <p:cNvPr id="5" name="S14-chip22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나누는 수 × 몫 + 나머지</a:t>
            </a:r>
            <a:endParaRPr lang="ko-KR" sz="2400" dirty="0"/>
          </a:p>
        </p:txBody>
      </p:sp>
      <p:sp>
        <p:nvSpPr>
          <p:cNvPr id="6" name="S14-chip22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나머지를 크게 남기기</a:t>
            </a:r>
            <a:endParaRPr lang="ko-KR" sz="2400" dirty="0"/>
          </a:p>
        </p:txBody>
      </p:sp>
      <p:sp>
        <p:nvSpPr>
          <p:cNvPr id="7" name="S14-text23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23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31 ÷ 5 = □ … □</a:t>
            </a:r>
            <a:endParaRPr lang="ko-KR" sz="2800" dirty="0"/>
          </a:p>
        </p:txBody>
      </p:sp>
      <p:sp>
        <p:nvSpPr>
          <p:cNvPr id="9" name="S14-eqtext23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87 ÷ 7 = □ … □</a:t>
            </a:r>
            <a:endParaRPr lang="ko-KR" sz="2800" dirty="0"/>
          </a:p>
        </p:txBody>
      </p:sp>
      <p:sp>
        <p:nvSpPr>
          <p:cNvPr id="10" name="S14-eqtext23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46 ÷ 3 = □ … □</a:t>
            </a:r>
            <a:endParaRPr lang="ko-KR" sz="2800" dirty="0"/>
          </a:p>
        </p:txBody>
      </p:sp>
      <p:sp>
        <p:nvSpPr>
          <p:cNvPr id="11" name="S14-text23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수)÷(한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 ÷ 4</a:t>
            </a:r>
            <a:endParaRPr lang="ko-KR" sz="4000" dirty="0"/>
          </a:p>
        </p:txBody>
      </p:sp>
      <p:sp>
        <p:nvSpPr>
          <p:cNvPr id="3" name="S15-text2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20개를 4개씩 묶으면 몇 묶음일까요?</a:t>
            </a:r>
            <a:endParaRPr lang="ko-KR" sz="3000" dirty="0"/>
          </a:p>
        </p:txBody>
      </p:sp>
      <p:sp>
        <p:nvSpPr>
          <p:cNvPr id="4" name="S15-dot236"/>
          <p:cNvSpPr/>
          <p:nvPr/>
        </p:nvSpPr>
        <p:spPr>
          <a:xfrm>
            <a:off x="2203978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5-dot237"/>
          <p:cNvSpPr/>
          <p:nvPr/>
        </p:nvSpPr>
        <p:spPr>
          <a:xfrm>
            <a:off x="2770906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5-dot238"/>
          <p:cNvSpPr/>
          <p:nvPr/>
        </p:nvSpPr>
        <p:spPr>
          <a:xfrm>
            <a:off x="3337834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239"/>
          <p:cNvSpPr/>
          <p:nvPr/>
        </p:nvSpPr>
        <p:spPr>
          <a:xfrm>
            <a:off x="3904762" y="2805196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240"/>
          <p:cNvSpPr/>
          <p:nvPr/>
        </p:nvSpPr>
        <p:spPr>
          <a:xfrm>
            <a:off x="2203978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41"/>
          <p:cNvSpPr/>
          <p:nvPr/>
        </p:nvSpPr>
        <p:spPr>
          <a:xfrm>
            <a:off x="2770906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42"/>
          <p:cNvSpPr/>
          <p:nvPr/>
        </p:nvSpPr>
        <p:spPr>
          <a:xfrm>
            <a:off x="3337834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43"/>
          <p:cNvSpPr/>
          <p:nvPr/>
        </p:nvSpPr>
        <p:spPr>
          <a:xfrm>
            <a:off x="3904762" y="3372124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44"/>
          <p:cNvSpPr/>
          <p:nvPr/>
        </p:nvSpPr>
        <p:spPr>
          <a:xfrm>
            <a:off x="2203978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245"/>
          <p:cNvSpPr/>
          <p:nvPr/>
        </p:nvSpPr>
        <p:spPr>
          <a:xfrm>
            <a:off x="2770906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246"/>
          <p:cNvSpPr/>
          <p:nvPr/>
        </p:nvSpPr>
        <p:spPr>
          <a:xfrm>
            <a:off x="3337834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247"/>
          <p:cNvSpPr/>
          <p:nvPr/>
        </p:nvSpPr>
        <p:spPr>
          <a:xfrm>
            <a:off x="3904762" y="3939052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48"/>
          <p:cNvSpPr/>
          <p:nvPr/>
        </p:nvSpPr>
        <p:spPr>
          <a:xfrm>
            <a:off x="2203978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49"/>
          <p:cNvSpPr/>
          <p:nvPr/>
        </p:nvSpPr>
        <p:spPr>
          <a:xfrm>
            <a:off x="2770906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50"/>
          <p:cNvSpPr/>
          <p:nvPr/>
        </p:nvSpPr>
        <p:spPr>
          <a:xfrm>
            <a:off x="3337834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51"/>
          <p:cNvSpPr/>
          <p:nvPr/>
        </p:nvSpPr>
        <p:spPr>
          <a:xfrm>
            <a:off x="3904762" y="4505980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252"/>
          <p:cNvSpPr/>
          <p:nvPr/>
        </p:nvSpPr>
        <p:spPr>
          <a:xfrm>
            <a:off x="2203978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253"/>
          <p:cNvSpPr/>
          <p:nvPr/>
        </p:nvSpPr>
        <p:spPr>
          <a:xfrm>
            <a:off x="2770906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dot254"/>
          <p:cNvSpPr/>
          <p:nvPr/>
        </p:nvSpPr>
        <p:spPr>
          <a:xfrm>
            <a:off x="3337834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5-dot255"/>
          <p:cNvSpPr/>
          <p:nvPr/>
        </p:nvSpPr>
        <p:spPr>
          <a:xfrm>
            <a:off x="3904762" y="5072908"/>
            <a:ext cx="351495" cy="3514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group256"/>
          <p:cNvSpPr/>
          <p:nvPr/>
        </p:nvSpPr>
        <p:spPr>
          <a:xfrm>
            <a:off x="2123694" y="2734056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15-group257"/>
          <p:cNvSpPr/>
          <p:nvPr/>
        </p:nvSpPr>
        <p:spPr>
          <a:xfrm>
            <a:off x="2123694" y="3300984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15-group258"/>
          <p:cNvSpPr/>
          <p:nvPr/>
        </p:nvSpPr>
        <p:spPr>
          <a:xfrm>
            <a:off x="2123694" y="3867912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5-group259"/>
          <p:cNvSpPr/>
          <p:nvPr/>
        </p:nvSpPr>
        <p:spPr>
          <a:xfrm>
            <a:off x="2123694" y="4434840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5-group260"/>
          <p:cNvSpPr/>
          <p:nvPr/>
        </p:nvSpPr>
        <p:spPr>
          <a:xfrm>
            <a:off x="2123694" y="5001768"/>
            <a:ext cx="2212848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5-figure261" descr="바둑돌 4개씩 5묶음, 20개"/>
          <p:cNvSpPr/>
          <p:nvPr/>
        </p:nvSpPr>
        <p:spPr>
          <a:xfrm>
            <a:off x="2096262" y="2697480"/>
            <a:ext cx="2267712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15-card26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15-cardtext26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÷ 4 =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5묶음</a:t>
            </a:r>
            <a:endParaRPr lang="ko-KR" sz="3000" dirty="0"/>
          </a:p>
        </p:txBody>
      </p:sp>
      <p:sp>
        <p:nvSpPr>
          <p:cNvPr id="32" name="S15-card26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15-cardtext26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4단에서 20을 찾아요.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나머지가 있는 나눗셈</dc:title>
  <dc:subject>KR22-G03-MAT-DIV2X1-L01</dc:subject>
  <dc:creator>education-ppt</dc:creator>
  <cp:lastModifiedBy>education-ppt</cp:lastModifiedBy>
  <cp:revision>1</cp:revision>
  <dcterms:created xsi:type="dcterms:W3CDTF">2026-10-26T07:47:40Z</dcterms:created>
  <dcterms:modified xsi:type="dcterms:W3CDTF">2026-10-26T07:47:40Z</dcterms:modified>
</cp:coreProperties>
</file>