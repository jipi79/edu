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9999ec0-ef15-35cc-bdab-d07b364dfa5e}">
          <p14:sldIdLst>
            <p14:sldId id="256"/>
            <p14:sldId id="257"/>
          </p14:sldIdLst>
        </p14:section>
        <p14:section name="개념" id="{9b2e8cf5-33f0-5556-2d8c-d72d10b2db02}">
          <p14:sldIdLst>
            <p14:sldId id="258"/>
            <p14:sldId id="259"/>
            <p14:sldId id="261"/>
            <p14:sldId id="262"/>
          </p14:sldIdLst>
        </p14:section>
        <p14:section name="연습" id="{9af6382f-299d-a92e-e9e1-b3cdb33aa21e}">
          <p14:sldIdLst>
            <p14:sldId id="260"/>
            <p14:sldId id="263"/>
            <p14:sldId id="264"/>
          </p14:sldIdLst>
        </p14:section>
        <p14:section name="개념" id="{3f2ee174-bdaa-3aa9-b5b0-11d415174c47}">
          <p14:sldIdLst/>
        </p14:section>
        <p14:section name="연습" id="{b9d705f7-0985-442b-3a00-50ac044a12b5}">
          <p14:sldIdLst/>
        </p14:section>
        <p14:section name="확인" id="{3069f274-78cd-f144-1761-d31a00205ebe}">
          <p14:sldIdLst>
            <p14:sldId id="265"/>
            <p14:sldId id="266"/>
            <p14:sldId id="267"/>
          </p14:sldIdLst>
        </p14:section>
        <p14:section name="정리" id="{d419576b-b668-b2d4-e5be-8a847f15d4d5}">
          <p14:sldIdLst>
            <p14:sldId id="268"/>
          </p14:sldIdLst>
        </p14:section>
        <p14:section name="보충" id="{308fe2d6-4196-413a-b5cf-1788dfa6594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두 자리 수끼리의 곱셈이 지금까지와 무엇이 다른지 궁금하게 합니다.
시간: 약 2분
이렇게 말해 보세요
- “지난 시간에는 152 × 4처럼 한 자리 수를 곱했지? 오늘은 24 × 13처럼 두 자리 수끼리 곱해 볼 거야.”
- “13의 1은 정말 1일까? 오늘 그걸 알아낼 거야.”
예상 답
- “1이요.” 또는 “10이요.” 또는 “잘 모르겠어요.”
막히면
- 답을 확인하지 않고 넘어갑니다. S07에서 같은 문제를 함께 풉니다.
주의
- 13의 1은 십의 자리 숫자라서 10을 나타냅니다. 오늘 수업 전체가 이 생각을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확인(곱셈구구, 몇십×몇, 두 자리×한 자리)]
목적: 곱셈구구, (몇십)×(몇), 올림이 있는 (두 자리 수)×(한 자리 수)가 되는지 확인합니다. 오늘 계산은 모두 이 세 가지로 이루어집니다.
시간: 약 3분
이렇게 말해 보세요
- “①부터 차례로 곱을 말해 볼래? ③은 어떻게 계산했는지도 말해 줘.”
정답
- ① 48
- ② 120
- ③ 108 (20 × 4 = 80, 7 × 4 = 28, 80 + 28 = 108)
막히면
- ②는 “40은 10이 4개야. 10이 4개씩 3묶음이면 10이 몇 개야?”라고 묻습니다(10이 12개 = 120).
- 두 문제 이상 틀리면 S14(보충)를 먼저 합니다. 보충으로도 어려우면 초3 6차시 ‘(세 자리 수)×(한 자리 수)’(KR22-G03-MAT-MUL3X1-L01)와 5차시 ‘(두 자리 수)×(한 자리 수)’(KR22-G03-MAT-MUL2X1-L01)를 먼저 다시 합니다.
주의
- 곱셈구구가 느리면 오늘 계산이 모두 느려집니다. 맞히기만 하면 괜찮고, 틀린 단은 따로 적어 두었다가 복습합니다.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(몇십)×(몇십): 10배의 10배]
목적: (몇십)×(몇십)의 곱은 (몇)×(몇)의 곱의 100배라는 것을 ‘10배 하고 또 10배’로 이해합니다.
시간: 약 3분
이렇게 말해 보세요
- “3 × 4는 얼마야? 30은 3의 10배지? 그러면 30 × 4는 3 × 4의 몇 배일까?”
- “30 × 40은 30 × 4의 10배야. 120의 10배는 얼마야? 처음 12에서 0이 몇 개 붙었어?”
예상 답
- “12, 120, 1200이요.” “0이 2개 붙었어요.”
막히면
- 30 × 4를 30 + 30 + 30 + 30으로 더해 120을 확인합니다.
- 120의 10배는 ‘120이 10개’라고 말하고, 100이 12개 = 1200으로 읽게 합니다.
주의
- 10배의 10배는 100배라서 0이 2개 붙습니다. ‘0을 2개 붙인다’만 외우지 말고 ‘10배 하고 또 10배’라고 말하게 합니다.
- 1200은 ‘천이백’이라고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(몇십몇)×(몇십) 시범]
목적: (몇십몇)×(몇십)도 (몇십몇)×(몇)을 먼저 구하고 10배 하면 된다는 것을 시범으로 보여 줍니다.
시간: 약 3분
이렇게 말해 보세요
- “30은 3의 10배야. 그래서 23 × 30은 23 × 3을 먼저 구하고 10배 하면 돼. 23 × 3은 얼마야?”
- “69의 10배는? 세로셈에서는 일의 자리에 0을 먼저 쓰고, 그 앞에 69를 써.”
예상 답
- “69요. 10배 하면 690이에요.”
막히면
- 23 × 3이 어려우면 20 × 3 = 60, 3 × 3 = 9로 나누어 더하게 합니다.
주의
- 세로셈 표의 맨 아랫줄 690에서 일의 자리 0이 ‘10배’를 나타냅니다.
- 6 × 23처럼 (몇)×(몇십몇)이 나오면 23 × 6으로 바꾸어 계산해도 곱이 같다고만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연습((몇십)×(몇십), (몇십몇)×(몇십))]
목적: 도움을 받으며 (몇십)×(몇십)과 (몇십몇)×(몇십)의 곱을 구하고, 0을 붙이는 까닭을 말합니다.
시간: 약 3분
이렇게 말해 보세요
- “①은 2 × 4를 먼저 하면 돼. 그다음 0을 몇 개 붙여야 할까? 왜 그렇지?”
- “②는 5 × 6부터 해 볼래? 그 곱에 0을 몇 개 붙일까?”
정답
- ① 800 (2 × 4 = 8, 0을 2개)
- ② 3000 (5 × 6 = 30, 30에 0을 2개)
- ③ 640 (32 × 2 = 64, 0을 1개)
- ④ 900 (18 × 5 = 90, 0을 1개)
막히면
- “20은 2의 몇 배야? 40은 4의 몇 배야? 그러면 곱은 몇 배가 될까?”라고 묻고 S03 표를 다시 봅니다.
주의
- ②는 5 × 6 = 30이라서 답의 0이 모두 3개입니다. 300이라고 쓰면 “30에 0을 2개 붙이면?”이라고 다시 묻습니다(M2).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격자로 곱셈 나누기(12 = 10 + 2)]
목적: 14 × 12를 14 × 2와 14 × 10으로 나누어 구할 수 있다는 것을 격자로 봅니다. 세로셈의 두 줄이 무엇인지 알게 하는 장입니다.
시간: 약 4분
이렇게 말해 보세요
- “한 줄에 몇 칸이야? 모두 몇 줄이야? 그러면 칸은 모두 14 × 12개야.”
- “흰 칸 2줄은 몇 칸일까? 색칠한 10줄은? 둘을 더하면?”
예상 답
- “14칸씩 12줄이요.” “28칸, 140칸, 모두 168칸이에요.”
막히면
- 모눈종이에 14칸 × 12줄을 그리고 10줄만 색칠해 직접 세어 봅니다. 10줄은 14를 10번 더한 것이라 140입니다.
주의
- 12 = 10 + 2이므로 14 × 12 = 14 × 10 + 14 × 2입니다. 이 장의 두 부분이 S07 세로셈의 두 줄이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(두 자리 수)×(두 자리 수) 세로셈 시범]
목적: S06의 생각을 세로셈으로 옮겨, 일의 자리 곱과 몇십의 곱을 차례로 쓰고 더하는 방법을 시범으로 보여 줍니다.
시간: 약 4분
이렇게 말해 보세요
- “먼저 24에 일의 자리 3을 곱해. 24 × 3은 72야. 첫째 줄에 72를 써.”
- “13의 1은 십의 자리라서 10이야. 24 × 10 = 240을 둘째 줄에 써. 일의 자리에 0을 꼭 써.”
- “이제 72와 240을 더하면 312야.”
예상 답
- “72, 240, 312요.”
막히면
- S06 격자와 나란히 보여 주며 ‘72 = 흰 칸 쪽’, ‘240 = 색칠한 10줄 쪽’이라고 짚어 줍니다.
- 칸 공책에 함께 따라 씁니다.
주의
- 학교에서는 둘째 줄의 0을 쓰지 않고 24만 한 칸 왼쪽으로 당겨 쓰기도 합니다. 오늘은 뜻이 잘 보이도록 0까지 씁니다(M3).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연습(두 자리 수끼리 곱하기)]
목적: 도움을 받으며 (두 자리 수)×(두 자리 수)를 세로셈으로 계산합니다.
시간: 약 4분
이렇게 말해 보세요
- “①은 13 × 2부터 해 볼래? 둘째 줄에는 13에 무엇을 곱할까?”
- “②는 오른쪽 세로셈 칸에 써 보자. 첫째 줄은 21 × 4, 둘째 줄은 21 × 30이야.”
정답
- ① 156 (13 × 2 = 26, 13 × 10 = 130)
- ② 714 (21 × 4 = 84, 21 × 30 = 630)
- ③ 390 (26 × 5 = 130, 26 × 10 = 260)
막히면
- 둘째 줄에서 멈추면 “34의 3은 몇을 나타내?”라고 묻습니다(30).
- ①은 S06처럼 12를 10과 2로 나누어 말하게 합니다.
주의
- ③의 26 × 5에서는 올림이 있습니다(6 × 5 = 30). 곱셈 실수인지 자리 실수인지 구별해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비교(십의 자리를 몇으로 곱하기)]
목적: 십의 자리 숫자를 몇십이 아니라 몇으로 곱하는 실수를 찾고, 어림으로 답을 점검합니다(M1).
시간: 약 3분
이렇게 말해 보세요
- “토끼와 곰의 답이 달라. 누가 맞았을까?”
- “23의 2는 무엇을 나타내? 32 × 23은 30 × 20 = 600쯤 될 텐데, 160이 말이 될까?”
예상 답
- “곰이요. 2는 20이라서 32 × 20을 해야 해요.”
정답
- 곰이 맞습니다. 32 × 23 = 736입니다.
- 23의 2는 20이므로 32 × 20 = 640을 더해야 합니다. 어림하면 30 × 20 = 600쯤인데 토끼의 160은 너무 작습니다.
막히면
- S06 격자를 다시 보여 주며 “23줄은 20줄과 3줄이야.”라고 말합니다.
주의
- 답을 구한 뒤 몇십끼리 곱해 어림하는 습관을 들이면 이런 실수를 스스로 찾을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(몇십)×(몇십), (몇십몇)×(몇십), (두 자리 수)×(두 자리 수)를 계산하는지 확인합니다.
시간: 약 5분
이렇게 말해 보세요
- “이번에는 혼자 공책에 풀어 볼래? ③, ④는 세로셈으로 하고, 둘째 줄이 무엇을 곱한 것인지 말해 줘.”
정답
- ① 2800
- ② 680
- ③ 322 (92 + 230)
- ④ 1440 (90 + 1350)
막히면
- 바로 알려 주지 말고 “14의 1은 몇을 나타내?” 또는 “0을 빼고 곱하면?”이라고만 묻습니다.
- 도움을 받아 해결했다면 기록표에 ‘도움’으로 표시합니다.
주의
- ④는 45 × 3 = 135처럼 올림이 있어 어렵습니다. ①~③을 맞히고 ④에서 곱셈구구 실수만 했다면 목표의 핵심은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어느 줄에서 달라졌는지 같이 찾아보자.”
정답
- ① 2800 ② 680 ③ 322 ④ 1440
막히면
- 둘째 줄을 몇으로 곱했으면 S09로, 0의 개수가 틀렸으면 S03으로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확인(둘째 줄의 뜻)]
목적: 처음 보는 문제에서 두 곱이 각각 무엇인지 알고 바른 계산을 고르는지 확인합니다.
시간: 약 2분
이렇게 말해 보세요
- “27 × 14를 계산한 식이 세 개 있어. 바른 것은 무엇일까? 270은 27에 무엇을 곱한 거야?”
정답
- 나(108 + 270 = 378). 27 × 4 = 108, 27 × 10 = 270이고 두 곱을 더하면 378입니다.
- 가는 14의 1을 1로 곱했고(27), 다는 27 × 4를 28로 잘못 계산했습니다.
막히면
- 14를 10과 4로 나누어 말하게 하고, 27 × 4와 27 × 10을 따로 구해 봅니다.
주의
- 답만 고르고 270의 뜻을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“24 × 13에서 13의 1은 무엇이었지? 그래서 둘째 줄에 무엇을 곱했어?”
예상 답
- “10이요. 24 × 10을 해서 240을 썼어요.”
정답
- ① 1800 ② 720 ③ 864 (144 + 720)
막히면
- S06 격자와 S07 세로셈을 나란히 보여 주며 다시 말해 봅니다.
주의
- 다음 차시는 나눗셈입니다. 나눗셈을 확인할 때 오늘 배운 곱셈을 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보충((두 자리 수)×(한 자리 수))]
목적: S02에서 (두 자리 수)×(한 자리 수)가 흔들리면, 수 모형으로 십과 일을 따로 곱해 더하는 방법을 다시 익힙니다.
시간: 약 5분
이렇게 말해 보세요
- “24를 수 모형으로 3번 놓아 볼까? 십 모형은 모두 몇 개, 일 모형은 몇 개야?”
- “일 모형 10개를 십 모형 1개로 바꾸면 모두 얼마야?”
정답
- 십 6개, 일 12개 → 십 7개, 일 2개 → 72
막히면
- 종이 수 모형을 실제로 3묶음 놓고 셉니다. 13 × 4(52), 25 × 3(75)으로도 해 봅니다.
주의
- 보충으로도 어려우면 초3 5차시 ‘(두 자리 수)×(한 자리 수)’(KR22-G03-MAT-MUL2X1-L01)와 6차시 ‘(세 자리 수)×(한 자리 수)’(KR22-G03-MAT-MUL3X1-L01)를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(두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(두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(두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수끼리 곱하기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13은 어떻게 계산할까?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883920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몇십끼리 곱하고, 0을 왜 붙이는지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자리 수끼리 세로셈으로 곱해요.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8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3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× 4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40은 얼마일까요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4에서 시작해요.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40 = 1200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12에 0을 2개 붙여요.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241550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2139696"/>
                <a:gridCol w="3456432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곱셈식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생각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× 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12의 10배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× 40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120의 10배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30은 얼마일까요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30을 세로셈으로 해요.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몇십을 곱하면 몇을 곱한 값의 10배예요.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57770" y="2346960"/>
          <a:ext cx="3474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18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578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3 = 69</a:t>
            </a:r>
            <a:endParaRPr lang="ko-KR" sz="30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30은 23 × 3의 10배예요.</a:t>
            </a:r>
            <a:endParaRPr lang="ko-KR" sz="30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4005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69에 0을 1개 붙여 690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몇 개 붙일까요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0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빼고 곱한 다음, 뺀 0의 수만큼 붙여요.</a:t>
            </a:r>
            <a:endParaRPr lang="ko-KR" sz="30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2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40 = □</a:t>
            </a:r>
            <a:endParaRPr lang="ko-KR" sz="3400" dirty="0"/>
          </a:p>
        </p:txBody>
      </p:sp>
      <p:sp>
        <p:nvSpPr>
          <p:cNvPr id="8" name="S05-chip2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3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× 60 = □</a:t>
            </a:r>
            <a:endParaRPr lang="ko-KR" sz="3400" dirty="0"/>
          </a:p>
        </p:txBody>
      </p:sp>
      <p:sp>
        <p:nvSpPr>
          <p:cNvPr id="10" name="S05-chip3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3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20 = □</a:t>
            </a:r>
            <a:endParaRPr lang="ko-KR" sz="3400" dirty="0"/>
          </a:p>
        </p:txBody>
      </p:sp>
      <p:sp>
        <p:nvSpPr>
          <p:cNvPr id="12" name="S05-chip3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eqtext3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× 50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× 12를 나누어 세요</a:t>
            </a:r>
            <a:endParaRPr lang="ko-KR" sz="40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14칸씩 12줄을 10줄과 2줄로 나누어요.</a:t>
            </a:r>
            <a:endParaRPr lang="ko-KR" sz="3000" dirty="0"/>
          </a:p>
        </p:txBody>
      </p:sp>
      <p:sp>
        <p:nvSpPr>
          <p:cNvPr id="4" name="S06-cell36"/>
          <p:cNvSpPr/>
          <p:nvPr/>
        </p:nvSpPr>
        <p:spPr>
          <a:xfrm>
            <a:off x="77647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cell37"/>
          <p:cNvSpPr/>
          <p:nvPr/>
        </p:nvSpPr>
        <p:spPr>
          <a:xfrm>
            <a:off x="112699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cell38"/>
          <p:cNvSpPr/>
          <p:nvPr/>
        </p:nvSpPr>
        <p:spPr>
          <a:xfrm>
            <a:off x="147751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cell39"/>
          <p:cNvSpPr/>
          <p:nvPr/>
        </p:nvSpPr>
        <p:spPr>
          <a:xfrm>
            <a:off x="182803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cell40"/>
          <p:cNvSpPr/>
          <p:nvPr/>
        </p:nvSpPr>
        <p:spPr>
          <a:xfrm>
            <a:off x="217855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cell41"/>
          <p:cNvSpPr/>
          <p:nvPr/>
        </p:nvSpPr>
        <p:spPr>
          <a:xfrm>
            <a:off x="252907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42"/>
          <p:cNvSpPr/>
          <p:nvPr/>
        </p:nvSpPr>
        <p:spPr>
          <a:xfrm>
            <a:off x="287959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43"/>
          <p:cNvSpPr/>
          <p:nvPr/>
        </p:nvSpPr>
        <p:spPr>
          <a:xfrm>
            <a:off x="323011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44"/>
          <p:cNvSpPr/>
          <p:nvPr/>
        </p:nvSpPr>
        <p:spPr>
          <a:xfrm>
            <a:off x="358063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45"/>
          <p:cNvSpPr/>
          <p:nvPr/>
        </p:nvSpPr>
        <p:spPr>
          <a:xfrm>
            <a:off x="393115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46"/>
          <p:cNvSpPr/>
          <p:nvPr/>
        </p:nvSpPr>
        <p:spPr>
          <a:xfrm>
            <a:off x="428167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47"/>
          <p:cNvSpPr/>
          <p:nvPr/>
        </p:nvSpPr>
        <p:spPr>
          <a:xfrm>
            <a:off x="463219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48"/>
          <p:cNvSpPr/>
          <p:nvPr/>
        </p:nvSpPr>
        <p:spPr>
          <a:xfrm>
            <a:off x="498271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49"/>
          <p:cNvSpPr/>
          <p:nvPr/>
        </p:nvSpPr>
        <p:spPr>
          <a:xfrm>
            <a:off x="533323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50"/>
          <p:cNvSpPr/>
          <p:nvPr/>
        </p:nvSpPr>
        <p:spPr>
          <a:xfrm>
            <a:off x="77647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51"/>
          <p:cNvSpPr/>
          <p:nvPr/>
        </p:nvSpPr>
        <p:spPr>
          <a:xfrm>
            <a:off x="112699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52"/>
          <p:cNvSpPr/>
          <p:nvPr/>
        </p:nvSpPr>
        <p:spPr>
          <a:xfrm>
            <a:off x="147751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53"/>
          <p:cNvSpPr/>
          <p:nvPr/>
        </p:nvSpPr>
        <p:spPr>
          <a:xfrm>
            <a:off x="182803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54"/>
          <p:cNvSpPr/>
          <p:nvPr/>
        </p:nvSpPr>
        <p:spPr>
          <a:xfrm>
            <a:off x="217855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55"/>
          <p:cNvSpPr/>
          <p:nvPr/>
        </p:nvSpPr>
        <p:spPr>
          <a:xfrm>
            <a:off x="252907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56"/>
          <p:cNvSpPr/>
          <p:nvPr/>
        </p:nvSpPr>
        <p:spPr>
          <a:xfrm>
            <a:off x="287959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57"/>
          <p:cNvSpPr/>
          <p:nvPr/>
        </p:nvSpPr>
        <p:spPr>
          <a:xfrm>
            <a:off x="323011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cell58"/>
          <p:cNvSpPr/>
          <p:nvPr/>
        </p:nvSpPr>
        <p:spPr>
          <a:xfrm>
            <a:off x="358063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cell59"/>
          <p:cNvSpPr/>
          <p:nvPr/>
        </p:nvSpPr>
        <p:spPr>
          <a:xfrm>
            <a:off x="393115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60"/>
          <p:cNvSpPr/>
          <p:nvPr/>
        </p:nvSpPr>
        <p:spPr>
          <a:xfrm>
            <a:off x="428167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61"/>
          <p:cNvSpPr/>
          <p:nvPr/>
        </p:nvSpPr>
        <p:spPr>
          <a:xfrm>
            <a:off x="463219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cell62"/>
          <p:cNvSpPr/>
          <p:nvPr/>
        </p:nvSpPr>
        <p:spPr>
          <a:xfrm>
            <a:off x="498271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cell63"/>
          <p:cNvSpPr/>
          <p:nvPr/>
        </p:nvSpPr>
        <p:spPr>
          <a:xfrm>
            <a:off x="533323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6-cell64"/>
          <p:cNvSpPr/>
          <p:nvPr/>
        </p:nvSpPr>
        <p:spPr>
          <a:xfrm>
            <a:off x="77647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cell65"/>
          <p:cNvSpPr/>
          <p:nvPr/>
        </p:nvSpPr>
        <p:spPr>
          <a:xfrm>
            <a:off x="112699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66"/>
          <p:cNvSpPr/>
          <p:nvPr/>
        </p:nvSpPr>
        <p:spPr>
          <a:xfrm>
            <a:off x="147751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cell67"/>
          <p:cNvSpPr/>
          <p:nvPr/>
        </p:nvSpPr>
        <p:spPr>
          <a:xfrm>
            <a:off x="182803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cell68"/>
          <p:cNvSpPr/>
          <p:nvPr/>
        </p:nvSpPr>
        <p:spPr>
          <a:xfrm>
            <a:off x="217855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cell69"/>
          <p:cNvSpPr/>
          <p:nvPr/>
        </p:nvSpPr>
        <p:spPr>
          <a:xfrm>
            <a:off x="252907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6-cell70"/>
          <p:cNvSpPr/>
          <p:nvPr/>
        </p:nvSpPr>
        <p:spPr>
          <a:xfrm>
            <a:off x="287959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cell71"/>
          <p:cNvSpPr/>
          <p:nvPr/>
        </p:nvSpPr>
        <p:spPr>
          <a:xfrm>
            <a:off x="323011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6-cell72"/>
          <p:cNvSpPr/>
          <p:nvPr/>
        </p:nvSpPr>
        <p:spPr>
          <a:xfrm>
            <a:off x="358063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6-cell73"/>
          <p:cNvSpPr/>
          <p:nvPr/>
        </p:nvSpPr>
        <p:spPr>
          <a:xfrm>
            <a:off x="393115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6-cell74"/>
          <p:cNvSpPr/>
          <p:nvPr/>
        </p:nvSpPr>
        <p:spPr>
          <a:xfrm>
            <a:off x="428167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6-cell75"/>
          <p:cNvSpPr/>
          <p:nvPr/>
        </p:nvSpPr>
        <p:spPr>
          <a:xfrm>
            <a:off x="463219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6-cell76"/>
          <p:cNvSpPr/>
          <p:nvPr/>
        </p:nvSpPr>
        <p:spPr>
          <a:xfrm>
            <a:off x="498271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6-cell77"/>
          <p:cNvSpPr/>
          <p:nvPr/>
        </p:nvSpPr>
        <p:spPr>
          <a:xfrm>
            <a:off x="533323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6-cell78"/>
          <p:cNvSpPr/>
          <p:nvPr/>
        </p:nvSpPr>
        <p:spPr>
          <a:xfrm>
            <a:off x="77647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6-cell79"/>
          <p:cNvSpPr/>
          <p:nvPr/>
        </p:nvSpPr>
        <p:spPr>
          <a:xfrm>
            <a:off x="112699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6-cell80"/>
          <p:cNvSpPr/>
          <p:nvPr/>
        </p:nvSpPr>
        <p:spPr>
          <a:xfrm>
            <a:off x="147751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6-cell81"/>
          <p:cNvSpPr/>
          <p:nvPr/>
        </p:nvSpPr>
        <p:spPr>
          <a:xfrm>
            <a:off x="182803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6-cell82"/>
          <p:cNvSpPr/>
          <p:nvPr/>
        </p:nvSpPr>
        <p:spPr>
          <a:xfrm>
            <a:off x="217855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6-cell83"/>
          <p:cNvSpPr/>
          <p:nvPr/>
        </p:nvSpPr>
        <p:spPr>
          <a:xfrm>
            <a:off x="252907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6-cell84"/>
          <p:cNvSpPr/>
          <p:nvPr/>
        </p:nvSpPr>
        <p:spPr>
          <a:xfrm>
            <a:off x="287959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6-cell85"/>
          <p:cNvSpPr/>
          <p:nvPr/>
        </p:nvSpPr>
        <p:spPr>
          <a:xfrm>
            <a:off x="323011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6-cell86"/>
          <p:cNvSpPr/>
          <p:nvPr/>
        </p:nvSpPr>
        <p:spPr>
          <a:xfrm>
            <a:off x="358063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6-cell87"/>
          <p:cNvSpPr/>
          <p:nvPr/>
        </p:nvSpPr>
        <p:spPr>
          <a:xfrm>
            <a:off x="393115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6-cell88"/>
          <p:cNvSpPr/>
          <p:nvPr/>
        </p:nvSpPr>
        <p:spPr>
          <a:xfrm>
            <a:off x="428167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6-cell89"/>
          <p:cNvSpPr/>
          <p:nvPr/>
        </p:nvSpPr>
        <p:spPr>
          <a:xfrm>
            <a:off x="463219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6-cell90"/>
          <p:cNvSpPr/>
          <p:nvPr/>
        </p:nvSpPr>
        <p:spPr>
          <a:xfrm>
            <a:off x="498271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6-cell91"/>
          <p:cNvSpPr/>
          <p:nvPr/>
        </p:nvSpPr>
        <p:spPr>
          <a:xfrm>
            <a:off x="533323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6-cell92"/>
          <p:cNvSpPr/>
          <p:nvPr/>
        </p:nvSpPr>
        <p:spPr>
          <a:xfrm>
            <a:off x="77647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6-cell93"/>
          <p:cNvSpPr/>
          <p:nvPr/>
        </p:nvSpPr>
        <p:spPr>
          <a:xfrm>
            <a:off x="112699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6-cell94"/>
          <p:cNvSpPr/>
          <p:nvPr/>
        </p:nvSpPr>
        <p:spPr>
          <a:xfrm>
            <a:off x="147751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6-cell95"/>
          <p:cNvSpPr/>
          <p:nvPr/>
        </p:nvSpPr>
        <p:spPr>
          <a:xfrm>
            <a:off x="182803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6-cell96"/>
          <p:cNvSpPr/>
          <p:nvPr/>
        </p:nvSpPr>
        <p:spPr>
          <a:xfrm>
            <a:off x="217855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6-cell97"/>
          <p:cNvSpPr/>
          <p:nvPr/>
        </p:nvSpPr>
        <p:spPr>
          <a:xfrm>
            <a:off x="252907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6-cell98"/>
          <p:cNvSpPr/>
          <p:nvPr/>
        </p:nvSpPr>
        <p:spPr>
          <a:xfrm>
            <a:off x="287959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6-cell99"/>
          <p:cNvSpPr/>
          <p:nvPr/>
        </p:nvSpPr>
        <p:spPr>
          <a:xfrm>
            <a:off x="323011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6-cell100"/>
          <p:cNvSpPr/>
          <p:nvPr/>
        </p:nvSpPr>
        <p:spPr>
          <a:xfrm>
            <a:off x="358063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6-cell101"/>
          <p:cNvSpPr/>
          <p:nvPr/>
        </p:nvSpPr>
        <p:spPr>
          <a:xfrm>
            <a:off x="393115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6-cell102"/>
          <p:cNvSpPr/>
          <p:nvPr/>
        </p:nvSpPr>
        <p:spPr>
          <a:xfrm>
            <a:off x="428167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6-cell103"/>
          <p:cNvSpPr/>
          <p:nvPr/>
        </p:nvSpPr>
        <p:spPr>
          <a:xfrm>
            <a:off x="463219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6-cell104"/>
          <p:cNvSpPr/>
          <p:nvPr/>
        </p:nvSpPr>
        <p:spPr>
          <a:xfrm>
            <a:off x="498271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6-cell105"/>
          <p:cNvSpPr/>
          <p:nvPr/>
        </p:nvSpPr>
        <p:spPr>
          <a:xfrm>
            <a:off x="533323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6-cell106"/>
          <p:cNvSpPr/>
          <p:nvPr/>
        </p:nvSpPr>
        <p:spPr>
          <a:xfrm>
            <a:off x="77647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6-cell107"/>
          <p:cNvSpPr/>
          <p:nvPr/>
        </p:nvSpPr>
        <p:spPr>
          <a:xfrm>
            <a:off x="112699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6-cell108"/>
          <p:cNvSpPr/>
          <p:nvPr/>
        </p:nvSpPr>
        <p:spPr>
          <a:xfrm>
            <a:off x="147751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6-cell109"/>
          <p:cNvSpPr/>
          <p:nvPr/>
        </p:nvSpPr>
        <p:spPr>
          <a:xfrm>
            <a:off x="182803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6-cell110"/>
          <p:cNvSpPr/>
          <p:nvPr/>
        </p:nvSpPr>
        <p:spPr>
          <a:xfrm>
            <a:off x="217855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6-cell111"/>
          <p:cNvSpPr/>
          <p:nvPr/>
        </p:nvSpPr>
        <p:spPr>
          <a:xfrm>
            <a:off x="252907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6-cell112"/>
          <p:cNvSpPr/>
          <p:nvPr/>
        </p:nvSpPr>
        <p:spPr>
          <a:xfrm>
            <a:off x="287959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6-cell113"/>
          <p:cNvSpPr/>
          <p:nvPr/>
        </p:nvSpPr>
        <p:spPr>
          <a:xfrm>
            <a:off x="323011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6-cell114"/>
          <p:cNvSpPr/>
          <p:nvPr/>
        </p:nvSpPr>
        <p:spPr>
          <a:xfrm>
            <a:off x="358063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6-cell115"/>
          <p:cNvSpPr/>
          <p:nvPr/>
        </p:nvSpPr>
        <p:spPr>
          <a:xfrm>
            <a:off x="393115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6-cell116"/>
          <p:cNvSpPr/>
          <p:nvPr/>
        </p:nvSpPr>
        <p:spPr>
          <a:xfrm>
            <a:off x="428167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6-cell117"/>
          <p:cNvSpPr/>
          <p:nvPr/>
        </p:nvSpPr>
        <p:spPr>
          <a:xfrm>
            <a:off x="463219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6-cell118"/>
          <p:cNvSpPr/>
          <p:nvPr/>
        </p:nvSpPr>
        <p:spPr>
          <a:xfrm>
            <a:off x="498271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6-cell119"/>
          <p:cNvSpPr/>
          <p:nvPr/>
        </p:nvSpPr>
        <p:spPr>
          <a:xfrm>
            <a:off x="533323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6-cell120"/>
          <p:cNvSpPr/>
          <p:nvPr/>
        </p:nvSpPr>
        <p:spPr>
          <a:xfrm>
            <a:off x="77647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6-cell121"/>
          <p:cNvSpPr/>
          <p:nvPr/>
        </p:nvSpPr>
        <p:spPr>
          <a:xfrm>
            <a:off x="112699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6-cell122"/>
          <p:cNvSpPr/>
          <p:nvPr/>
        </p:nvSpPr>
        <p:spPr>
          <a:xfrm>
            <a:off x="147751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6-cell123"/>
          <p:cNvSpPr/>
          <p:nvPr/>
        </p:nvSpPr>
        <p:spPr>
          <a:xfrm>
            <a:off x="182803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6-cell124"/>
          <p:cNvSpPr/>
          <p:nvPr/>
        </p:nvSpPr>
        <p:spPr>
          <a:xfrm>
            <a:off x="217855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6-cell125"/>
          <p:cNvSpPr/>
          <p:nvPr/>
        </p:nvSpPr>
        <p:spPr>
          <a:xfrm>
            <a:off x="252907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6-cell126"/>
          <p:cNvSpPr/>
          <p:nvPr/>
        </p:nvSpPr>
        <p:spPr>
          <a:xfrm>
            <a:off x="287959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6-cell127"/>
          <p:cNvSpPr/>
          <p:nvPr/>
        </p:nvSpPr>
        <p:spPr>
          <a:xfrm>
            <a:off x="323011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6-cell128"/>
          <p:cNvSpPr/>
          <p:nvPr/>
        </p:nvSpPr>
        <p:spPr>
          <a:xfrm>
            <a:off x="358063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6-cell129"/>
          <p:cNvSpPr/>
          <p:nvPr/>
        </p:nvSpPr>
        <p:spPr>
          <a:xfrm>
            <a:off x="393115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6-cell130"/>
          <p:cNvSpPr/>
          <p:nvPr/>
        </p:nvSpPr>
        <p:spPr>
          <a:xfrm>
            <a:off x="428167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6-cell131"/>
          <p:cNvSpPr/>
          <p:nvPr/>
        </p:nvSpPr>
        <p:spPr>
          <a:xfrm>
            <a:off x="463219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6-cell132"/>
          <p:cNvSpPr/>
          <p:nvPr/>
        </p:nvSpPr>
        <p:spPr>
          <a:xfrm>
            <a:off x="498271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6-cell133"/>
          <p:cNvSpPr/>
          <p:nvPr/>
        </p:nvSpPr>
        <p:spPr>
          <a:xfrm>
            <a:off x="533323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6-cell134"/>
          <p:cNvSpPr/>
          <p:nvPr/>
        </p:nvSpPr>
        <p:spPr>
          <a:xfrm>
            <a:off x="77647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6-cell135"/>
          <p:cNvSpPr/>
          <p:nvPr/>
        </p:nvSpPr>
        <p:spPr>
          <a:xfrm>
            <a:off x="112699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6-cell136"/>
          <p:cNvSpPr/>
          <p:nvPr/>
        </p:nvSpPr>
        <p:spPr>
          <a:xfrm>
            <a:off x="147751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6-cell137"/>
          <p:cNvSpPr/>
          <p:nvPr/>
        </p:nvSpPr>
        <p:spPr>
          <a:xfrm>
            <a:off x="182803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6-cell138"/>
          <p:cNvSpPr/>
          <p:nvPr/>
        </p:nvSpPr>
        <p:spPr>
          <a:xfrm>
            <a:off x="217855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7" name="S06-cell139"/>
          <p:cNvSpPr/>
          <p:nvPr/>
        </p:nvSpPr>
        <p:spPr>
          <a:xfrm>
            <a:off x="252907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06-cell140"/>
          <p:cNvSpPr/>
          <p:nvPr/>
        </p:nvSpPr>
        <p:spPr>
          <a:xfrm>
            <a:off x="287959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9" name="S06-cell141"/>
          <p:cNvSpPr/>
          <p:nvPr/>
        </p:nvSpPr>
        <p:spPr>
          <a:xfrm>
            <a:off x="323011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0" name="S06-cell142"/>
          <p:cNvSpPr/>
          <p:nvPr/>
        </p:nvSpPr>
        <p:spPr>
          <a:xfrm>
            <a:off x="358063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06-cell143"/>
          <p:cNvSpPr/>
          <p:nvPr/>
        </p:nvSpPr>
        <p:spPr>
          <a:xfrm>
            <a:off x="393115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6-cell144"/>
          <p:cNvSpPr/>
          <p:nvPr/>
        </p:nvSpPr>
        <p:spPr>
          <a:xfrm>
            <a:off x="428167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06-cell145"/>
          <p:cNvSpPr/>
          <p:nvPr/>
        </p:nvSpPr>
        <p:spPr>
          <a:xfrm>
            <a:off x="463219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4" name="S06-cell146"/>
          <p:cNvSpPr/>
          <p:nvPr/>
        </p:nvSpPr>
        <p:spPr>
          <a:xfrm>
            <a:off x="498271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5" name="S06-cell147"/>
          <p:cNvSpPr/>
          <p:nvPr/>
        </p:nvSpPr>
        <p:spPr>
          <a:xfrm>
            <a:off x="533323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6" name="S06-cell148"/>
          <p:cNvSpPr/>
          <p:nvPr/>
        </p:nvSpPr>
        <p:spPr>
          <a:xfrm>
            <a:off x="77647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7" name="S06-cell149"/>
          <p:cNvSpPr/>
          <p:nvPr/>
        </p:nvSpPr>
        <p:spPr>
          <a:xfrm>
            <a:off x="112699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8" name="S06-cell150"/>
          <p:cNvSpPr/>
          <p:nvPr/>
        </p:nvSpPr>
        <p:spPr>
          <a:xfrm>
            <a:off x="147751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06-cell151"/>
          <p:cNvSpPr/>
          <p:nvPr/>
        </p:nvSpPr>
        <p:spPr>
          <a:xfrm>
            <a:off x="182803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06-cell152"/>
          <p:cNvSpPr/>
          <p:nvPr/>
        </p:nvSpPr>
        <p:spPr>
          <a:xfrm>
            <a:off x="217855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06-cell153"/>
          <p:cNvSpPr/>
          <p:nvPr/>
        </p:nvSpPr>
        <p:spPr>
          <a:xfrm>
            <a:off x="252907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6-cell154"/>
          <p:cNvSpPr/>
          <p:nvPr/>
        </p:nvSpPr>
        <p:spPr>
          <a:xfrm>
            <a:off x="287959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6-cell155"/>
          <p:cNvSpPr/>
          <p:nvPr/>
        </p:nvSpPr>
        <p:spPr>
          <a:xfrm>
            <a:off x="323011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6-cell156"/>
          <p:cNvSpPr/>
          <p:nvPr/>
        </p:nvSpPr>
        <p:spPr>
          <a:xfrm>
            <a:off x="358063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5" name="S06-cell157"/>
          <p:cNvSpPr/>
          <p:nvPr/>
        </p:nvSpPr>
        <p:spPr>
          <a:xfrm>
            <a:off x="393115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6-cell158"/>
          <p:cNvSpPr/>
          <p:nvPr/>
        </p:nvSpPr>
        <p:spPr>
          <a:xfrm>
            <a:off x="428167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7" name="S06-cell159"/>
          <p:cNvSpPr/>
          <p:nvPr/>
        </p:nvSpPr>
        <p:spPr>
          <a:xfrm>
            <a:off x="463219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8" name="S06-cell160"/>
          <p:cNvSpPr/>
          <p:nvPr/>
        </p:nvSpPr>
        <p:spPr>
          <a:xfrm>
            <a:off x="498271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06-cell161"/>
          <p:cNvSpPr/>
          <p:nvPr/>
        </p:nvSpPr>
        <p:spPr>
          <a:xfrm>
            <a:off x="533323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0" name="S06-cell162"/>
          <p:cNvSpPr/>
          <p:nvPr/>
        </p:nvSpPr>
        <p:spPr>
          <a:xfrm>
            <a:off x="77647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06-cell163"/>
          <p:cNvSpPr/>
          <p:nvPr/>
        </p:nvSpPr>
        <p:spPr>
          <a:xfrm>
            <a:off x="112699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06-cell164"/>
          <p:cNvSpPr/>
          <p:nvPr/>
        </p:nvSpPr>
        <p:spPr>
          <a:xfrm>
            <a:off x="147751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06-cell165"/>
          <p:cNvSpPr/>
          <p:nvPr/>
        </p:nvSpPr>
        <p:spPr>
          <a:xfrm>
            <a:off x="182803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4" name="S06-cell166"/>
          <p:cNvSpPr/>
          <p:nvPr/>
        </p:nvSpPr>
        <p:spPr>
          <a:xfrm>
            <a:off x="217855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5" name="S06-cell167"/>
          <p:cNvSpPr/>
          <p:nvPr/>
        </p:nvSpPr>
        <p:spPr>
          <a:xfrm>
            <a:off x="252907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06-cell168"/>
          <p:cNvSpPr/>
          <p:nvPr/>
        </p:nvSpPr>
        <p:spPr>
          <a:xfrm>
            <a:off x="287959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7" name="S06-cell169"/>
          <p:cNvSpPr/>
          <p:nvPr/>
        </p:nvSpPr>
        <p:spPr>
          <a:xfrm>
            <a:off x="323011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8" name="S06-cell170"/>
          <p:cNvSpPr/>
          <p:nvPr/>
        </p:nvSpPr>
        <p:spPr>
          <a:xfrm>
            <a:off x="358063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06-cell171"/>
          <p:cNvSpPr/>
          <p:nvPr/>
        </p:nvSpPr>
        <p:spPr>
          <a:xfrm>
            <a:off x="393115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0" name="S06-cell172"/>
          <p:cNvSpPr/>
          <p:nvPr/>
        </p:nvSpPr>
        <p:spPr>
          <a:xfrm>
            <a:off x="428167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06-cell173"/>
          <p:cNvSpPr/>
          <p:nvPr/>
        </p:nvSpPr>
        <p:spPr>
          <a:xfrm>
            <a:off x="463219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2" name="S06-cell174"/>
          <p:cNvSpPr/>
          <p:nvPr/>
        </p:nvSpPr>
        <p:spPr>
          <a:xfrm>
            <a:off x="498271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6-cell175"/>
          <p:cNvSpPr/>
          <p:nvPr/>
        </p:nvSpPr>
        <p:spPr>
          <a:xfrm>
            <a:off x="533323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4" name="S06-cell176"/>
          <p:cNvSpPr/>
          <p:nvPr/>
        </p:nvSpPr>
        <p:spPr>
          <a:xfrm>
            <a:off x="77647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5" name="S06-cell177"/>
          <p:cNvSpPr/>
          <p:nvPr/>
        </p:nvSpPr>
        <p:spPr>
          <a:xfrm>
            <a:off x="112699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6" name="S06-cell178"/>
          <p:cNvSpPr/>
          <p:nvPr/>
        </p:nvSpPr>
        <p:spPr>
          <a:xfrm>
            <a:off x="147751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7" name="S06-cell179"/>
          <p:cNvSpPr/>
          <p:nvPr/>
        </p:nvSpPr>
        <p:spPr>
          <a:xfrm>
            <a:off x="182803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8" name="S06-cell180"/>
          <p:cNvSpPr/>
          <p:nvPr/>
        </p:nvSpPr>
        <p:spPr>
          <a:xfrm>
            <a:off x="217855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9" name="S06-cell181"/>
          <p:cNvSpPr/>
          <p:nvPr/>
        </p:nvSpPr>
        <p:spPr>
          <a:xfrm>
            <a:off x="252907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0" name="S06-cell182"/>
          <p:cNvSpPr/>
          <p:nvPr/>
        </p:nvSpPr>
        <p:spPr>
          <a:xfrm>
            <a:off x="287959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6-cell183"/>
          <p:cNvSpPr/>
          <p:nvPr/>
        </p:nvSpPr>
        <p:spPr>
          <a:xfrm>
            <a:off x="323011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6-cell184"/>
          <p:cNvSpPr/>
          <p:nvPr/>
        </p:nvSpPr>
        <p:spPr>
          <a:xfrm>
            <a:off x="358063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06-cell185"/>
          <p:cNvSpPr/>
          <p:nvPr/>
        </p:nvSpPr>
        <p:spPr>
          <a:xfrm>
            <a:off x="393115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06-cell186"/>
          <p:cNvSpPr/>
          <p:nvPr/>
        </p:nvSpPr>
        <p:spPr>
          <a:xfrm>
            <a:off x="428167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5" name="S06-cell187"/>
          <p:cNvSpPr/>
          <p:nvPr/>
        </p:nvSpPr>
        <p:spPr>
          <a:xfrm>
            <a:off x="463219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6-cell188"/>
          <p:cNvSpPr/>
          <p:nvPr/>
        </p:nvSpPr>
        <p:spPr>
          <a:xfrm>
            <a:off x="498271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7" name="S06-cell189"/>
          <p:cNvSpPr/>
          <p:nvPr/>
        </p:nvSpPr>
        <p:spPr>
          <a:xfrm>
            <a:off x="533323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8" name="S06-cell190"/>
          <p:cNvSpPr/>
          <p:nvPr/>
        </p:nvSpPr>
        <p:spPr>
          <a:xfrm>
            <a:off x="77647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9" name="S06-cell191"/>
          <p:cNvSpPr/>
          <p:nvPr/>
        </p:nvSpPr>
        <p:spPr>
          <a:xfrm>
            <a:off x="112699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0" name="S06-cell192"/>
          <p:cNvSpPr/>
          <p:nvPr/>
        </p:nvSpPr>
        <p:spPr>
          <a:xfrm>
            <a:off x="147751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1" name="S06-cell193"/>
          <p:cNvSpPr/>
          <p:nvPr/>
        </p:nvSpPr>
        <p:spPr>
          <a:xfrm>
            <a:off x="182803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6-cell194"/>
          <p:cNvSpPr/>
          <p:nvPr/>
        </p:nvSpPr>
        <p:spPr>
          <a:xfrm>
            <a:off x="217855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3" name="S06-cell195"/>
          <p:cNvSpPr/>
          <p:nvPr/>
        </p:nvSpPr>
        <p:spPr>
          <a:xfrm>
            <a:off x="252907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4" name="S06-cell196"/>
          <p:cNvSpPr/>
          <p:nvPr/>
        </p:nvSpPr>
        <p:spPr>
          <a:xfrm>
            <a:off x="287959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5" name="S06-cell197"/>
          <p:cNvSpPr/>
          <p:nvPr/>
        </p:nvSpPr>
        <p:spPr>
          <a:xfrm>
            <a:off x="323011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6" name="S06-cell198"/>
          <p:cNvSpPr/>
          <p:nvPr/>
        </p:nvSpPr>
        <p:spPr>
          <a:xfrm>
            <a:off x="358063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7" name="S06-cell199"/>
          <p:cNvSpPr/>
          <p:nvPr/>
        </p:nvSpPr>
        <p:spPr>
          <a:xfrm>
            <a:off x="393115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8" name="S06-cell200"/>
          <p:cNvSpPr/>
          <p:nvPr/>
        </p:nvSpPr>
        <p:spPr>
          <a:xfrm>
            <a:off x="428167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9" name="S06-cell201"/>
          <p:cNvSpPr/>
          <p:nvPr/>
        </p:nvSpPr>
        <p:spPr>
          <a:xfrm>
            <a:off x="463219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0" name="S06-cell202"/>
          <p:cNvSpPr/>
          <p:nvPr/>
        </p:nvSpPr>
        <p:spPr>
          <a:xfrm>
            <a:off x="498271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1" name="S06-cell203"/>
          <p:cNvSpPr/>
          <p:nvPr/>
        </p:nvSpPr>
        <p:spPr>
          <a:xfrm>
            <a:off x="533323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2" name="S06-figure204" descr="가로 14칸, 세로 12줄 격자. 위 10줄(140칸)은 색칠, 아래 2줄(28칸)은 흰색"/>
          <p:cNvSpPr/>
          <p:nvPr/>
        </p:nvSpPr>
        <p:spPr>
          <a:xfrm>
            <a:off x="776478" y="2011680"/>
            <a:ext cx="490728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3" name="S06-card205"/>
          <p:cNvSpPr/>
          <p:nvPr/>
        </p:nvSpPr>
        <p:spPr>
          <a:xfrm>
            <a:off x="6277356" y="202311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4" name="S06-cardtext206"/>
          <p:cNvSpPr txBox="1"/>
          <p:nvPr/>
        </p:nvSpPr>
        <p:spPr>
          <a:xfrm>
            <a:off x="6551676" y="216027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칸 2줄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× 2 = 28</a:t>
            </a:r>
            <a:endParaRPr lang="ko-KR" sz="3000" dirty="0"/>
          </a:p>
        </p:txBody>
      </p:sp>
      <p:sp>
        <p:nvSpPr>
          <p:cNvPr id="175" name="S06-card207"/>
          <p:cNvSpPr/>
          <p:nvPr/>
        </p:nvSpPr>
        <p:spPr>
          <a:xfrm>
            <a:off x="6277356" y="349377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6" name="S06-cardtext208"/>
          <p:cNvSpPr txBox="1"/>
          <p:nvPr/>
        </p:nvSpPr>
        <p:spPr>
          <a:xfrm>
            <a:off x="6551676" y="363093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10줄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× 10 = 140</a:t>
            </a:r>
            <a:endParaRPr lang="ko-KR" sz="3000" dirty="0"/>
          </a:p>
        </p:txBody>
      </p:sp>
      <p:sp>
        <p:nvSpPr>
          <p:cNvPr id="177" name="S06-card209"/>
          <p:cNvSpPr/>
          <p:nvPr/>
        </p:nvSpPr>
        <p:spPr>
          <a:xfrm>
            <a:off x="6277356" y="496443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8" name="S06-cardtext210"/>
          <p:cNvSpPr txBox="1"/>
          <p:nvPr/>
        </p:nvSpPr>
        <p:spPr>
          <a:xfrm>
            <a:off x="6551676" y="510159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+ 140 = 168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곱해요</a:t>
            </a:r>
            <a:endParaRPr lang="ko-KR" sz="4000" dirty="0"/>
          </a:p>
        </p:txBody>
      </p:sp>
      <p:sp>
        <p:nvSpPr>
          <p:cNvPr id="3" name="S07-text2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13을 세로셈으로 해요.</a:t>
            </a:r>
            <a:endParaRPr lang="ko-KR" sz="3000" dirty="0"/>
          </a:p>
        </p:txBody>
      </p:sp>
      <p:sp>
        <p:nvSpPr>
          <p:cNvPr id="4" name="S07-card2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숫자는 몇십을 곱해요.</a:t>
            </a:r>
            <a:endParaRPr lang="ko-KR" sz="3000" dirty="0"/>
          </a:p>
        </p:txBody>
      </p:sp>
      <p:graphicFrame>
        <p:nvGraphicFramePr>
          <p:cNvPr id="8" name="S07-table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6190" y="21031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stepno215"/>
          <p:cNvSpPr txBox="1"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216"/>
          <p:cNvSpPr txBox="1"/>
          <p:nvPr/>
        </p:nvSpPr>
        <p:spPr>
          <a:xfrm>
            <a:off x="1325880" y="2286000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3을 곱해요: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3 = 72</a:t>
            </a:r>
            <a:endParaRPr lang="ko-KR" sz="2400" dirty="0"/>
          </a:p>
        </p:txBody>
      </p:sp>
      <p:sp>
        <p:nvSpPr>
          <p:cNvPr id="9" name="S07-stepno217"/>
          <p:cNvSpPr txBox="1"/>
          <p:nvPr/>
        </p:nvSpPr>
        <p:spPr>
          <a:xfrm>
            <a:off x="548640" y="32400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218"/>
          <p:cNvSpPr txBox="1"/>
          <p:nvPr/>
        </p:nvSpPr>
        <p:spPr>
          <a:xfrm>
            <a:off x="1325880" y="3194304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1은 10이에요: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10 = 240</a:t>
            </a:r>
            <a:endParaRPr lang="ko-KR" sz="2400" dirty="0"/>
          </a:p>
        </p:txBody>
      </p:sp>
      <p:sp>
        <p:nvSpPr>
          <p:cNvPr id="11" name="S07-stepno219"/>
          <p:cNvSpPr txBox="1"/>
          <p:nvPr/>
        </p:nvSpPr>
        <p:spPr>
          <a:xfrm>
            <a:off x="548640" y="4148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220"/>
          <p:cNvSpPr txBox="1"/>
          <p:nvPr/>
        </p:nvSpPr>
        <p:spPr>
          <a:xfrm>
            <a:off x="1325880" y="4102608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곱을 더해요: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+ 240 = 312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8-text2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공책에 세로셈으로 계산해요.</a:t>
            </a:r>
            <a:endParaRPr lang="ko-KR" sz="3000" dirty="0"/>
          </a:p>
        </p:txBody>
      </p:sp>
      <p:sp>
        <p:nvSpPr>
          <p:cNvPr id="4" name="S08-card2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줄은 몇십을 곱해서 0까지 써요.</a:t>
            </a:r>
            <a:endParaRPr lang="ko-KR" sz="3000" dirty="0"/>
          </a:p>
        </p:txBody>
      </p:sp>
      <p:graphicFrame>
        <p:nvGraphicFramePr>
          <p:cNvPr id="9" name="S08-table2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104644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label225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400" dirty="0"/>
          </a:p>
        </p:txBody>
      </p:sp>
      <p:sp>
        <p:nvSpPr>
          <p:cNvPr id="8" name="S08-chip2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8-eqtext227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× 12 = □</a:t>
            </a:r>
            <a:endParaRPr lang="ko-KR" sz="3400" dirty="0"/>
          </a:p>
        </p:txBody>
      </p:sp>
      <p:sp>
        <p:nvSpPr>
          <p:cNvPr id="10" name="S08-chip2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8-eqtext229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× 34 = □</a:t>
            </a:r>
            <a:endParaRPr lang="ko-KR" sz="3400" dirty="0"/>
          </a:p>
        </p:txBody>
      </p:sp>
      <p:sp>
        <p:nvSpPr>
          <p:cNvPr id="12" name="S08-chip2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8-eqtext231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15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2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23을 세로셈으로 했어요.</a:t>
            </a:r>
            <a:endParaRPr lang="ko-KR" sz="3000" dirty="0"/>
          </a:p>
        </p:txBody>
      </p:sp>
      <p:sp>
        <p:nvSpPr>
          <p:cNvPr id="5" name="S09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30 × 20으로 어림해 봐요.</a:t>
            </a:r>
            <a:endParaRPr lang="ko-KR" sz="3000" dirty="0"/>
          </a:p>
        </p:txBody>
      </p:sp>
      <p:sp>
        <p:nvSpPr>
          <p:cNvPr id="7" name="S09-chip2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160</a:t>
            </a:r>
            <a:endParaRPr lang="ko-KR" sz="2400" dirty="0"/>
          </a:p>
        </p:txBody>
      </p:sp>
      <p:sp>
        <p:nvSpPr>
          <p:cNvPr id="8" name="S09-text23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3 = 96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2 = 64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 + 64 = 160</a:t>
            </a:r>
            <a:endParaRPr lang="ko-KR" sz="3000" dirty="0"/>
          </a:p>
        </p:txBody>
      </p:sp>
      <p:sp>
        <p:nvSpPr>
          <p:cNvPr id="9" name="S09-chip2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736</a:t>
            </a:r>
            <a:endParaRPr lang="ko-KR" sz="2400" dirty="0"/>
          </a:p>
        </p:txBody>
      </p:sp>
      <p:sp>
        <p:nvSpPr>
          <p:cNvPr id="10" name="S09-text23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3 = 96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20 = 640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 + 640 = 736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십의 자리를 어떻게 곱했는지 말해요.</a:t>
            </a:r>
            <a:endParaRPr lang="ko-KR" sz="3000" dirty="0"/>
          </a:p>
        </p:txBody>
      </p:sp>
      <p:sp>
        <p:nvSpPr>
          <p:cNvPr id="4" name="S10-chip24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24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70 = □</a:t>
            </a:r>
            <a:endParaRPr lang="ko-KR" sz="3400" dirty="0"/>
          </a:p>
        </p:txBody>
      </p:sp>
      <p:sp>
        <p:nvSpPr>
          <p:cNvPr id="6" name="S10-chip24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24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20 = □</a:t>
            </a:r>
            <a:endParaRPr lang="ko-KR" sz="3400" dirty="0"/>
          </a:p>
        </p:txBody>
      </p:sp>
      <p:sp>
        <p:nvSpPr>
          <p:cNvPr id="8" name="S10-chip24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24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14 = □</a:t>
            </a:r>
            <a:endParaRPr lang="ko-KR" sz="3400" dirty="0"/>
          </a:p>
        </p:txBody>
      </p:sp>
      <p:sp>
        <p:nvSpPr>
          <p:cNvPr id="10" name="S10-chip24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24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× 32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24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5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S06 격자와 S07 세로셈을 다시 보며 둘째 줄을 확인하세요.</a:t>
            </a:r>
            <a:endParaRPr lang="ko-KR" sz="3000" dirty="0"/>
          </a:p>
        </p:txBody>
      </p:sp>
      <p:sp>
        <p:nvSpPr>
          <p:cNvPr id="5" name="S11-chip25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252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2800</a:t>
            </a:r>
            <a:endParaRPr lang="ko-KR" sz="3000" dirty="0"/>
          </a:p>
        </p:txBody>
      </p:sp>
      <p:sp>
        <p:nvSpPr>
          <p:cNvPr id="7" name="S11-text253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7 = 28</a:t>
            </a:r>
            <a:endParaRPr lang="ko-KR" sz="2400" dirty="0"/>
          </a:p>
        </p:txBody>
      </p:sp>
      <p:sp>
        <p:nvSpPr>
          <p:cNvPr id="8" name="S11-text254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680</a:t>
            </a:r>
            <a:endParaRPr lang="ko-KR" sz="3000" dirty="0"/>
          </a:p>
        </p:txBody>
      </p:sp>
      <p:sp>
        <p:nvSpPr>
          <p:cNvPr id="9" name="S11-text255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2 = 68</a:t>
            </a:r>
            <a:endParaRPr lang="ko-KR" sz="2400" dirty="0"/>
          </a:p>
        </p:txBody>
      </p:sp>
      <p:sp>
        <p:nvSpPr>
          <p:cNvPr id="10" name="S11-text256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322</a:t>
            </a:r>
            <a:endParaRPr lang="ko-KR" sz="3000" dirty="0"/>
          </a:p>
        </p:txBody>
      </p:sp>
      <p:sp>
        <p:nvSpPr>
          <p:cNvPr id="11" name="S11-text257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 + 230</a:t>
            </a:r>
            <a:endParaRPr lang="ko-KR" sz="2400" dirty="0"/>
          </a:p>
        </p:txBody>
      </p:sp>
      <p:sp>
        <p:nvSpPr>
          <p:cNvPr id="12" name="S11-text258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1440</a:t>
            </a:r>
            <a:endParaRPr lang="ko-KR" sz="3000" dirty="0"/>
          </a:p>
        </p:txBody>
      </p:sp>
      <p:sp>
        <p:nvSpPr>
          <p:cNvPr id="13" name="S11-text259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 + 1350</a:t>
            </a:r>
            <a:endParaRPr lang="ko-KR" sz="2400" dirty="0"/>
          </a:p>
        </p:txBody>
      </p:sp>
      <p:sp>
        <p:nvSpPr>
          <p:cNvPr id="14" name="S11-chip26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26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115</a:t>
            </a:r>
            <a:endParaRPr lang="ko-KR" sz="3000" dirty="0"/>
          </a:p>
        </p:txBody>
      </p:sp>
      <p:sp>
        <p:nvSpPr>
          <p:cNvPr id="16" name="S11-text26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23을 그냥 더함</a:t>
            </a:r>
            <a:endParaRPr lang="ko-KR" sz="2400" dirty="0"/>
          </a:p>
        </p:txBody>
      </p:sp>
      <p:sp>
        <p:nvSpPr>
          <p:cNvPr id="17" name="S11-text26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280</a:t>
            </a:r>
            <a:endParaRPr lang="ko-KR" sz="3000" dirty="0"/>
          </a:p>
        </p:txBody>
      </p:sp>
      <p:sp>
        <p:nvSpPr>
          <p:cNvPr id="18" name="S11-text26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1개만 붙임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계산한 것은?</a:t>
            </a:r>
            <a:endParaRPr lang="ko-KR" sz="4000" dirty="0"/>
          </a:p>
        </p:txBody>
      </p:sp>
      <p:sp>
        <p:nvSpPr>
          <p:cNvPr id="3" name="S12-text2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× 14를 계산한 식이에요.</a:t>
            </a:r>
            <a:endParaRPr lang="ko-KR" sz="3000" dirty="0"/>
          </a:p>
        </p:txBody>
      </p:sp>
      <p:sp>
        <p:nvSpPr>
          <p:cNvPr id="4" name="S12-card2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것을 고르고, 270이 어디서 나왔는지 말해요.</a:t>
            </a:r>
            <a:endParaRPr lang="ko-KR" sz="3000" dirty="0"/>
          </a:p>
        </p:txBody>
      </p:sp>
      <p:sp>
        <p:nvSpPr>
          <p:cNvPr id="6" name="S12-chip26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26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27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 + 27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135</a:t>
            </a:r>
            <a:endParaRPr lang="ko-KR" sz="3000" dirty="0"/>
          </a:p>
        </p:txBody>
      </p:sp>
      <p:sp>
        <p:nvSpPr>
          <p:cNvPr id="9" name="S12-chip27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27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27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 + 270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378</a:t>
            </a:r>
            <a:endParaRPr lang="ko-KR" sz="3000" dirty="0"/>
          </a:p>
        </p:txBody>
      </p:sp>
      <p:sp>
        <p:nvSpPr>
          <p:cNvPr id="12" name="S12-chip27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27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27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+ 270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298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27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7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숫자는 몇십을 곱해서 더해요.</a:t>
            </a:r>
            <a:endParaRPr lang="ko-KR" sz="3000" dirty="0"/>
          </a:p>
        </p:txBody>
      </p:sp>
      <p:sp>
        <p:nvSpPr>
          <p:cNvPr id="5" name="S13-chip27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몇십을 곱해 0까지 쓰기</a:t>
            </a:r>
            <a:endParaRPr lang="ko-KR" sz="2400" dirty="0"/>
          </a:p>
        </p:txBody>
      </p:sp>
      <p:sp>
        <p:nvSpPr>
          <p:cNvPr id="6" name="S13-chip28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십의 자리를 몇으로 곱하기</a:t>
            </a:r>
            <a:endParaRPr lang="ko-KR" sz="2400" dirty="0"/>
          </a:p>
        </p:txBody>
      </p:sp>
      <p:sp>
        <p:nvSpPr>
          <p:cNvPr id="7" name="S13-text28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28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60 × 30 = □</a:t>
            </a:r>
            <a:endParaRPr lang="ko-KR" sz="2800" dirty="0"/>
          </a:p>
        </p:txBody>
      </p:sp>
      <p:sp>
        <p:nvSpPr>
          <p:cNvPr id="9" name="S13-eqtext28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18 × 40 = □</a:t>
            </a:r>
            <a:endParaRPr lang="ko-KR" sz="2800" dirty="0"/>
          </a:p>
        </p:txBody>
      </p:sp>
      <p:sp>
        <p:nvSpPr>
          <p:cNvPr id="10" name="S13-eqtext28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36 × 24 = □</a:t>
            </a:r>
            <a:endParaRPr lang="ko-KR" sz="2800" dirty="0"/>
          </a:p>
        </p:txBody>
      </p:sp>
      <p:sp>
        <p:nvSpPr>
          <p:cNvPr id="11" name="S13-text2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나머지가 있는 나눗셈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24 × 3</a:t>
            </a:r>
            <a:endParaRPr lang="ko-KR" sz="4000" dirty="0"/>
          </a:p>
        </p:txBody>
      </p:sp>
      <p:sp>
        <p:nvSpPr>
          <p:cNvPr id="3" name="S14-text2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24를 3번 놓고 수 모형을 모아요.</a:t>
            </a:r>
            <a:endParaRPr lang="ko-KR" sz="3000" dirty="0"/>
          </a:p>
        </p:txBody>
      </p:sp>
      <p:sp>
        <p:nvSpPr>
          <p:cNvPr id="4" name="S14-card28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8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3 = 72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3 = 60, 4 × 3 = 12, 60 + 12 = 72</a:t>
            </a:r>
            <a:endParaRPr lang="ko-KR" sz="3000" dirty="0"/>
          </a:p>
        </p:txBody>
      </p:sp>
      <p:sp>
        <p:nvSpPr>
          <p:cNvPr id="6" name="S14-rod289"/>
          <p:cNvSpPr/>
          <p:nvPr/>
        </p:nvSpPr>
        <p:spPr>
          <a:xfrm>
            <a:off x="178059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line290"/>
          <p:cNvSpPr/>
          <p:nvPr/>
        </p:nvSpPr>
        <p:spPr>
          <a:xfrm>
            <a:off x="178059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4-line291"/>
          <p:cNvSpPr/>
          <p:nvPr/>
        </p:nvSpPr>
        <p:spPr>
          <a:xfrm>
            <a:off x="178059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4-line292"/>
          <p:cNvSpPr/>
          <p:nvPr/>
        </p:nvSpPr>
        <p:spPr>
          <a:xfrm>
            <a:off x="178059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line293"/>
          <p:cNvSpPr/>
          <p:nvPr/>
        </p:nvSpPr>
        <p:spPr>
          <a:xfrm>
            <a:off x="178059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294"/>
          <p:cNvSpPr/>
          <p:nvPr/>
        </p:nvSpPr>
        <p:spPr>
          <a:xfrm>
            <a:off x="178059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295"/>
          <p:cNvSpPr/>
          <p:nvPr/>
        </p:nvSpPr>
        <p:spPr>
          <a:xfrm>
            <a:off x="178059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4-line296"/>
          <p:cNvSpPr/>
          <p:nvPr/>
        </p:nvSpPr>
        <p:spPr>
          <a:xfrm>
            <a:off x="178059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line297"/>
          <p:cNvSpPr/>
          <p:nvPr/>
        </p:nvSpPr>
        <p:spPr>
          <a:xfrm>
            <a:off x="178059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line298"/>
          <p:cNvSpPr/>
          <p:nvPr/>
        </p:nvSpPr>
        <p:spPr>
          <a:xfrm>
            <a:off x="178059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rod299"/>
          <p:cNvSpPr/>
          <p:nvPr/>
        </p:nvSpPr>
        <p:spPr>
          <a:xfrm>
            <a:off x="212689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line300"/>
          <p:cNvSpPr/>
          <p:nvPr/>
        </p:nvSpPr>
        <p:spPr>
          <a:xfrm>
            <a:off x="212689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line301"/>
          <p:cNvSpPr/>
          <p:nvPr/>
        </p:nvSpPr>
        <p:spPr>
          <a:xfrm>
            <a:off x="212689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4-line302"/>
          <p:cNvSpPr/>
          <p:nvPr/>
        </p:nvSpPr>
        <p:spPr>
          <a:xfrm>
            <a:off x="212689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line303"/>
          <p:cNvSpPr/>
          <p:nvPr/>
        </p:nvSpPr>
        <p:spPr>
          <a:xfrm>
            <a:off x="212689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304"/>
          <p:cNvSpPr/>
          <p:nvPr/>
        </p:nvSpPr>
        <p:spPr>
          <a:xfrm>
            <a:off x="212689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305"/>
          <p:cNvSpPr/>
          <p:nvPr/>
        </p:nvSpPr>
        <p:spPr>
          <a:xfrm>
            <a:off x="212689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4-line306"/>
          <p:cNvSpPr/>
          <p:nvPr/>
        </p:nvSpPr>
        <p:spPr>
          <a:xfrm>
            <a:off x="212689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line307"/>
          <p:cNvSpPr/>
          <p:nvPr/>
        </p:nvSpPr>
        <p:spPr>
          <a:xfrm>
            <a:off x="212689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line308"/>
          <p:cNvSpPr/>
          <p:nvPr/>
        </p:nvSpPr>
        <p:spPr>
          <a:xfrm>
            <a:off x="212689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rod309"/>
          <p:cNvSpPr/>
          <p:nvPr/>
        </p:nvSpPr>
        <p:spPr>
          <a:xfrm>
            <a:off x="247319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4-line310"/>
          <p:cNvSpPr/>
          <p:nvPr/>
        </p:nvSpPr>
        <p:spPr>
          <a:xfrm>
            <a:off x="247319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line311"/>
          <p:cNvSpPr/>
          <p:nvPr/>
        </p:nvSpPr>
        <p:spPr>
          <a:xfrm>
            <a:off x="247319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4-line312"/>
          <p:cNvSpPr/>
          <p:nvPr/>
        </p:nvSpPr>
        <p:spPr>
          <a:xfrm>
            <a:off x="247319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line313"/>
          <p:cNvSpPr/>
          <p:nvPr/>
        </p:nvSpPr>
        <p:spPr>
          <a:xfrm>
            <a:off x="247319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314"/>
          <p:cNvSpPr/>
          <p:nvPr/>
        </p:nvSpPr>
        <p:spPr>
          <a:xfrm>
            <a:off x="247319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315"/>
          <p:cNvSpPr/>
          <p:nvPr/>
        </p:nvSpPr>
        <p:spPr>
          <a:xfrm>
            <a:off x="247319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4-line316"/>
          <p:cNvSpPr/>
          <p:nvPr/>
        </p:nvSpPr>
        <p:spPr>
          <a:xfrm>
            <a:off x="247319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line317"/>
          <p:cNvSpPr/>
          <p:nvPr/>
        </p:nvSpPr>
        <p:spPr>
          <a:xfrm>
            <a:off x="247319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line318"/>
          <p:cNvSpPr/>
          <p:nvPr/>
        </p:nvSpPr>
        <p:spPr>
          <a:xfrm>
            <a:off x="247319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rod319"/>
          <p:cNvSpPr/>
          <p:nvPr/>
        </p:nvSpPr>
        <p:spPr>
          <a:xfrm>
            <a:off x="2819495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4-line320"/>
          <p:cNvSpPr/>
          <p:nvPr/>
        </p:nvSpPr>
        <p:spPr>
          <a:xfrm>
            <a:off x="2819495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4-line321"/>
          <p:cNvSpPr/>
          <p:nvPr/>
        </p:nvSpPr>
        <p:spPr>
          <a:xfrm>
            <a:off x="2819495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4-line322"/>
          <p:cNvSpPr/>
          <p:nvPr/>
        </p:nvSpPr>
        <p:spPr>
          <a:xfrm>
            <a:off x="2819495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4-line323"/>
          <p:cNvSpPr/>
          <p:nvPr/>
        </p:nvSpPr>
        <p:spPr>
          <a:xfrm>
            <a:off x="2819495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4-line324"/>
          <p:cNvSpPr/>
          <p:nvPr/>
        </p:nvSpPr>
        <p:spPr>
          <a:xfrm>
            <a:off x="2819495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4-line325"/>
          <p:cNvSpPr/>
          <p:nvPr/>
        </p:nvSpPr>
        <p:spPr>
          <a:xfrm>
            <a:off x="2819495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4-line326"/>
          <p:cNvSpPr/>
          <p:nvPr/>
        </p:nvSpPr>
        <p:spPr>
          <a:xfrm>
            <a:off x="2819495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4-line327"/>
          <p:cNvSpPr/>
          <p:nvPr/>
        </p:nvSpPr>
        <p:spPr>
          <a:xfrm>
            <a:off x="2819495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4-line328"/>
          <p:cNvSpPr/>
          <p:nvPr/>
        </p:nvSpPr>
        <p:spPr>
          <a:xfrm>
            <a:off x="2819495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4-rod329"/>
          <p:cNvSpPr/>
          <p:nvPr/>
        </p:nvSpPr>
        <p:spPr>
          <a:xfrm>
            <a:off x="3165795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4-line330"/>
          <p:cNvSpPr/>
          <p:nvPr/>
        </p:nvSpPr>
        <p:spPr>
          <a:xfrm>
            <a:off x="3165795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4-line331"/>
          <p:cNvSpPr/>
          <p:nvPr/>
        </p:nvSpPr>
        <p:spPr>
          <a:xfrm>
            <a:off x="3165795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4-line332"/>
          <p:cNvSpPr/>
          <p:nvPr/>
        </p:nvSpPr>
        <p:spPr>
          <a:xfrm>
            <a:off x="3165795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4-line333"/>
          <p:cNvSpPr/>
          <p:nvPr/>
        </p:nvSpPr>
        <p:spPr>
          <a:xfrm>
            <a:off x="3165795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4-line334"/>
          <p:cNvSpPr/>
          <p:nvPr/>
        </p:nvSpPr>
        <p:spPr>
          <a:xfrm>
            <a:off x="3165795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4-line335"/>
          <p:cNvSpPr/>
          <p:nvPr/>
        </p:nvSpPr>
        <p:spPr>
          <a:xfrm>
            <a:off x="3165795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4-line336"/>
          <p:cNvSpPr/>
          <p:nvPr/>
        </p:nvSpPr>
        <p:spPr>
          <a:xfrm>
            <a:off x="3165795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4-line337"/>
          <p:cNvSpPr/>
          <p:nvPr/>
        </p:nvSpPr>
        <p:spPr>
          <a:xfrm>
            <a:off x="3165795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4-line338"/>
          <p:cNvSpPr/>
          <p:nvPr/>
        </p:nvSpPr>
        <p:spPr>
          <a:xfrm>
            <a:off x="3165795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4-rod339"/>
          <p:cNvSpPr/>
          <p:nvPr/>
        </p:nvSpPr>
        <p:spPr>
          <a:xfrm>
            <a:off x="3512095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4-line340"/>
          <p:cNvSpPr/>
          <p:nvPr/>
        </p:nvSpPr>
        <p:spPr>
          <a:xfrm>
            <a:off x="3512095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4-line341"/>
          <p:cNvSpPr/>
          <p:nvPr/>
        </p:nvSpPr>
        <p:spPr>
          <a:xfrm>
            <a:off x="3512095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4-line342"/>
          <p:cNvSpPr/>
          <p:nvPr/>
        </p:nvSpPr>
        <p:spPr>
          <a:xfrm>
            <a:off x="3512095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4-line343"/>
          <p:cNvSpPr/>
          <p:nvPr/>
        </p:nvSpPr>
        <p:spPr>
          <a:xfrm>
            <a:off x="3512095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4-line344"/>
          <p:cNvSpPr/>
          <p:nvPr/>
        </p:nvSpPr>
        <p:spPr>
          <a:xfrm>
            <a:off x="3512095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4-line345"/>
          <p:cNvSpPr/>
          <p:nvPr/>
        </p:nvSpPr>
        <p:spPr>
          <a:xfrm>
            <a:off x="3512095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4-line346"/>
          <p:cNvSpPr/>
          <p:nvPr/>
        </p:nvSpPr>
        <p:spPr>
          <a:xfrm>
            <a:off x="3512095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4-line347"/>
          <p:cNvSpPr/>
          <p:nvPr/>
        </p:nvSpPr>
        <p:spPr>
          <a:xfrm>
            <a:off x="3512095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4-line348"/>
          <p:cNvSpPr/>
          <p:nvPr/>
        </p:nvSpPr>
        <p:spPr>
          <a:xfrm>
            <a:off x="3512095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4-unit349"/>
          <p:cNvSpPr/>
          <p:nvPr/>
        </p:nvSpPr>
        <p:spPr>
          <a:xfrm>
            <a:off x="3858394" y="394879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14-unit350"/>
          <p:cNvSpPr/>
          <p:nvPr/>
        </p:nvSpPr>
        <p:spPr>
          <a:xfrm>
            <a:off x="3858394" y="367824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4-unit351"/>
          <p:cNvSpPr/>
          <p:nvPr/>
        </p:nvSpPr>
        <p:spPr>
          <a:xfrm>
            <a:off x="3858394" y="3407701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14-unit352"/>
          <p:cNvSpPr/>
          <p:nvPr/>
        </p:nvSpPr>
        <p:spPr>
          <a:xfrm>
            <a:off x="3858394" y="313715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14-unit353"/>
          <p:cNvSpPr/>
          <p:nvPr/>
        </p:nvSpPr>
        <p:spPr>
          <a:xfrm>
            <a:off x="3858394" y="286660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14-unit354"/>
          <p:cNvSpPr/>
          <p:nvPr/>
        </p:nvSpPr>
        <p:spPr>
          <a:xfrm>
            <a:off x="4139763" y="394879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4-unit355"/>
          <p:cNvSpPr/>
          <p:nvPr/>
        </p:nvSpPr>
        <p:spPr>
          <a:xfrm>
            <a:off x="4139763" y="367824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14-unit356"/>
          <p:cNvSpPr/>
          <p:nvPr/>
        </p:nvSpPr>
        <p:spPr>
          <a:xfrm>
            <a:off x="4139763" y="3407701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4-unit357"/>
          <p:cNvSpPr/>
          <p:nvPr/>
        </p:nvSpPr>
        <p:spPr>
          <a:xfrm>
            <a:off x="4139763" y="313715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14-unit358"/>
          <p:cNvSpPr/>
          <p:nvPr/>
        </p:nvSpPr>
        <p:spPr>
          <a:xfrm>
            <a:off x="4139763" y="286660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4-unit359"/>
          <p:cNvSpPr/>
          <p:nvPr/>
        </p:nvSpPr>
        <p:spPr>
          <a:xfrm>
            <a:off x="4421131" y="394879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14-unit360"/>
          <p:cNvSpPr/>
          <p:nvPr/>
        </p:nvSpPr>
        <p:spPr>
          <a:xfrm>
            <a:off x="4421131" y="367824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4-figure361" descr="십 모형 6개와 일 모형 12개"/>
          <p:cNvSpPr/>
          <p:nvPr/>
        </p:nvSpPr>
        <p:spPr>
          <a:xfrm>
            <a:off x="548640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14-label362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6개, 일 12개</a:t>
            </a:r>
            <a:endParaRPr lang="ko-KR" sz="2400" dirty="0"/>
          </a:p>
        </p:txBody>
      </p:sp>
      <p:sp>
        <p:nvSpPr>
          <p:cNvPr id="80" name="S14-rod363"/>
          <p:cNvSpPr/>
          <p:nvPr/>
        </p:nvSpPr>
        <p:spPr>
          <a:xfrm>
            <a:off x="7594671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4-line364"/>
          <p:cNvSpPr/>
          <p:nvPr/>
        </p:nvSpPr>
        <p:spPr>
          <a:xfrm>
            <a:off x="7594671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4-line365"/>
          <p:cNvSpPr/>
          <p:nvPr/>
        </p:nvSpPr>
        <p:spPr>
          <a:xfrm>
            <a:off x="7594671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4-line366"/>
          <p:cNvSpPr/>
          <p:nvPr/>
        </p:nvSpPr>
        <p:spPr>
          <a:xfrm>
            <a:off x="7594671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4-line367"/>
          <p:cNvSpPr/>
          <p:nvPr/>
        </p:nvSpPr>
        <p:spPr>
          <a:xfrm>
            <a:off x="7594671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4-line368"/>
          <p:cNvSpPr/>
          <p:nvPr/>
        </p:nvSpPr>
        <p:spPr>
          <a:xfrm>
            <a:off x="7594671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4-line369"/>
          <p:cNvSpPr/>
          <p:nvPr/>
        </p:nvSpPr>
        <p:spPr>
          <a:xfrm>
            <a:off x="7594671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4-line370"/>
          <p:cNvSpPr/>
          <p:nvPr/>
        </p:nvSpPr>
        <p:spPr>
          <a:xfrm>
            <a:off x="7594671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4-line371"/>
          <p:cNvSpPr/>
          <p:nvPr/>
        </p:nvSpPr>
        <p:spPr>
          <a:xfrm>
            <a:off x="7594671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4-line372"/>
          <p:cNvSpPr/>
          <p:nvPr/>
        </p:nvSpPr>
        <p:spPr>
          <a:xfrm>
            <a:off x="7594671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4-rod373"/>
          <p:cNvSpPr/>
          <p:nvPr/>
        </p:nvSpPr>
        <p:spPr>
          <a:xfrm>
            <a:off x="7940971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14-line374"/>
          <p:cNvSpPr/>
          <p:nvPr/>
        </p:nvSpPr>
        <p:spPr>
          <a:xfrm>
            <a:off x="7940971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4-line375"/>
          <p:cNvSpPr/>
          <p:nvPr/>
        </p:nvSpPr>
        <p:spPr>
          <a:xfrm>
            <a:off x="7940971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4-line376"/>
          <p:cNvSpPr/>
          <p:nvPr/>
        </p:nvSpPr>
        <p:spPr>
          <a:xfrm>
            <a:off x="7940971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4-line377"/>
          <p:cNvSpPr/>
          <p:nvPr/>
        </p:nvSpPr>
        <p:spPr>
          <a:xfrm>
            <a:off x="7940971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4-line378"/>
          <p:cNvSpPr/>
          <p:nvPr/>
        </p:nvSpPr>
        <p:spPr>
          <a:xfrm>
            <a:off x="7940971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4-line379"/>
          <p:cNvSpPr/>
          <p:nvPr/>
        </p:nvSpPr>
        <p:spPr>
          <a:xfrm>
            <a:off x="7940971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4-line380"/>
          <p:cNvSpPr/>
          <p:nvPr/>
        </p:nvSpPr>
        <p:spPr>
          <a:xfrm>
            <a:off x="7940971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4-line381"/>
          <p:cNvSpPr/>
          <p:nvPr/>
        </p:nvSpPr>
        <p:spPr>
          <a:xfrm>
            <a:off x="7940971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4-line382"/>
          <p:cNvSpPr/>
          <p:nvPr/>
        </p:nvSpPr>
        <p:spPr>
          <a:xfrm>
            <a:off x="7940971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4-rod383"/>
          <p:cNvSpPr/>
          <p:nvPr/>
        </p:nvSpPr>
        <p:spPr>
          <a:xfrm>
            <a:off x="828727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14-line384"/>
          <p:cNvSpPr/>
          <p:nvPr/>
        </p:nvSpPr>
        <p:spPr>
          <a:xfrm>
            <a:off x="828727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4-line385"/>
          <p:cNvSpPr/>
          <p:nvPr/>
        </p:nvSpPr>
        <p:spPr>
          <a:xfrm>
            <a:off x="828727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4-line386"/>
          <p:cNvSpPr/>
          <p:nvPr/>
        </p:nvSpPr>
        <p:spPr>
          <a:xfrm>
            <a:off x="828727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4-line387"/>
          <p:cNvSpPr/>
          <p:nvPr/>
        </p:nvSpPr>
        <p:spPr>
          <a:xfrm>
            <a:off x="828727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4-line388"/>
          <p:cNvSpPr/>
          <p:nvPr/>
        </p:nvSpPr>
        <p:spPr>
          <a:xfrm>
            <a:off x="828727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4-line389"/>
          <p:cNvSpPr/>
          <p:nvPr/>
        </p:nvSpPr>
        <p:spPr>
          <a:xfrm>
            <a:off x="828727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4-line390"/>
          <p:cNvSpPr/>
          <p:nvPr/>
        </p:nvSpPr>
        <p:spPr>
          <a:xfrm>
            <a:off x="828727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4-line391"/>
          <p:cNvSpPr/>
          <p:nvPr/>
        </p:nvSpPr>
        <p:spPr>
          <a:xfrm>
            <a:off x="828727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4-line392"/>
          <p:cNvSpPr/>
          <p:nvPr/>
        </p:nvSpPr>
        <p:spPr>
          <a:xfrm>
            <a:off x="828727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4-rod393"/>
          <p:cNvSpPr/>
          <p:nvPr/>
        </p:nvSpPr>
        <p:spPr>
          <a:xfrm>
            <a:off x="863357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14-line394"/>
          <p:cNvSpPr/>
          <p:nvPr/>
        </p:nvSpPr>
        <p:spPr>
          <a:xfrm>
            <a:off x="863357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4-line395"/>
          <p:cNvSpPr/>
          <p:nvPr/>
        </p:nvSpPr>
        <p:spPr>
          <a:xfrm>
            <a:off x="863357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4-line396"/>
          <p:cNvSpPr/>
          <p:nvPr/>
        </p:nvSpPr>
        <p:spPr>
          <a:xfrm>
            <a:off x="863357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4-line397"/>
          <p:cNvSpPr/>
          <p:nvPr/>
        </p:nvSpPr>
        <p:spPr>
          <a:xfrm>
            <a:off x="863357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4-line398"/>
          <p:cNvSpPr/>
          <p:nvPr/>
        </p:nvSpPr>
        <p:spPr>
          <a:xfrm>
            <a:off x="863357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4-line399"/>
          <p:cNvSpPr/>
          <p:nvPr/>
        </p:nvSpPr>
        <p:spPr>
          <a:xfrm>
            <a:off x="863357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4-line400"/>
          <p:cNvSpPr/>
          <p:nvPr/>
        </p:nvSpPr>
        <p:spPr>
          <a:xfrm>
            <a:off x="863357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4-line401"/>
          <p:cNvSpPr/>
          <p:nvPr/>
        </p:nvSpPr>
        <p:spPr>
          <a:xfrm>
            <a:off x="863357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4-line402"/>
          <p:cNvSpPr/>
          <p:nvPr/>
        </p:nvSpPr>
        <p:spPr>
          <a:xfrm>
            <a:off x="863357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4-rod403"/>
          <p:cNvSpPr/>
          <p:nvPr/>
        </p:nvSpPr>
        <p:spPr>
          <a:xfrm>
            <a:off x="897987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14-line404"/>
          <p:cNvSpPr/>
          <p:nvPr/>
        </p:nvSpPr>
        <p:spPr>
          <a:xfrm>
            <a:off x="897987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4-line405"/>
          <p:cNvSpPr/>
          <p:nvPr/>
        </p:nvSpPr>
        <p:spPr>
          <a:xfrm>
            <a:off x="897987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4-line406"/>
          <p:cNvSpPr/>
          <p:nvPr/>
        </p:nvSpPr>
        <p:spPr>
          <a:xfrm>
            <a:off x="897987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4-line407"/>
          <p:cNvSpPr/>
          <p:nvPr/>
        </p:nvSpPr>
        <p:spPr>
          <a:xfrm>
            <a:off x="897987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4-line408"/>
          <p:cNvSpPr/>
          <p:nvPr/>
        </p:nvSpPr>
        <p:spPr>
          <a:xfrm>
            <a:off x="897987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4-line409"/>
          <p:cNvSpPr/>
          <p:nvPr/>
        </p:nvSpPr>
        <p:spPr>
          <a:xfrm>
            <a:off x="897987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4-line410"/>
          <p:cNvSpPr/>
          <p:nvPr/>
        </p:nvSpPr>
        <p:spPr>
          <a:xfrm>
            <a:off x="897987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4-line411"/>
          <p:cNvSpPr/>
          <p:nvPr/>
        </p:nvSpPr>
        <p:spPr>
          <a:xfrm>
            <a:off x="897987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4-line412"/>
          <p:cNvSpPr/>
          <p:nvPr/>
        </p:nvSpPr>
        <p:spPr>
          <a:xfrm>
            <a:off x="897987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4-rod413"/>
          <p:cNvSpPr/>
          <p:nvPr/>
        </p:nvSpPr>
        <p:spPr>
          <a:xfrm>
            <a:off x="9326169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14-line414"/>
          <p:cNvSpPr/>
          <p:nvPr/>
        </p:nvSpPr>
        <p:spPr>
          <a:xfrm>
            <a:off x="9326169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4-line415"/>
          <p:cNvSpPr/>
          <p:nvPr/>
        </p:nvSpPr>
        <p:spPr>
          <a:xfrm>
            <a:off x="9326169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4-line416"/>
          <p:cNvSpPr/>
          <p:nvPr/>
        </p:nvSpPr>
        <p:spPr>
          <a:xfrm>
            <a:off x="9326169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4-line417"/>
          <p:cNvSpPr/>
          <p:nvPr/>
        </p:nvSpPr>
        <p:spPr>
          <a:xfrm>
            <a:off x="9326169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4-line418"/>
          <p:cNvSpPr/>
          <p:nvPr/>
        </p:nvSpPr>
        <p:spPr>
          <a:xfrm>
            <a:off x="9326169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4-line419"/>
          <p:cNvSpPr/>
          <p:nvPr/>
        </p:nvSpPr>
        <p:spPr>
          <a:xfrm>
            <a:off x="9326169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4-line420"/>
          <p:cNvSpPr/>
          <p:nvPr/>
        </p:nvSpPr>
        <p:spPr>
          <a:xfrm>
            <a:off x="9326169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4-line421"/>
          <p:cNvSpPr/>
          <p:nvPr/>
        </p:nvSpPr>
        <p:spPr>
          <a:xfrm>
            <a:off x="9326169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4-line422"/>
          <p:cNvSpPr/>
          <p:nvPr/>
        </p:nvSpPr>
        <p:spPr>
          <a:xfrm>
            <a:off x="9326169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4-rod423"/>
          <p:cNvSpPr/>
          <p:nvPr/>
        </p:nvSpPr>
        <p:spPr>
          <a:xfrm>
            <a:off x="9672469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14-line424"/>
          <p:cNvSpPr/>
          <p:nvPr/>
        </p:nvSpPr>
        <p:spPr>
          <a:xfrm>
            <a:off x="9672469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4-line425"/>
          <p:cNvSpPr/>
          <p:nvPr/>
        </p:nvSpPr>
        <p:spPr>
          <a:xfrm>
            <a:off x="9672469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4-line426"/>
          <p:cNvSpPr/>
          <p:nvPr/>
        </p:nvSpPr>
        <p:spPr>
          <a:xfrm>
            <a:off x="9672469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4-line427"/>
          <p:cNvSpPr/>
          <p:nvPr/>
        </p:nvSpPr>
        <p:spPr>
          <a:xfrm>
            <a:off x="9672469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4-line428"/>
          <p:cNvSpPr/>
          <p:nvPr/>
        </p:nvSpPr>
        <p:spPr>
          <a:xfrm>
            <a:off x="9672469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14-line429"/>
          <p:cNvSpPr/>
          <p:nvPr/>
        </p:nvSpPr>
        <p:spPr>
          <a:xfrm>
            <a:off x="9672469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14-line430"/>
          <p:cNvSpPr/>
          <p:nvPr/>
        </p:nvSpPr>
        <p:spPr>
          <a:xfrm>
            <a:off x="9672469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14-line431"/>
          <p:cNvSpPr/>
          <p:nvPr/>
        </p:nvSpPr>
        <p:spPr>
          <a:xfrm>
            <a:off x="9672469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14-line432"/>
          <p:cNvSpPr/>
          <p:nvPr/>
        </p:nvSpPr>
        <p:spPr>
          <a:xfrm>
            <a:off x="9672469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14-unit433"/>
          <p:cNvSpPr/>
          <p:nvPr/>
        </p:nvSpPr>
        <p:spPr>
          <a:xfrm>
            <a:off x="10018769" y="394879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14-unit434"/>
          <p:cNvSpPr/>
          <p:nvPr/>
        </p:nvSpPr>
        <p:spPr>
          <a:xfrm>
            <a:off x="10018769" y="367824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14-figure435" descr="십 모형 7개와 일 모형 2개"/>
          <p:cNvSpPr/>
          <p:nvPr/>
        </p:nvSpPr>
        <p:spPr>
          <a:xfrm>
            <a:off x="6254496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14-label436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72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(두 자리 수)×(두 자리 수)</dc:title>
  <dc:subject>KR22-G03-MAT-MUL2X2-L01</dc:subject>
  <dc:creator>education-ppt</dc:creator>
  <cp:lastModifiedBy>education-ppt</cp:lastModifiedBy>
  <cp:revision>1</cp:revision>
  <dcterms:created xsi:type="dcterms:W3CDTF">2026-10-26T07:38:42Z</dcterms:created>
  <dcterms:modified xsi:type="dcterms:W3CDTF">2026-10-26T07:38:42Z</dcterms:modified>
</cp:coreProperties>
</file>