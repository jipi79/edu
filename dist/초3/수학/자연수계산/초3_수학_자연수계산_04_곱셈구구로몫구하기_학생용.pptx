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c7130e1-3bfb-1a1c-12d6-7eb1eb8d3910}">
          <p14:sldIdLst>
            <p14:sldId id="256"/>
            <p14:sldId id="257"/>
          </p14:sldIdLst>
        </p14:section>
        <p14:section name="개념" id="{3c45b954-d20a-dbf0-04ab-43e8b180f06c}">
          <p14:sldIdLst>
            <p14:sldId id="258"/>
            <p14:sldId id="259"/>
            <p14:sldId id="262"/>
          </p14:sldIdLst>
        </p14:section>
        <p14:section name="연습" id="{ec48567f-73b8-b071-3e6b-188d759a891a}">
          <p14:sldIdLst>
            <p14:sldId id="260"/>
            <p14:sldId id="261"/>
            <p14:sldId id="263"/>
          </p14:sldIdLst>
        </p14:section>
        <p14:section name="개념" id="{9c545cee-65d5-d2d8-4bd9-f1523ed0aa52}">
          <p14:sldIdLst/>
        </p14:section>
        <p14:section name="연습" id="{30038da5-057c-8312-1acf-9e10ebd202ce}">
          <p14:sldIdLst/>
        </p14:section>
        <p14:section name="확인" id="{dfc53227-7a8e-5084-16ad-4097d756dcdd}">
          <p14:sldIdLst>
            <p14:sldId id="264"/>
            <p14:sldId id="265"/>
          </p14:sldIdLst>
        </p14:section>
        <p14:section name="정리" id="{78b2b290-c2da-cf3c-059e-bbb5236d20ae}">
          <p14:sldIdLst>
            <p14:sldId id="266"/>
          </p14:sldIdLst>
        </p14:section>
        <p14:section name="보충" id="{69474c3e-9db6-5057-e8df-4f57ed7213c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자연수계산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곱셈구구로 몫 구하기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곱셈구구로 몫 구하기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곱셈구구로 몫 구하기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곱셈구구로 몫 구하기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없이 몫을 구하려면?</a:t>
            </a:r>
            <a:endParaRPr lang="ko-KR" sz="30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÷ 6 = □</a:t>
            </a:r>
            <a:endParaRPr lang="ko-KR" sz="5400" dirty="0"/>
          </a:p>
        </p:txBody>
      </p:sp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곱셈구구로 나눗셈의 몫을 구해요.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문장을 나눗셈식으로 쓰고 곱셈으로 확인해요.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4 = □</a:t>
            </a:r>
            <a:endParaRPr lang="ko-KR" sz="34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8 = □</a:t>
            </a:r>
            <a:endParaRPr lang="ko-KR" sz="34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5 = 15를 나눗셈식 2개로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곱셈식으로 바꾸어요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÷ 6의 몫을 구해요.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수의 단에서 나누어지는 수를 찾아요.</a:t>
            </a:r>
            <a:endParaRPr lang="ko-KR" sz="3000" dirty="0"/>
          </a:p>
        </p:txBody>
      </p:sp>
      <p:sp>
        <p:nvSpPr>
          <p:cNvPr id="6" name="S03-dot13"/>
          <p:cNvSpPr/>
          <p:nvPr/>
        </p:nvSpPr>
        <p:spPr>
          <a:xfrm>
            <a:off x="8081924" y="241355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14"/>
          <p:cNvSpPr/>
          <p:nvPr/>
        </p:nvSpPr>
        <p:spPr>
          <a:xfrm>
            <a:off x="8584844" y="241355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15"/>
          <p:cNvSpPr/>
          <p:nvPr/>
        </p:nvSpPr>
        <p:spPr>
          <a:xfrm>
            <a:off x="9087764" y="241355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dot16"/>
          <p:cNvSpPr/>
          <p:nvPr/>
        </p:nvSpPr>
        <p:spPr>
          <a:xfrm>
            <a:off x="9590684" y="241355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dot17"/>
          <p:cNvSpPr/>
          <p:nvPr/>
        </p:nvSpPr>
        <p:spPr>
          <a:xfrm>
            <a:off x="10093604" y="241355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dot18"/>
          <p:cNvSpPr/>
          <p:nvPr/>
        </p:nvSpPr>
        <p:spPr>
          <a:xfrm>
            <a:off x="10596524" y="241355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dot19"/>
          <p:cNvSpPr/>
          <p:nvPr/>
        </p:nvSpPr>
        <p:spPr>
          <a:xfrm>
            <a:off x="8081924" y="29164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dot20"/>
          <p:cNvSpPr/>
          <p:nvPr/>
        </p:nvSpPr>
        <p:spPr>
          <a:xfrm>
            <a:off x="8584844" y="29164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dot21"/>
          <p:cNvSpPr/>
          <p:nvPr/>
        </p:nvSpPr>
        <p:spPr>
          <a:xfrm>
            <a:off x="9087764" y="29164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dot22"/>
          <p:cNvSpPr/>
          <p:nvPr/>
        </p:nvSpPr>
        <p:spPr>
          <a:xfrm>
            <a:off x="9590684" y="29164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dot23"/>
          <p:cNvSpPr/>
          <p:nvPr/>
        </p:nvSpPr>
        <p:spPr>
          <a:xfrm>
            <a:off x="10093604" y="29164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3-dot24"/>
          <p:cNvSpPr/>
          <p:nvPr/>
        </p:nvSpPr>
        <p:spPr>
          <a:xfrm>
            <a:off x="10596524" y="29164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dot25"/>
          <p:cNvSpPr/>
          <p:nvPr/>
        </p:nvSpPr>
        <p:spPr>
          <a:xfrm>
            <a:off x="8081924" y="34193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3-dot26"/>
          <p:cNvSpPr/>
          <p:nvPr/>
        </p:nvSpPr>
        <p:spPr>
          <a:xfrm>
            <a:off x="8584844" y="34193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3-dot27"/>
          <p:cNvSpPr/>
          <p:nvPr/>
        </p:nvSpPr>
        <p:spPr>
          <a:xfrm>
            <a:off x="9087764" y="34193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3-dot28"/>
          <p:cNvSpPr/>
          <p:nvPr/>
        </p:nvSpPr>
        <p:spPr>
          <a:xfrm>
            <a:off x="9590684" y="34193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3-dot29"/>
          <p:cNvSpPr/>
          <p:nvPr/>
        </p:nvSpPr>
        <p:spPr>
          <a:xfrm>
            <a:off x="10093604" y="34193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3-dot30"/>
          <p:cNvSpPr/>
          <p:nvPr/>
        </p:nvSpPr>
        <p:spPr>
          <a:xfrm>
            <a:off x="10596524" y="34193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3-dot31"/>
          <p:cNvSpPr/>
          <p:nvPr/>
        </p:nvSpPr>
        <p:spPr>
          <a:xfrm>
            <a:off x="8081924" y="39223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3-dot32"/>
          <p:cNvSpPr/>
          <p:nvPr/>
        </p:nvSpPr>
        <p:spPr>
          <a:xfrm>
            <a:off x="8584844" y="39223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3-dot33"/>
          <p:cNvSpPr/>
          <p:nvPr/>
        </p:nvSpPr>
        <p:spPr>
          <a:xfrm>
            <a:off x="9087764" y="39223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3-dot34"/>
          <p:cNvSpPr/>
          <p:nvPr/>
        </p:nvSpPr>
        <p:spPr>
          <a:xfrm>
            <a:off x="9590684" y="39223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3-dot35"/>
          <p:cNvSpPr/>
          <p:nvPr/>
        </p:nvSpPr>
        <p:spPr>
          <a:xfrm>
            <a:off x="10093604" y="39223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3-dot36"/>
          <p:cNvSpPr/>
          <p:nvPr/>
        </p:nvSpPr>
        <p:spPr>
          <a:xfrm>
            <a:off x="10596524" y="39223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3-group37"/>
          <p:cNvSpPr/>
          <p:nvPr/>
        </p:nvSpPr>
        <p:spPr>
          <a:xfrm>
            <a:off x="8013802" y="2354580"/>
            <a:ext cx="296265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1" name="S03-group38"/>
          <p:cNvSpPr/>
          <p:nvPr/>
        </p:nvSpPr>
        <p:spPr>
          <a:xfrm>
            <a:off x="8013802" y="2857500"/>
            <a:ext cx="296265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2" name="S03-group39"/>
          <p:cNvSpPr/>
          <p:nvPr/>
        </p:nvSpPr>
        <p:spPr>
          <a:xfrm>
            <a:off x="8013802" y="3360420"/>
            <a:ext cx="296265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3" name="S03-group40"/>
          <p:cNvSpPr/>
          <p:nvPr/>
        </p:nvSpPr>
        <p:spPr>
          <a:xfrm>
            <a:off x="8013802" y="3863340"/>
            <a:ext cx="296265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4" name="S03-figure41" descr="점 24개를 6개씩 4묶음으로 묶은 배열"/>
          <p:cNvSpPr/>
          <p:nvPr/>
        </p:nvSpPr>
        <p:spPr>
          <a:xfrm>
            <a:off x="7986370" y="2318004"/>
            <a:ext cx="301752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03-label42"/>
          <p:cNvSpPr txBox="1"/>
          <p:nvPr/>
        </p:nvSpPr>
        <p:spPr>
          <a:xfrm>
            <a:off x="7349947" y="4709160"/>
            <a:ext cx="429036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6개씩 4묶음</a:t>
            </a:r>
            <a:endParaRPr lang="ko-KR" sz="2400" dirty="0"/>
          </a:p>
        </p:txBody>
      </p:sp>
      <p:sp>
        <p:nvSpPr>
          <p:cNvPr id="36" name="S03-stepno43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37" name="S03-text44"/>
          <p:cNvSpPr txBox="1"/>
          <p:nvPr/>
        </p:nvSpPr>
        <p:spPr>
          <a:xfrm>
            <a:off x="1325880" y="2578608"/>
            <a:ext cx="29553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곱셈식으로</a:t>
            </a:r>
            <a:endParaRPr lang="ko-KR" sz="3000" dirty="0"/>
          </a:p>
        </p:txBody>
      </p:sp>
      <p:sp>
        <p:nvSpPr>
          <p:cNvPr id="38" name="S03-eqtext45"/>
          <p:cNvSpPr txBox="1"/>
          <p:nvPr/>
        </p:nvSpPr>
        <p:spPr>
          <a:xfrm>
            <a:off x="4281257" y="2578608"/>
            <a:ext cx="2702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□ = 24</a:t>
            </a:r>
            <a:endParaRPr lang="ko-KR" sz="3000" dirty="0"/>
          </a:p>
        </p:txBody>
      </p:sp>
      <p:sp>
        <p:nvSpPr>
          <p:cNvPr id="39" name="S03-stepno46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40" name="S03-text47"/>
          <p:cNvSpPr txBox="1"/>
          <p:nvPr/>
        </p:nvSpPr>
        <p:spPr>
          <a:xfrm>
            <a:off x="1325880" y="329184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6단: 6, 12, 18, 24</a:t>
            </a:r>
            <a:endParaRPr lang="ko-KR" sz="3000" dirty="0"/>
          </a:p>
        </p:txBody>
      </p:sp>
      <p:sp>
        <p:nvSpPr>
          <p:cNvPr id="41" name="S03-stepno48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2" name="S03-text49"/>
          <p:cNvSpPr txBox="1"/>
          <p:nvPr/>
        </p:nvSpPr>
        <p:spPr>
          <a:xfrm>
            <a:off x="1325880" y="4005072"/>
            <a:ext cx="29553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몫은 4</a:t>
            </a:r>
            <a:endParaRPr lang="ko-KR" sz="3000" dirty="0"/>
          </a:p>
        </p:txBody>
      </p:sp>
      <p:sp>
        <p:nvSpPr>
          <p:cNvPr id="43" name="S03-eqtext50"/>
          <p:cNvSpPr txBox="1"/>
          <p:nvPr/>
        </p:nvSpPr>
        <p:spPr>
          <a:xfrm>
            <a:off x="4281257" y="4005072"/>
            <a:ext cx="2702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÷ 6 = 4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곱셈표에서 몫 찾기</a:t>
            </a:r>
            <a:endParaRPr lang="ko-KR" sz="4000" dirty="0"/>
          </a:p>
        </p:txBody>
      </p:sp>
      <p:sp>
        <p:nvSpPr>
          <p:cNvPr id="3" name="S04-text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÷ 7의 몫을 곱셈표에서 찾아요.</a:t>
            </a:r>
            <a:endParaRPr lang="ko-KR" sz="3000" dirty="0"/>
          </a:p>
        </p:txBody>
      </p:sp>
      <p:sp>
        <p:nvSpPr>
          <p:cNvPr id="4" name="S04-card52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53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÷ 7 = 5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7의 줄에서 35를 찾고, 맨 위의 수를 읽어요.</a:t>
            </a:r>
            <a:endParaRPr lang="ko-KR" sz="3000" dirty="0"/>
          </a:p>
        </p:txBody>
      </p:sp>
      <p:graphicFrame>
        <p:nvGraphicFramePr>
          <p:cNvPr id="5" name="S04-table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3836" y="2404110"/>
          <a:ext cx="1024128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024128"/>
                <a:gridCol w="1024128"/>
                <a:gridCol w="1024128"/>
                <a:gridCol w="1024128"/>
                <a:gridCol w="1024128"/>
                <a:gridCol w="1024128"/>
                <a:gridCol w="1024128"/>
                <a:gridCol w="1024128"/>
                <a:gridCol w="1024128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몫을 구해요</a:t>
            </a:r>
            <a:endParaRPr lang="ko-KR" sz="4000" dirty="0"/>
          </a:p>
        </p:txBody>
      </p:sp>
      <p:sp>
        <p:nvSpPr>
          <p:cNvPr id="3" name="S05-text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곱셈식으로 바꾸어 몫을 구해요.</a:t>
            </a:r>
            <a:endParaRPr lang="ko-KR" sz="3000" dirty="0"/>
          </a:p>
        </p:txBody>
      </p:sp>
      <p:sp>
        <p:nvSpPr>
          <p:cNvPr id="4" name="S05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÷ 3은 3 × □ = 18로 바꾸어요.</a:t>
            </a:r>
            <a:endParaRPr lang="ko-KR" sz="3000" dirty="0"/>
          </a:p>
        </p:txBody>
      </p:sp>
      <p:sp>
        <p:nvSpPr>
          <p:cNvPr id="6" name="S05-chip5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eqtext5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÷ 3 = □</a:t>
            </a:r>
            <a:endParaRPr lang="ko-KR" sz="3400" dirty="0"/>
          </a:p>
        </p:txBody>
      </p:sp>
      <p:sp>
        <p:nvSpPr>
          <p:cNvPr id="8" name="S05-chip6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eqtext6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÷ 5 = □</a:t>
            </a:r>
            <a:endParaRPr lang="ko-KR" sz="3400" dirty="0"/>
          </a:p>
        </p:txBody>
      </p:sp>
      <p:sp>
        <p:nvSpPr>
          <p:cNvPr id="10" name="S05-chip6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eqtext6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 ÷ 9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6-card6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6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 ÷ 7의 몫을 구했어요.</a:t>
            </a:r>
            <a:endParaRPr lang="ko-KR" sz="3000" dirty="0"/>
          </a:p>
        </p:txBody>
      </p:sp>
      <p:sp>
        <p:nvSpPr>
          <p:cNvPr id="5" name="S06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6-chip6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7</a:t>
            </a:r>
            <a:endParaRPr lang="ko-KR" sz="2400" dirty="0"/>
          </a:p>
        </p:txBody>
      </p:sp>
      <p:sp>
        <p:nvSpPr>
          <p:cNvPr id="8" name="S06-text6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6 = 42니까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몫은 7이에요.</a:t>
            </a:r>
            <a:endParaRPr lang="ko-KR" sz="3000" dirty="0"/>
          </a:p>
        </p:txBody>
      </p:sp>
      <p:sp>
        <p:nvSpPr>
          <p:cNvPr id="9" name="S06-chip7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6</a:t>
            </a:r>
            <a:endParaRPr lang="ko-KR" sz="2400" dirty="0"/>
          </a:p>
        </p:txBody>
      </p:sp>
      <p:sp>
        <p:nvSpPr>
          <p:cNvPr id="10" name="S06-text7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6 = 42니까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몫은 6이에요.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문장을 식으로</a:t>
            </a:r>
            <a:endParaRPr lang="ko-KR" sz="4000" dirty="0"/>
          </a:p>
        </p:txBody>
      </p:sp>
      <p:sp>
        <p:nvSpPr>
          <p:cNvPr id="3" name="S07-text72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 32개를 4명이 똑같이 나누면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명에 몇 개일까요?</a:t>
            </a:r>
            <a:endParaRPr lang="ko-KR" sz="3000" dirty="0"/>
          </a:p>
        </p:txBody>
      </p:sp>
      <p:sp>
        <p:nvSpPr>
          <p:cNvPr id="4" name="S07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답을 구하면 곱셈으로 확인해요.</a:t>
            </a:r>
            <a:endParaRPr lang="ko-KR" sz="3000" dirty="0"/>
          </a:p>
        </p:txBody>
      </p:sp>
      <p:sp>
        <p:nvSpPr>
          <p:cNvPr id="6" name="S07-dot75"/>
          <p:cNvSpPr/>
          <p:nvPr/>
        </p:nvSpPr>
        <p:spPr>
          <a:xfrm>
            <a:off x="8139166" y="284207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7-dot76"/>
          <p:cNvSpPr/>
          <p:nvPr/>
        </p:nvSpPr>
        <p:spPr>
          <a:xfrm>
            <a:off x="8523214" y="284207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7-dot77"/>
          <p:cNvSpPr/>
          <p:nvPr/>
        </p:nvSpPr>
        <p:spPr>
          <a:xfrm>
            <a:off x="8907262" y="284207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7-dot78"/>
          <p:cNvSpPr/>
          <p:nvPr/>
        </p:nvSpPr>
        <p:spPr>
          <a:xfrm>
            <a:off x="9291310" y="284207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7-dot79"/>
          <p:cNvSpPr/>
          <p:nvPr/>
        </p:nvSpPr>
        <p:spPr>
          <a:xfrm>
            <a:off x="9675358" y="284207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7-dot80"/>
          <p:cNvSpPr/>
          <p:nvPr/>
        </p:nvSpPr>
        <p:spPr>
          <a:xfrm>
            <a:off x="10059406" y="284207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7-dot81"/>
          <p:cNvSpPr/>
          <p:nvPr/>
        </p:nvSpPr>
        <p:spPr>
          <a:xfrm>
            <a:off x="10443454" y="284207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7-dot82"/>
          <p:cNvSpPr/>
          <p:nvPr/>
        </p:nvSpPr>
        <p:spPr>
          <a:xfrm>
            <a:off x="10827502" y="284207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7-dot83"/>
          <p:cNvSpPr/>
          <p:nvPr/>
        </p:nvSpPr>
        <p:spPr>
          <a:xfrm>
            <a:off x="8139166" y="322612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7-dot84"/>
          <p:cNvSpPr/>
          <p:nvPr/>
        </p:nvSpPr>
        <p:spPr>
          <a:xfrm>
            <a:off x="8523214" y="322612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7-dot85"/>
          <p:cNvSpPr/>
          <p:nvPr/>
        </p:nvSpPr>
        <p:spPr>
          <a:xfrm>
            <a:off x="8907262" y="322612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7-dot86"/>
          <p:cNvSpPr/>
          <p:nvPr/>
        </p:nvSpPr>
        <p:spPr>
          <a:xfrm>
            <a:off x="9291310" y="322612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7-dot87"/>
          <p:cNvSpPr/>
          <p:nvPr/>
        </p:nvSpPr>
        <p:spPr>
          <a:xfrm>
            <a:off x="9675358" y="322612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7-dot88"/>
          <p:cNvSpPr/>
          <p:nvPr/>
        </p:nvSpPr>
        <p:spPr>
          <a:xfrm>
            <a:off x="10059406" y="322612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7-dot89"/>
          <p:cNvSpPr/>
          <p:nvPr/>
        </p:nvSpPr>
        <p:spPr>
          <a:xfrm>
            <a:off x="10443454" y="322612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7-dot90"/>
          <p:cNvSpPr/>
          <p:nvPr/>
        </p:nvSpPr>
        <p:spPr>
          <a:xfrm>
            <a:off x="10827502" y="322612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7-dot91"/>
          <p:cNvSpPr/>
          <p:nvPr/>
        </p:nvSpPr>
        <p:spPr>
          <a:xfrm>
            <a:off x="8139166" y="361017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7-dot92"/>
          <p:cNvSpPr/>
          <p:nvPr/>
        </p:nvSpPr>
        <p:spPr>
          <a:xfrm>
            <a:off x="8523214" y="361017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7-dot93"/>
          <p:cNvSpPr/>
          <p:nvPr/>
        </p:nvSpPr>
        <p:spPr>
          <a:xfrm>
            <a:off x="8907262" y="361017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7-dot94"/>
          <p:cNvSpPr/>
          <p:nvPr/>
        </p:nvSpPr>
        <p:spPr>
          <a:xfrm>
            <a:off x="9291310" y="361017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7-dot95"/>
          <p:cNvSpPr/>
          <p:nvPr/>
        </p:nvSpPr>
        <p:spPr>
          <a:xfrm>
            <a:off x="9675358" y="361017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7-dot96"/>
          <p:cNvSpPr/>
          <p:nvPr/>
        </p:nvSpPr>
        <p:spPr>
          <a:xfrm>
            <a:off x="10059406" y="361017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7-dot97"/>
          <p:cNvSpPr/>
          <p:nvPr/>
        </p:nvSpPr>
        <p:spPr>
          <a:xfrm>
            <a:off x="10443454" y="361017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7-dot98"/>
          <p:cNvSpPr/>
          <p:nvPr/>
        </p:nvSpPr>
        <p:spPr>
          <a:xfrm>
            <a:off x="10827502" y="361017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7-dot99"/>
          <p:cNvSpPr/>
          <p:nvPr/>
        </p:nvSpPr>
        <p:spPr>
          <a:xfrm>
            <a:off x="8139166" y="399422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7-dot100"/>
          <p:cNvSpPr/>
          <p:nvPr/>
        </p:nvSpPr>
        <p:spPr>
          <a:xfrm>
            <a:off x="8523214" y="399422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7-dot101"/>
          <p:cNvSpPr/>
          <p:nvPr/>
        </p:nvSpPr>
        <p:spPr>
          <a:xfrm>
            <a:off x="8907262" y="399422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7-dot102"/>
          <p:cNvSpPr/>
          <p:nvPr/>
        </p:nvSpPr>
        <p:spPr>
          <a:xfrm>
            <a:off x="9291310" y="399422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7-dot103"/>
          <p:cNvSpPr/>
          <p:nvPr/>
        </p:nvSpPr>
        <p:spPr>
          <a:xfrm>
            <a:off x="9675358" y="399422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7-dot104"/>
          <p:cNvSpPr/>
          <p:nvPr/>
        </p:nvSpPr>
        <p:spPr>
          <a:xfrm>
            <a:off x="10059406" y="399422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7-dot105"/>
          <p:cNvSpPr/>
          <p:nvPr/>
        </p:nvSpPr>
        <p:spPr>
          <a:xfrm>
            <a:off x="10443454" y="399422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7-dot106"/>
          <p:cNvSpPr/>
          <p:nvPr/>
        </p:nvSpPr>
        <p:spPr>
          <a:xfrm>
            <a:off x="10827502" y="399422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7-group107"/>
          <p:cNvSpPr/>
          <p:nvPr/>
        </p:nvSpPr>
        <p:spPr>
          <a:xfrm>
            <a:off x="8093629" y="2805684"/>
            <a:ext cx="3017520" cy="310896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9" name="S07-group108"/>
          <p:cNvSpPr/>
          <p:nvPr/>
        </p:nvSpPr>
        <p:spPr>
          <a:xfrm>
            <a:off x="8093629" y="3189732"/>
            <a:ext cx="3017520" cy="310896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0" name="S07-group109"/>
          <p:cNvSpPr/>
          <p:nvPr/>
        </p:nvSpPr>
        <p:spPr>
          <a:xfrm>
            <a:off x="8093629" y="3573780"/>
            <a:ext cx="3017520" cy="310896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1" name="S07-group110"/>
          <p:cNvSpPr/>
          <p:nvPr/>
        </p:nvSpPr>
        <p:spPr>
          <a:xfrm>
            <a:off x="8093629" y="3957828"/>
            <a:ext cx="3017520" cy="310896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2" name="S07-figure111" descr="점 32개를 8개씩 4줄로 나눈 배열(4명에게 8개씩)"/>
          <p:cNvSpPr/>
          <p:nvPr/>
        </p:nvSpPr>
        <p:spPr>
          <a:xfrm>
            <a:off x="8066197" y="2769108"/>
            <a:ext cx="3072384" cy="15361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07-label112"/>
          <p:cNvSpPr txBox="1"/>
          <p:nvPr/>
        </p:nvSpPr>
        <p:spPr>
          <a:xfrm>
            <a:off x="7564465" y="4709160"/>
            <a:ext cx="40758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4명에게 8개씩</a:t>
            </a:r>
            <a:endParaRPr lang="ko-KR" sz="2400" dirty="0"/>
          </a:p>
        </p:txBody>
      </p:sp>
      <p:sp>
        <p:nvSpPr>
          <p:cNvPr id="44" name="S07-stepno113"/>
          <p:cNvSpPr txBox="1"/>
          <p:nvPr/>
        </p:nvSpPr>
        <p:spPr>
          <a:xfrm>
            <a:off x="548640" y="24384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5" name="S07-text114"/>
          <p:cNvSpPr txBox="1"/>
          <p:nvPr/>
        </p:nvSpPr>
        <p:spPr>
          <a:xfrm>
            <a:off x="1325880" y="2438400"/>
            <a:ext cx="30797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나눗셈식</a:t>
            </a:r>
            <a:endParaRPr lang="ko-KR" sz="2400" dirty="0"/>
          </a:p>
        </p:txBody>
      </p:sp>
      <p:sp>
        <p:nvSpPr>
          <p:cNvPr id="46" name="S07-eqtext115"/>
          <p:cNvSpPr txBox="1"/>
          <p:nvPr/>
        </p:nvSpPr>
        <p:spPr>
          <a:xfrm>
            <a:off x="4405678" y="2438400"/>
            <a:ext cx="27930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÷ 4 = □</a:t>
            </a:r>
            <a:endParaRPr lang="ko-KR" sz="2400" dirty="0"/>
          </a:p>
        </p:txBody>
      </p:sp>
      <p:sp>
        <p:nvSpPr>
          <p:cNvPr id="47" name="S07-stepno116"/>
          <p:cNvSpPr txBox="1"/>
          <p:nvPr/>
        </p:nvSpPr>
        <p:spPr>
          <a:xfrm>
            <a:off x="548640" y="3151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48" name="S07-text117"/>
          <p:cNvSpPr txBox="1"/>
          <p:nvPr/>
        </p:nvSpPr>
        <p:spPr>
          <a:xfrm>
            <a:off x="1325880" y="3151632"/>
            <a:ext cx="30797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곱셈식으로</a:t>
            </a:r>
            <a:endParaRPr lang="ko-KR" sz="2400" dirty="0"/>
          </a:p>
        </p:txBody>
      </p:sp>
      <p:sp>
        <p:nvSpPr>
          <p:cNvPr id="49" name="S07-eqtext118"/>
          <p:cNvSpPr txBox="1"/>
          <p:nvPr/>
        </p:nvSpPr>
        <p:spPr>
          <a:xfrm>
            <a:off x="4405678" y="3151632"/>
            <a:ext cx="27930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□ = 32</a:t>
            </a:r>
            <a:endParaRPr lang="ko-KR" sz="2400" dirty="0"/>
          </a:p>
        </p:txBody>
      </p:sp>
      <p:sp>
        <p:nvSpPr>
          <p:cNvPr id="50" name="S07-stepno119"/>
          <p:cNvSpPr txBox="1"/>
          <p:nvPr/>
        </p:nvSpPr>
        <p:spPr>
          <a:xfrm>
            <a:off x="548640" y="3864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51" name="S07-text120"/>
          <p:cNvSpPr txBox="1"/>
          <p:nvPr/>
        </p:nvSpPr>
        <p:spPr>
          <a:xfrm>
            <a:off x="1325880" y="3864864"/>
            <a:ext cx="30797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4단에서</a:t>
            </a:r>
            <a:endParaRPr lang="ko-KR" sz="2400" dirty="0"/>
          </a:p>
        </p:txBody>
      </p:sp>
      <p:sp>
        <p:nvSpPr>
          <p:cNvPr id="52" name="S07-eqtext121"/>
          <p:cNvSpPr txBox="1"/>
          <p:nvPr/>
        </p:nvSpPr>
        <p:spPr>
          <a:xfrm>
            <a:off x="4405678" y="3864864"/>
            <a:ext cx="27930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8 = 32</a:t>
            </a:r>
            <a:endParaRPr lang="ko-KR" sz="2400" dirty="0"/>
          </a:p>
        </p:txBody>
      </p:sp>
      <p:sp>
        <p:nvSpPr>
          <p:cNvPr id="53" name="S07-stepno122"/>
          <p:cNvSpPr txBox="1"/>
          <p:nvPr/>
        </p:nvSpPr>
        <p:spPr>
          <a:xfrm>
            <a:off x="548640" y="4578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4" name="S07-text123"/>
          <p:cNvSpPr txBox="1"/>
          <p:nvPr/>
        </p:nvSpPr>
        <p:spPr>
          <a:xfrm>
            <a:off x="1325880" y="4578096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답: 한 명에 8개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쓰고 몫 구하기</a:t>
            </a:r>
            <a:endParaRPr lang="ko-KR" sz="4000" dirty="0"/>
          </a:p>
        </p:txBody>
      </p:sp>
      <p:sp>
        <p:nvSpPr>
          <p:cNvPr id="3" name="S08-text1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쓰고, 몫을 구해요.</a:t>
            </a:r>
            <a:endParaRPr lang="ko-KR" sz="3000" dirty="0"/>
          </a:p>
        </p:txBody>
      </p:sp>
      <p:sp>
        <p:nvSpPr>
          <p:cNvPr id="4" name="S08-card1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1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나눗셈식 → 곱셈식 → 곱셈구구 → 답</a:t>
            </a:r>
            <a:endParaRPr lang="ko-KR" sz="3000" dirty="0"/>
          </a:p>
        </p:txBody>
      </p:sp>
      <p:sp>
        <p:nvSpPr>
          <p:cNvPr id="6" name="S08-chip12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12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27개를 3명이 똑같이 나누면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명에 몇 개일까요?</a:t>
            </a:r>
            <a:endParaRPr lang="ko-KR" sz="3000" dirty="0"/>
          </a:p>
        </p:txBody>
      </p:sp>
      <p:sp>
        <p:nvSpPr>
          <p:cNvPr id="8" name="S08-chip12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13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 30권을 6권씩 묶으면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묶음이 될까요?</a:t>
            </a:r>
            <a:endParaRPr lang="ko-KR" sz="3000" dirty="0"/>
          </a:p>
        </p:txBody>
      </p:sp>
      <p:sp>
        <p:nvSpPr>
          <p:cNvPr id="10" name="S08-chip13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8-text13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 56자루를 8명이 똑같이 나누면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명에 몇 자루일까요?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09-text1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몫을 구하고, 곱셈으로 확인해요.</a:t>
            </a:r>
            <a:endParaRPr lang="ko-KR" sz="3000" dirty="0"/>
          </a:p>
        </p:txBody>
      </p:sp>
      <p:sp>
        <p:nvSpPr>
          <p:cNvPr id="4" name="S09-chip13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9-eqtext13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 ÷ 4 = □</a:t>
            </a:r>
            <a:endParaRPr lang="ko-KR" sz="3400" dirty="0"/>
          </a:p>
        </p:txBody>
      </p:sp>
      <p:sp>
        <p:nvSpPr>
          <p:cNvPr id="6" name="S09-chip13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9-eqtext13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 ÷ 7 = □</a:t>
            </a:r>
            <a:endParaRPr lang="ko-KR" sz="3400" dirty="0"/>
          </a:p>
        </p:txBody>
      </p:sp>
      <p:sp>
        <p:nvSpPr>
          <p:cNvPr id="8" name="S09-chip13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9-text13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색종이 54장을 9명이 똑같이 나누면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명에 몇 장일까요?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몫이 6인 것은?</a:t>
            </a:r>
            <a:endParaRPr lang="ko-KR" sz="4000" dirty="0"/>
          </a:p>
        </p:txBody>
      </p:sp>
      <p:sp>
        <p:nvSpPr>
          <p:cNvPr id="3" name="S11-card1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몫이 6인 것을 모두 고르고, 곱셈식으로 말해요.</a:t>
            </a:r>
            <a:endParaRPr lang="ko-KR" sz="3000" dirty="0"/>
          </a:p>
        </p:txBody>
      </p:sp>
      <p:sp>
        <p:nvSpPr>
          <p:cNvPr id="5" name="S11-chip142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1-bigtext143"/>
          <p:cNvSpPr txBox="1"/>
          <p:nvPr/>
        </p:nvSpPr>
        <p:spPr>
          <a:xfrm>
            <a:off x="1344168" y="1325880"/>
            <a:ext cx="4567428" cy="176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 ÷ 7</a:t>
            </a:r>
            <a:endParaRPr lang="ko-KR" sz="4400" dirty="0"/>
          </a:p>
        </p:txBody>
      </p:sp>
      <p:sp>
        <p:nvSpPr>
          <p:cNvPr id="7" name="S11-chip144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8" name="S11-bigtext145"/>
          <p:cNvSpPr txBox="1"/>
          <p:nvPr/>
        </p:nvSpPr>
        <p:spPr>
          <a:xfrm>
            <a:off x="7072884" y="1325880"/>
            <a:ext cx="4567428" cy="176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 ÷ 9</a:t>
            </a:r>
            <a:endParaRPr lang="ko-KR" sz="4400" dirty="0"/>
          </a:p>
        </p:txBody>
      </p:sp>
      <p:sp>
        <p:nvSpPr>
          <p:cNvPr id="9" name="S11-chip146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0" name="S11-bigtext147"/>
          <p:cNvSpPr txBox="1"/>
          <p:nvPr/>
        </p:nvSpPr>
        <p:spPr>
          <a:xfrm>
            <a:off x="1344168" y="3360420"/>
            <a:ext cx="4567428" cy="176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÷ 3</a:t>
            </a:r>
            <a:endParaRPr lang="ko-KR" sz="4400" dirty="0"/>
          </a:p>
        </p:txBody>
      </p:sp>
      <p:sp>
        <p:nvSpPr>
          <p:cNvPr id="11" name="S11-chip148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2" name="S11-bigtext149"/>
          <p:cNvSpPr txBox="1"/>
          <p:nvPr/>
        </p:nvSpPr>
        <p:spPr>
          <a:xfrm>
            <a:off x="7072884" y="3360420"/>
            <a:ext cx="4567428" cy="176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 ÷ 8</a:t>
            </a:r>
            <a:endParaRPr lang="ko-KR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15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15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수의 단에서 몫을 찾아요.</a:t>
            </a:r>
            <a:endParaRPr lang="ko-KR" sz="3000" dirty="0"/>
          </a:p>
        </p:txBody>
      </p:sp>
      <p:sp>
        <p:nvSpPr>
          <p:cNvPr id="5" name="S12-chip152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곱셈으로 몫 확인하기</a:t>
            </a:r>
            <a:endParaRPr lang="ko-KR" sz="2400" dirty="0"/>
          </a:p>
        </p:txBody>
      </p:sp>
      <p:sp>
        <p:nvSpPr>
          <p:cNvPr id="6" name="S12-chip153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나누는 수를 몫으로 쓰기</a:t>
            </a:r>
            <a:endParaRPr lang="ko-KR" sz="2400" dirty="0"/>
          </a:p>
        </p:txBody>
      </p:sp>
      <p:sp>
        <p:nvSpPr>
          <p:cNvPr id="7" name="S12-text154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2-eqtext155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28 ÷ 4 = □</a:t>
            </a:r>
            <a:endParaRPr lang="ko-KR" sz="2800" dirty="0"/>
          </a:p>
        </p:txBody>
      </p:sp>
      <p:sp>
        <p:nvSpPr>
          <p:cNvPr id="9" name="S12-eqtext156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72 ÷ 9 = □</a:t>
            </a:r>
            <a:endParaRPr lang="ko-KR" sz="2800" dirty="0"/>
          </a:p>
        </p:txBody>
      </p:sp>
      <p:sp>
        <p:nvSpPr>
          <p:cNvPr id="10" name="S12-text157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사과 30개를 5개씩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담으면 몇 봉지?</a:t>
            </a:r>
            <a:endParaRPr lang="ko-KR" sz="2400" dirty="0"/>
          </a:p>
        </p:txBody>
      </p:sp>
      <p:sp>
        <p:nvSpPr>
          <p:cNvPr id="11" name="S12-text15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(두 자리 수)×(한 자리 수)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곱셈식과 나눗셈식</a:t>
            </a:r>
            <a:endParaRPr lang="ko-KR" sz="4000" dirty="0"/>
          </a:p>
        </p:txBody>
      </p:sp>
      <p:sp>
        <p:nvSpPr>
          <p:cNvPr id="3" name="S13-text1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15개로 식 3개를 만들어요.</a:t>
            </a:r>
            <a:endParaRPr lang="ko-KR" sz="3000" dirty="0"/>
          </a:p>
        </p:txBody>
      </p:sp>
      <p:sp>
        <p:nvSpPr>
          <p:cNvPr id="4" name="S13-card1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1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세 수로 곱셈식과 나눗셈식을 만들어요.</a:t>
            </a:r>
            <a:endParaRPr lang="ko-KR" sz="3000" dirty="0"/>
          </a:p>
        </p:txBody>
      </p:sp>
      <p:sp>
        <p:nvSpPr>
          <p:cNvPr id="6" name="S13-dot162"/>
          <p:cNvSpPr/>
          <p:nvPr/>
        </p:nvSpPr>
        <p:spPr>
          <a:xfrm>
            <a:off x="1751533" y="2727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3-dot163"/>
          <p:cNvSpPr/>
          <p:nvPr/>
        </p:nvSpPr>
        <p:spPr>
          <a:xfrm>
            <a:off x="2391613" y="2727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3-dot164"/>
          <p:cNvSpPr/>
          <p:nvPr/>
        </p:nvSpPr>
        <p:spPr>
          <a:xfrm>
            <a:off x="3031693" y="2727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3-dot165"/>
          <p:cNvSpPr/>
          <p:nvPr/>
        </p:nvSpPr>
        <p:spPr>
          <a:xfrm>
            <a:off x="3671773" y="2727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3-dot166"/>
          <p:cNvSpPr/>
          <p:nvPr/>
        </p:nvSpPr>
        <p:spPr>
          <a:xfrm>
            <a:off x="4311853" y="2727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3-dot167"/>
          <p:cNvSpPr/>
          <p:nvPr/>
        </p:nvSpPr>
        <p:spPr>
          <a:xfrm>
            <a:off x="1751533" y="336773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3-dot168"/>
          <p:cNvSpPr/>
          <p:nvPr/>
        </p:nvSpPr>
        <p:spPr>
          <a:xfrm>
            <a:off x="2391613" y="336773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3-dot169"/>
          <p:cNvSpPr/>
          <p:nvPr/>
        </p:nvSpPr>
        <p:spPr>
          <a:xfrm>
            <a:off x="3031693" y="336773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3-dot170"/>
          <p:cNvSpPr/>
          <p:nvPr/>
        </p:nvSpPr>
        <p:spPr>
          <a:xfrm>
            <a:off x="3671773" y="336773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3-dot171"/>
          <p:cNvSpPr/>
          <p:nvPr/>
        </p:nvSpPr>
        <p:spPr>
          <a:xfrm>
            <a:off x="4311853" y="336773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3-dot172"/>
          <p:cNvSpPr/>
          <p:nvPr/>
        </p:nvSpPr>
        <p:spPr>
          <a:xfrm>
            <a:off x="1751533" y="400781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3-dot173"/>
          <p:cNvSpPr/>
          <p:nvPr/>
        </p:nvSpPr>
        <p:spPr>
          <a:xfrm>
            <a:off x="2391613" y="400781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3-dot174"/>
          <p:cNvSpPr/>
          <p:nvPr/>
        </p:nvSpPr>
        <p:spPr>
          <a:xfrm>
            <a:off x="3031693" y="400781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3-dot175"/>
          <p:cNvSpPr/>
          <p:nvPr/>
        </p:nvSpPr>
        <p:spPr>
          <a:xfrm>
            <a:off x="3671773" y="400781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3-dot176"/>
          <p:cNvSpPr/>
          <p:nvPr/>
        </p:nvSpPr>
        <p:spPr>
          <a:xfrm>
            <a:off x="4311853" y="400781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3-group177"/>
          <p:cNvSpPr/>
          <p:nvPr/>
        </p:nvSpPr>
        <p:spPr>
          <a:xfrm>
            <a:off x="1657350" y="2642616"/>
            <a:ext cx="314553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2" name="S13-group178"/>
          <p:cNvSpPr/>
          <p:nvPr/>
        </p:nvSpPr>
        <p:spPr>
          <a:xfrm>
            <a:off x="1657350" y="3282696"/>
            <a:ext cx="314553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3" name="S13-group179"/>
          <p:cNvSpPr/>
          <p:nvPr/>
        </p:nvSpPr>
        <p:spPr>
          <a:xfrm>
            <a:off x="1657350" y="3922776"/>
            <a:ext cx="314553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4" name="S13-figure180" descr="점 15개를 5개씩 3줄로 놓은 배열, 줄마다 묶음 표시"/>
          <p:cNvSpPr/>
          <p:nvPr/>
        </p:nvSpPr>
        <p:spPr>
          <a:xfrm>
            <a:off x="1629918" y="2606040"/>
            <a:ext cx="32004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13-card181"/>
          <p:cNvSpPr/>
          <p:nvPr/>
        </p:nvSpPr>
        <p:spPr>
          <a:xfrm>
            <a:off x="6277356" y="203454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6" name="S13-cardtext182"/>
          <p:cNvSpPr txBox="1"/>
          <p:nvPr/>
        </p:nvSpPr>
        <p:spPr>
          <a:xfrm>
            <a:off x="6551676" y="217170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3 = 15</a:t>
            </a:r>
            <a:endParaRPr lang="ko-KR" sz="3000" dirty="0"/>
          </a:p>
        </p:txBody>
      </p:sp>
      <p:sp>
        <p:nvSpPr>
          <p:cNvPr id="27" name="S13-card183"/>
          <p:cNvSpPr/>
          <p:nvPr/>
        </p:nvSpPr>
        <p:spPr>
          <a:xfrm>
            <a:off x="6277356" y="313182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8" name="S13-cardtext184"/>
          <p:cNvSpPr txBox="1"/>
          <p:nvPr/>
        </p:nvSpPr>
        <p:spPr>
          <a:xfrm>
            <a:off x="6551676" y="326898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÷ 5 = 3</a:t>
            </a:r>
            <a:endParaRPr lang="ko-KR" sz="3000" dirty="0"/>
          </a:p>
        </p:txBody>
      </p:sp>
      <p:sp>
        <p:nvSpPr>
          <p:cNvPr id="29" name="S13-card185"/>
          <p:cNvSpPr/>
          <p:nvPr/>
        </p:nvSpPr>
        <p:spPr>
          <a:xfrm>
            <a:off x="6277356" y="422910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0" name="S13-cardtext186"/>
          <p:cNvSpPr txBox="1"/>
          <p:nvPr/>
        </p:nvSpPr>
        <p:spPr>
          <a:xfrm>
            <a:off x="6551676" y="436626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÷ 3 = 5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곱셈구구로 몫 구하기</dc:title>
  <dc:subject>KR22-G03-MAT-DIVFACT-L01</dc:subject>
  <dc:creator>education-ppt</dc:creator>
  <cp:lastModifiedBy>education-ppt</cp:lastModifiedBy>
  <cp:revision>1</cp:revision>
  <dcterms:created xsi:type="dcterms:W3CDTF">2026-10-26T07:30:36Z</dcterms:created>
  <dcterms:modified xsi:type="dcterms:W3CDTF">2026-10-26T07:30:36Z</dcterms:modified>
</cp:coreProperties>
</file>