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b827055-ae2d-e830-3afd-343d706d7acd}">
          <p14:sldIdLst>
            <p14:sldId id="256"/>
          </p14:sldIdLst>
        </p14:section>
        <p14:section name="개념" id="{bb193c9f-e6a9-5e0e-9efa-96e7893255f0}">
          <p14:sldIdLst>
            <p14:sldId id="257"/>
            <p14:sldId id="258"/>
            <p14:sldId id="259"/>
          </p14:sldIdLst>
        </p14:section>
        <p14:section name="연습" id="{dfb2c9a5-6a1e-3a32-90f2-125c049ae7ab}">
          <p14:sldIdLst>
            <p14:sldId id="260"/>
            <p14:sldId id="261"/>
          </p14:sldIdLst>
        </p14:section>
        <p14:section name="확인" id="{06590ff9-898e-e518-a013-9159cc1baf5d}">
          <p14:sldIdLst>
            <p14:sldId id="262"/>
          </p14:sldIdLst>
        </p14:section>
        <p14:section name="정리" id="{82e9b50d-97c9-1914-f0b8-39d98b668b97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활동을 알리고 몸으로 소리를 낼 준비를 합니다.
시간: 약 2분
이렇게 말해 보세요
- “걸을 때 발소리가 ‘쿵, 쿵’ 일정하지? 노래에도 그런 발걸음이 숨어 있어. 오늘은 그걸 찾아볼 거야.”
예상 답
- “노래에 발걸음이 있어요?”
주의
- 이 차시는 화면보다 몸으로 하는 활동이 중심입니다. 아이가 좋아하는 동요를 미리 정해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박과 리듬의 뜻]
목적: 박과 리듬의 차이를 쉬운 말로 알려 줍니다.
시간: 약 3분
이렇게 말해 보세요
- “걸음은 ‘쿵, 쿵’ 똑같지? 그게 박이야.”
- “노랫말 글자마다 손뼉을 치면 길고 짧은 소리가 생기지? 그게 리듬이야.”
예상 답
- “박은 똑같고, 리듬은 달라요.”
막히면
- 시계 초침 소리(박)와 노래하는 소리(리듬)를 비교해 들려줍니다.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박 치기]
목적: 노래에 맞춰 일정한 박을 몸으로 느끼고 칩니다.
시간: 약 6분
이렇게 말해 보세요
- “엄마(아빠)랑 같이 무릎을 치면서 불러 보자.”
- “이번에는 혼자 쳐 볼래? 엄마(아빠)는 노래만 할게.”
예상 답
- 처음에는 노래가 신나는 부분에서 빨라질 수 있습니다.
막히면
- 박이 빨라지면(M2) 부모가 옆에서 무릎을 함께 쳐 줍니다.
- 노래가 어려우면 ‘하나, 둘, 셋, 넷’을 말하며 박만 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리듬 꼴 읽기]
목적: 리듬 카드(한 칸 = 한 박)를 읽는 방법을 시범으로 보여 줍니다.
시간: 약 4분
이렇게 말해 보세요
- “엄마(아빠)가 먼저 쳐 볼게. 하나·둘·셋·넷 박을 세면서 칠 거야.”
- “‘짝짝’ 칸은 한 박 안에 두 번 쳐.”
예상 답
- 아이가 ‘짝 짝 짝짝 짝’을 따라 칩니다.
막히면
- 입으로 ‘짝 짝 짝짝 짝’을 먼저 말하고, 그다음 손뼉으로 칩니다.
주의
- 교과서에서는 한 박에 한 번 치는 소리를 4분음표, 한 박에 두 번 치는 소리를 8분음표 두 개, 쉬는 박을 4분쉼표로 배웁니다. 아이가 악보를 보면 연결해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리듬 카드 따라 치기]
목적: 도움을 받으며 여러 리듬 꼴을 칩니다.
시간: 약 6분
이렇게 말해 보세요
- “①부터 쳐 볼까? 엄마(아빠)가 무릎으로 박을 쳐 줄게.”
정답
- ① 짝 짝 짝 (쉼): 4박째에 소리를 내지 않음
- ② 짝짝 짝 짝짝 짝
- ③ 짝 (쉼) 짝짝 짝짝
막히면
- ‘쉼’에서 소리를 내면(M3) 두 손을 벌리는 동작으로 박을 지키게 합니다.
- 빠르게 치기 어려우면 박을 더 느리게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박과 리듬 구별]
목적: 같은 노래로 박과 리듬의 차이를 구별합니다(M1).
시간: 약 4분
이렇게 말해 보세요
- “노래 한 줄을 무릎으로 한 번, 손뼉으로 한 번 쳐 보자. 무엇이 달랐어?”
정답
- 무릎 치기 = 박(늘 같은 빠르기), 손뼉 치기 = 리듬(노랫말을 따라 길고 짧음)
막히면
- 부모가 무릎(박)을, 아이가 손뼉(리듬)을 동시에 쳐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박과 리듬 함께 치기]
목적: 박과 리듬을 동시에 지키며 칠 수 있는지 관찰합니다.
시간: 약 7분
이렇게 말해 보세요
- “이번엔 네가 박을 맡아 줘. 엄마(아빠)가 리듬을 칠게.”
- “활동지에 만든 리듬을 두 번 쳐 볼래?”
예상 답
- 처음에는 리듬을 따라가느라 박이 흔들릴 수 있습니다.
정답
- 관찰 기준 세 가지를 지키면 목표 A·B 확인 완료입니다.
막히면
- 박을 맡을 때 흔들리면 노래 없이 ‘하나, 둘, 셋, 넷’으로만 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정리와 다음 학습]
목적: 박과 리듬의 차이를 한 문장으로 정리합니다.
시간: 약 2분
이렇게 말해 보세요
- “박과 리듬은 어떻게 달랐어?”
예상 답
- “박은 똑같고, 리듬은 길고 짧아요.”
정답
- ① 한 곡 동안 같은 빠르기로 박 치기 ② 짝 / 짝짝 / 짝 / 쉼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음악·미술 · 음악표현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음악·미술 · 박과 리듬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음악·미술 · 박과 리듬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음악·미술 · 박과 리듬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박과 리듬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 속에 숨은 발걸음을 찾아볼까?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15440"/>
          <a:ext cx="3931920" cy="914400"/>
        </p:xfrm>
        <a:graphic>
          <a:graphicData uri="http://schemas.openxmlformats.org/drawingml/2006/table">
            <a:tbl>
              <a:tblPr/>
              <a:tblGrid>
                <a:gridCol w="982980"/>
                <a:gridCol w="982980"/>
                <a:gridCol w="982980"/>
                <a:gridCol w="98298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노래에 맞춰 같은 빠르기로 박을 쳐요.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리듬 카드를 보고 손뼉으로 쳐요.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박과 리듬은 달라요</a:t>
            </a:r>
            <a:endParaRPr lang="ko-KR" sz="4000" dirty="0"/>
          </a:p>
        </p:txBody>
      </p:sp>
      <p:sp>
        <p:nvSpPr>
          <p:cNvPr id="3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박은 늘 똑같고, 리듬은 노랫말을 따라 달라져요.</a:t>
            </a:r>
            <a:endParaRPr lang="ko-KR" sz="3000" dirty="0"/>
          </a:p>
        </p:txBody>
      </p:sp>
      <p:sp>
        <p:nvSpPr>
          <p:cNvPr id="5" name="S02-card6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2-cardtext7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똑같은 빠르기로 계속되는 음악의 발걸음</a:t>
            </a:r>
            <a:endParaRPr lang="ko-KR" sz="3000" dirty="0"/>
          </a:p>
        </p:txBody>
      </p:sp>
      <p:sp>
        <p:nvSpPr>
          <p:cNvPr id="7" name="S02-card8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9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길고 짧은 소리가 어울린 모양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노래하며 박 치기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아는 노래를 부르며 무릎을 쳐요.</a:t>
            </a:r>
            <a:endParaRPr lang="ko-KR" sz="3000" dirty="0"/>
          </a:p>
        </p:txBody>
      </p:sp>
      <p:sp>
        <p:nvSpPr>
          <p:cNvPr id="4" name="S03-card11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처음부터 끝까지 같은 빠르기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노래와 손이 함께 움직여요</a:t>
            </a:r>
            <a:endParaRPr lang="ko-KR" sz="3000" dirty="0"/>
          </a:p>
        </p:txBody>
      </p:sp>
      <p:sp>
        <p:nvSpPr>
          <p:cNvPr id="6" name="S03-stepno13"/>
          <p:cNvSpPr txBox="1"/>
          <p:nvPr/>
        </p:nvSpPr>
        <p:spPr>
          <a:xfrm>
            <a:off x="548640" y="27462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3-text14"/>
          <p:cNvSpPr txBox="1"/>
          <p:nvPr/>
        </p:nvSpPr>
        <p:spPr>
          <a:xfrm>
            <a:off x="1325880" y="274624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함께 노래를 불러요.</a:t>
            </a:r>
            <a:endParaRPr lang="ko-KR" sz="3000" dirty="0"/>
          </a:p>
        </p:txBody>
      </p:sp>
      <p:sp>
        <p:nvSpPr>
          <p:cNvPr id="8" name="S03-stepno15"/>
          <p:cNvSpPr txBox="1"/>
          <p:nvPr/>
        </p:nvSpPr>
        <p:spPr>
          <a:xfrm>
            <a:off x="548640" y="350520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3-text16"/>
          <p:cNvSpPr txBox="1"/>
          <p:nvPr/>
        </p:nvSpPr>
        <p:spPr>
          <a:xfrm>
            <a:off x="1325880" y="3459480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노래에 맞춰 무릎을 ‘쿵, 쿵’ 쳐요.</a:t>
            </a:r>
            <a:endParaRPr lang="ko-KR" sz="3000" dirty="0"/>
          </a:p>
        </p:txBody>
      </p:sp>
      <p:sp>
        <p:nvSpPr>
          <p:cNvPr id="10" name="S03-stepno17"/>
          <p:cNvSpPr txBox="1"/>
          <p:nvPr/>
        </p:nvSpPr>
        <p:spPr>
          <a:xfrm>
            <a:off x="548640" y="45994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3-text18"/>
          <p:cNvSpPr txBox="1"/>
          <p:nvPr/>
        </p:nvSpPr>
        <p:spPr>
          <a:xfrm>
            <a:off x="1325880" y="455371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빠르기가 바뀌지 않게 끝까지 쳐요.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 카드 읽기</a:t>
            </a:r>
            <a:endParaRPr lang="ko-KR" sz="40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칸은 한 박이에요.</a:t>
            </a:r>
            <a:endParaRPr lang="ko-KR" sz="30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‘짝짝’은 한 박에 두 번 빠르게, ‘쉼’은 한 박 쉬어요.</a:t>
            </a:r>
            <a:endParaRPr lang="ko-KR" sz="3000" dirty="0"/>
          </a:p>
        </p:txBody>
      </p:sp>
      <p:graphicFrame>
        <p:nvGraphicFramePr>
          <p:cNvPr id="5" name="S04-table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02636" y="307848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4박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리듬 카드 따라 치기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박을 세며 손뼉으로 쳐요.</a:t>
            </a:r>
            <a:endParaRPr lang="ko-KR" sz="30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입으로 ‘하나, 둘, 셋, 넷’ 박을 세며 쳐요.</a:t>
            </a:r>
            <a:endParaRPr lang="ko-KR" sz="30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graphicFrame>
        <p:nvGraphicFramePr>
          <p:cNvPr id="6" name="S05-table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222504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05-chip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graphicFrame>
        <p:nvGraphicFramePr>
          <p:cNvPr id="11" name="S05-table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332232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05-chip3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graphicFrame>
        <p:nvGraphicFramePr>
          <p:cNvPr id="16" name="S05-table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4168" y="4419600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짝짝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박일까요?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노래를 두 가지로 쳤어요.</a:t>
            </a:r>
            <a:endParaRPr lang="ko-KR" sz="3000" dirty="0"/>
          </a:p>
        </p:txBody>
      </p:sp>
      <p:sp>
        <p:nvSpPr>
          <p:cNvPr id="5" name="S06-card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박이고, 어느 쪽이 리듬일까요?</a:t>
            </a:r>
            <a:endParaRPr lang="ko-KR" sz="3000" dirty="0"/>
          </a:p>
        </p:txBody>
      </p:sp>
      <p:sp>
        <p:nvSpPr>
          <p:cNvPr id="7" name="S06-chip3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무릎 치기</a:t>
            </a:r>
            <a:endParaRPr lang="ko-KR" sz="2400" dirty="0"/>
          </a:p>
        </p:txBody>
      </p:sp>
      <p:sp>
        <p:nvSpPr>
          <p:cNvPr id="8" name="S06-text3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노랫말이 길어도 짧아도 똑같이 ‘쿵, 쿵’</a:t>
            </a:r>
            <a:endParaRPr lang="ko-KR" sz="3000" dirty="0"/>
          </a:p>
        </p:txBody>
      </p:sp>
      <p:sp>
        <p:nvSpPr>
          <p:cNvPr id="9" name="S06-chip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 치기</a:t>
            </a:r>
            <a:endParaRPr lang="ko-KR" sz="2400" dirty="0"/>
          </a:p>
        </p:txBody>
      </p:sp>
      <p:sp>
        <p:nvSpPr>
          <p:cNvPr id="10" name="S06-text3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노랫말 글자마다 ‘짝’ — 빠를 때도 느릴 때도 있어요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박과 리듬 함께 치기</a:t>
            </a:r>
            <a:endParaRPr lang="ko-KR" sz="4000" dirty="0"/>
          </a:p>
        </p:txBody>
      </p:sp>
      <p:sp>
        <p:nvSpPr>
          <p:cNvPr id="3" name="S07-text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나누어 쳐요.</a:t>
            </a:r>
            <a:endParaRPr lang="ko-KR" sz="3000" dirty="0"/>
          </a:p>
        </p:txBody>
      </p:sp>
      <p:sp>
        <p:nvSpPr>
          <p:cNvPr id="4" name="S07-card41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7-cardtext42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박에 맞춰 리듬이 흔들리지 않아요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‘쉼’에서 소리를 내지 않아요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내 리듬을 두 번 똑같이 쳐요</a:t>
            </a:r>
            <a:endParaRPr lang="ko-KR" sz="3000" dirty="0"/>
          </a:p>
        </p:txBody>
      </p:sp>
      <p:sp>
        <p:nvSpPr>
          <p:cNvPr id="6" name="S07-stepno43"/>
          <p:cNvSpPr txBox="1"/>
          <p:nvPr/>
        </p:nvSpPr>
        <p:spPr>
          <a:xfrm>
            <a:off x="548640" y="22448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07-text44"/>
          <p:cNvSpPr txBox="1"/>
          <p:nvPr/>
        </p:nvSpPr>
        <p:spPr>
          <a:xfrm>
            <a:off x="1325880" y="219913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무릎으로 박을 쳐요.</a:t>
            </a:r>
            <a:endParaRPr lang="ko-KR" sz="3000" dirty="0"/>
          </a:p>
        </p:txBody>
      </p:sp>
      <p:sp>
        <p:nvSpPr>
          <p:cNvPr id="8" name="S07-stepno45"/>
          <p:cNvSpPr txBox="1"/>
          <p:nvPr/>
        </p:nvSpPr>
        <p:spPr>
          <a:xfrm>
            <a:off x="548640" y="33390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07-text46"/>
          <p:cNvSpPr txBox="1"/>
          <p:nvPr/>
        </p:nvSpPr>
        <p:spPr>
          <a:xfrm>
            <a:off x="1325880" y="32933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아이는 리듬 카드를 손뼉으로 쳐요.</a:t>
            </a:r>
            <a:endParaRPr lang="ko-KR" sz="3000" dirty="0"/>
          </a:p>
        </p:txBody>
      </p:sp>
      <p:sp>
        <p:nvSpPr>
          <p:cNvPr id="10" name="S07-stepno47"/>
          <p:cNvSpPr txBox="1"/>
          <p:nvPr/>
        </p:nvSpPr>
        <p:spPr>
          <a:xfrm>
            <a:off x="548640" y="43875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07-text48"/>
          <p:cNvSpPr txBox="1"/>
          <p:nvPr/>
        </p:nvSpPr>
        <p:spPr>
          <a:xfrm>
            <a:off x="1325880" y="43875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역할을 바꾸어 다시 해요.</a:t>
            </a:r>
            <a:endParaRPr lang="ko-KR" sz="3000" dirty="0"/>
          </a:p>
        </p:txBody>
      </p:sp>
      <p:sp>
        <p:nvSpPr>
          <p:cNvPr id="12" name="S07-stepno49"/>
          <p:cNvSpPr txBox="1"/>
          <p:nvPr/>
        </p:nvSpPr>
        <p:spPr>
          <a:xfrm>
            <a:off x="548640" y="51465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07-text50"/>
          <p:cNvSpPr txBox="1"/>
          <p:nvPr/>
        </p:nvSpPr>
        <p:spPr>
          <a:xfrm>
            <a:off x="1325880" y="510082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만든 4박 리듬을 들려줘요.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08-card51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8-cardtext52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박은 늘 같은 빠르기의 발걸음, 리듬은 길고 짧은 소리의 모양이에요.</a:t>
            </a:r>
            <a:endParaRPr lang="ko-KR" sz="3000" dirty="0"/>
          </a:p>
        </p:txBody>
      </p:sp>
      <p:sp>
        <p:nvSpPr>
          <p:cNvPr id="5" name="S08-chip53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박을 세며 치기</a:t>
            </a:r>
            <a:endParaRPr lang="ko-KR" sz="2400" dirty="0"/>
          </a:p>
        </p:txBody>
      </p:sp>
      <p:sp>
        <p:nvSpPr>
          <p:cNvPr id="6" name="S08-chip54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‘쉼’에서 소리 내기</a:t>
            </a:r>
            <a:endParaRPr lang="ko-KR" sz="2400" dirty="0"/>
          </a:p>
        </p:txBody>
      </p:sp>
      <p:sp>
        <p:nvSpPr>
          <p:cNvPr id="7" name="S08-text55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08-text56"/>
          <p:cNvSpPr txBox="1"/>
          <p:nvPr/>
        </p:nvSpPr>
        <p:spPr>
          <a:xfrm>
            <a:off x="548640" y="4139184"/>
            <a:ext cx="5431536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노래하며 박 치기</a:t>
            </a:r>
            <a:endParaRPr lang="ko-KR" sz="2400" dirty="0"/>
          </a:p>
        </p:txBody>
      </p:sp>
      <p:sp>
        <p:nvSpPr>
          <p:cNvPr id="9" name="S08-text57"/>
          <p:cNvSpPr txBox="1"/>
          <p:nvPr/>
        </p:nvSpPr>
        <p:spPr>
          <a:xfrm>
            <a:off x="6208776" y="4139184"/>
            <a:ext cx="5431536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‘짝 짝짝 짝 쉼’ 치기</a:t>
            </a:r>
            <a:endParaRPr lang="ko-KR" sz="2400" dirty="0"/>
          </a:p>
        </p:txBody>
      </p:sp>
      <p:sp>
        <p:nvSpPr>
          <p:cNvPr id="10" name="S08-text5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선·색·형으로 표현하기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음악·미술 박과 리듬</dc:title>
  <dc:subject>KR22-G03-ART-BEATRHYTHM-L01</dc:subject>
  <dc:creator>education-ppt</dc:creator>
  <cp:lastModifiedBy>education-ppt</cp:lastModifiedBy>
  <cp:revision>1</cp:revision>
  <dcterms:created xsi:type="dcterms:W3CDTF">2026-10-26T06:38:34Z</dcterms:created>
  <dcterms:modified xsi:type="dcterms:W3CDTF">2026-10-26T06:38:34Z</dcterms:modified>
</cp:coreProperties>
</file>