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2cf8156-d542-a746-d1e4-44cb53aa78c0}">
          <p14:sldIdLst>
            <p14:sldId id="256"/>
          </p14:sldIdLst>
        </p14:section>
        <p14:section name="개념" id="{01b9a3f3-48b6-53dc-3688-67e5e3b20350}">
          <p14:sldIdLst>
            <p14:sldId id="257"/>
            <p14:sldId id="258"/>
            <p14:sldId id="259"/>
          </p14:sldIdLst>
        </p14:section>
        <p14:section name="연습" id="{48e6d991-7c2b-9ca4-ccc5-5f1ff73f9a0d}">
          <p14:sldIdLst>
            <p14:sldId id="260"/>
            <p14:sldId id="261"/>
          </p14:sldIdLst>
        </p14:section>
        <p14:section name="확인" id="{5b48738d-a9b0-4ab5-22b9-bf6a7986e998}">
          <p14:sldIdLst>
            <p14:sldId id="262"/>
          </p14:sldIdLst>
        </p14:section>
        <p14:section name="정리" id="{f4587eed-a342-2f39-60b0-fa4b8bf7808a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음악·미술 · 음악표현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음악·미술 · 박과 리듬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음악·미술 · 박과 리듬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음악·미술 · 박과 리듬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박과 리듬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노래 속에 숨은 발걸음을 찾아볼까?</a:t>
            </a:r>
            <a:endParaRPr lang="ko-KR" sz="30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615440"/>
          <a:ext cx="3931920" cy="914400"/>
        </p:xfrm>
        <a:graphic>
          <a:graphicData uri="http://schemas.openxmlformats.org/drawingml/2006/table">
            <a:tbl>
              <a:tblPr/>
              <a:tblGrid>
                <a:gridCol w="982980"/>
                <a:gridCol w="982980"/>
                <a:gridCol w="982980"/>
                <a:gridCol w="982980"/>
              </a:tblGrid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노래에 맞춰 같은 빠르기로 박을 쳐요.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리듬 카드를 보고 손뼉으로 쳐요.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박과 리듬은 달라요</a:t>
            </a:r>
            <a:endParaRPr lang="ko-KR" sz="4000" dirty="0"/>
          </a:p>
        </p:txBody>
      </p:sp>
      <p:sp>
        <p:nvSpPr>
          <p:cNvPr id="3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박은 늘 똑같고, 리듬은 노랫말을 따라 달라져요.</a:t>
            </a:r>
            <a:endParaRPr lang="ko-KR" sz="3000" dirty="0"/>
          </a:p>
        </p:txBody>
      </p:sp>
      <p:sp>
        <p:nvSpPr>
          <p:cNvPr id="5" name="S02-card6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2-cardtext7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똑같은 빠르기로 계속되는 음악의 발걸음</a:t>
            </a:r>
            <a:endParaRPr lang="ko-KR" sz="3000" dirty="0"/>
          </a:p>
        </p:txBody>
      </p:sp>
      <p:sp>
        <p:nvSpPr>
          <p:cNvPr id="7" name="S02-card8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2-cardtext9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길고 짧은 소리가 어울린 모양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노래하며 박 치기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아는 노래를 부르며 무릎을 쳐요.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처음부터 끝까지 같은 빠르기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노래와 손이 함께 움직여요</a:t>
            </a:r>
            <a:endParaRPr lang="ko-KR" sz="3000" dirty="0"/>
          </a:p>
        </p:txBody>
      </p:sp>
      <p:sp>
        <p:nvSpPr>
          <p:cNvPr id="6" name="S03-stepno13"/>
          <p:cNvSpPr txBox="1"/>
          <p:nvPr/>
        </p:nvSpPr>
        <p:spPr>
          <a:xfrm>
            <a:off x="548640" y="27462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3-text14"/>
          <p:cNvSpPr txBox="1"/>
          <p:nvPr/>
        </p:nvSpPr>
        <p:spPr>
          <a:xfrm>
            <a:off x="1325880" y="274624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노래를 불러요.</a:t>
            </a:r>
            <a:endParaRPr lang="ko-KR" sz="3000" dirty="0"/>
          </a:p>
        </p:txBody>
      </p:sp>
      <p:sp>
        <p:nvSpPr>
          <p:cNvPr id="8" name="S03-stepno15"/>
          <p:cNvSpPr txBox="1"/>
          <p:nvPr/>
        </p:nvSpPr>
        <p:spPr>
          <a:xfrm>
            <a:off x="548640" y="35052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3-text16"/>
          <p:cNvSpPr txBox="1"/>
          <p:nvPr/>
        </p:nvSpPr>
        <p:spPr>
          <a:xfrm>
            <a:off x="1325880" y="3459480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노래에 맞춰 무릎을 ‘쿵, 쿵’ 쳐요.</a:t>
            </a:r>
            <a:endParaRPr lang="ko-KR" sz="3000" dirty="0"/>
          </a:p>
        </p:txBody>
      </p:sp>
      <p:sp>
        <p:nvSpPr>
          <p:cNvPr id="10" name="S03-stepno17"/>
          <p:cNvSpPr txBox="1"/>
          <p:nvPr/>
        </p:nvSpPr>
        <p:spPr>
          <a:xfrm>
            <a:off x="548640" y="45994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3-text18"/>
          <p:cNvSpPr txBox="1"/>
          <p:nvPr/>
        </p:nvSpPr>
        <p:spPr>
          <a:xfrm>
            <a:off x="1325880" y="4553712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빠르기가 바뀌지 않게 끝까지 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리듬 카드 읽기</a:t>
            </a:r>
            <a:endParaRPr lang="ko-KR" sz="4000" dirty="0"/>
          </a:p>
        </p:txBody>
      </p:sp>
      <p:sp>
        <p:nvSpPr>
          <p:cNvPr id="3" name="S04-text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칸은 한 박이에요.</a:t>
            </a:r>
            <a:endParaRPr lang="ko-KR" sz="3000" dirty="0"/>
          </a:p>
        </p:txBody>
      </p:sp>
      <p:sp>
        <p:nvSpPr>
          <p:cNvPr id="4" name="S04-card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‘짝짝’은 한 박에 두 번 빠르게, ‘쉼’은 한 박 쉬어요.</a:t>
            </a:r>
            <a:endParaRPr lang="ko-KR" sz="3000" dirty="0"/>
          </a:p>
        </p:txBody>
      </p:sp>
      <p:graphicFrame>
        <p:nvGraphicFramePr>
          <p:cNvPr id="5" name="S04-table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02636" y="3078480"/>
          <a:ext cx="65836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</a:tblGrid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리듬 카드 따라 치기</a:t>
            </a:r>
            <a:endParaRPr lang="ko-KR" sz="4000" dirty="0"/>
          </a:p>
        </p:txBody>
      </p:sp>
      <p:sp>
        <p:nvSpPr>
          <p:cNvPr id="3" name="S05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박을 세며 손뼉으로 쳐요.</a:t>
            </a:r>
            <a:endParaRPr lang="ko-KR" sz="3000" dirty="0"/>
          </a:p>
        </p:txBody>
      </p:sp>
      <p:sp>
        <p:nvSpPr>
          <p:cNvPr id="4" name="S05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입으로 ‘하나, 둘, 셋, 넷’ 박을 세며 쳐요.</a:t>
            </a:r>
            <a:endParaRPr lang="ko-KR" sz="3000" dirty="0"/>
          </a:p>
        </p:txBody>
      </p:sp>
      <p:sp>
        <p:nvSpPr>
          <p:cNvPr id="6" name="S05-chip2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graphicFrame>
        <p:nvGraphicFramePr>
          <p:cNvPr id="6" name="S05-table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44168" y="2225040"/>
          <a:ext cx="4206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051560"/>
                <a:gridCol w="1051560"/>
              </a:tblGrid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05-chip2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graphicFrame>
        <p:nvGraphicFramePr>
          <p:cNvPr id="11" name="S05-table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44168" y="3322320"/>
          <a:ext cx="4206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051560"/>
                <a:gridCol w="1051560"/>
              </a:tblGrid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05-chip3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graphicFrame>
        <p:nvGraphicFramePr>
          <p:cNvPr id="16" name="S05-table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44168" y="4419600"/>
          <a:ext cx="4206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051560"/>
                <a:gridCol w="1051560"/>
              </a:tblGrid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박일까요?</a:t>
            </a:r>
            <a:endParaRPr lang="ko-KR" sz="4000" dirty="0"/>
          </a:p>
        </p:txBody>
      </p:sp>
      <p:sp>
        <p:nvSpPr>
          <p:cNvPr id="3" name="S06-card3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3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노래를 두 가지로 쳤어요.</a:t>
            </a:r>
            <a:endParaRPr lang="ko-KR" sz="3000" dirty="0"/>
          </a:p>
        </p:txBody>
      </p:sp>
      <p:sp>
        <p:nvSpPr>
          <p:cNvPr id="5" name="S06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박이고, 어느 쪽이 리듬일까요?</a:t>
            </a:r>
            <a:endParaRPr lang="ko-KR" sz="3000" dirty="0"/>
          </a:p>
        </p:txBody>
      </p:sp>
      <p:sp>
        <p:nvSpPr>
          <p:cNvPr id="7" name="S06-chip3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무릎 치기</a:t>
            </a:r>
            <a:endParaRPr lang="ko-KR" sz="2400" dirty="0"/>
          </a:p>
        </p:txBody>
      </p:sp>
      <p:sp>
        <p:nvSpPr>
          <p:cNvPr id="8" name="S06-text3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노랫말이 길어도 짧아도 똑같이 ‘쿵, 쿵’</a:t>
            </a:r>
            <a:endParaRPr lang="ko-KR" sz="3000" dirty="0"/>
          </a:p>
        </p:txBody>
      </p:sp>
      <p:sp>
        <p:nvSpPr>
          <p:cNvPr id="9" name="S06-chip3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손뼉 치기</a:t>
            </a:r>
            <a:endParaRPr lang="ko-KR" sz="2400" dirty="0"/>
          </a:p>
        </p:txBody>
      </p:sp>
      <p:sp>
        <p:nvSpPr>
          <p:cNvPr id="10" name="S06-text3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노랫말 글자마다 ‘짝’ — 빠를 때도 느릴 때도 있어요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박과 리듬 함께 치기</a:t>
            </a:r>
            <a:endParaRPr lang="ko-KR" sz="4000" dirty="0"/>
          </a:p>
        </p:txBody>
      </p:sp>
      <p:sp>
        <p:nvSpPr>
          <p:cNvPr id="3" name="S07-text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역할을 나누어 쳐요.</a:t>
            </a:r>
            <a:endParaRPr lang="ko-KR" sz="3000" dirty="0"/>
          </a:p>
        </p:txBody>
      </p:sp>
      <p:sp>
        <p:nvSpPr>
          <p:cNvPr id="4" name="S07-card41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7-cardtext42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박에 맞춰 리듬이 흔들리지 않아요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‘쉼’에서 소리를 내지 않아요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내 리듬을 두 번 똑같이 쳐요</a:t>
            </a:r>
            <a:endParaRPr lang="ko-KR" sz="3000" dirty="0"/>
          </a:p>
        </p:txBody>
      </p:sp>
      <p:sp>
        <p:nvSpPr>
          <p:cNvPr id="6" name="S07-stepno43"/>
          <p:cNvSpPr txBox="1"/>
          <p:nvPr/>
        </p:nvSpPr>
        <p:spPr>
          <a:xfrm>
            <a:off x="548640" y="22448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7-text44"/>
          <p:cNvSpPr txBox="1"/>
          <p:nvPr/>
        </p:nvSpPr>
        <p:spPr>
          <a:xfrm>
            <a:off x="1325880" y="2199132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엄마(아빠)는 무릎으로 박을 쳐요.</a:t>
            </a:r>
            <a:endParaRPr lang="ko-KR" sz="3000" dirty="0"/>
          </a:p>
        </p:txBody>
      </p:sp>
      <p:sp>
        <p:nvSpPr>
          <p:cNvPr id="8" name="S07-stepno45"/>
          <p:cNvSpPr txBox="1"/>
          <p:nvPr/>
        </p:nvSpPr>
        <p:spPr>
          <a:xfrm>
            <a:off x="548640" y="33390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7-text46"/>
          <p:cNvSpPr txBox="1"/>
          <p:nvPr/>
        </p:nvSpPr>
        <p:spPr>
          <a:xfrm>
            <a:off x="1325880" y="3293364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아이는 리듬 카드를 손뼉으로 쳐요.</a:t>
            </a:r>
            <a:endParaRPr lang="ko-KR" sz="3000" dirty="0"/>
          </a:p>
        </p:txBody>
      </p:sp>
      <p:sp>
        <p:nvSpPr>
          <p:cNvPr id="10" name="S07-stepno47"/>
          <p:cNvSpPr txBox="1"/>
          <p:nvPr/>
        </p:nvSpPr>
        <p:spPr>
          <a:xfrm>
            <a:off x="548640" y="43875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7-text48"/>
          <p:cNvSpPr txBox="1"/>
          <p:nvPr/>
        </p:nvSpPr>
        <p:spPr>
          <a:xfrm>
            <a:off x="1325880" y="43875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역할을 바꾸어 다시 해요.</a:t>
            </a:r>
            <a:endParaRPr lang="ko-KR" sz="3000" dirty="0"/>
          </a:p>
        </p:txBody>
      </p:sp>
      <p:sp>
        <p:nvSpPr>
          <p:cNvPr id="12" name="S07-stepno49"/>
          <p:cNvSpPr txBox="1"/>
          <p:nvPr/>
        </p:nvSpPr>
        <p:spPr>
          <a:xfrm>
            <a:off x="548640" y="51465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07-text50"/>
          <p:cNvSpPr txBox="1"/>
          <p:nvPr/>
        </p:nvSpPr>
        <p:spPr>
          <a:xfrm>
            <a:off x="1325880" y="5100828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만든 4박 리듬을 들려줘요.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08-card51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8-cardtext52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박은 늘 같은 빠르기의 발걸음, 리듬은 길고 짧은 소리의 모양이에요.</a:t>
            </a:r>
            <a:endParaRPr lang="ko-KR" sz="3000" dirty="0"/>
          </a:p>
        </p:txBody>
      </p:sp>
      <p:sp>
        <p:nvSpPr>
          <p:cNvPr id="5" name="S08-chip53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박을 세며 치기</a:t>
            </a:r>
            <a:endParaRPr lang="ko-KR" sz="2400" dirty="0"/>
          </a:p>
        </p:txBody>
      </p:sp>
      <p:sp>
        <p:nvSpPr>
          <p:cNvPr id="6" name="S08-chip54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‘쉼’에서 소리 내기</a:t>
            </a:r>
            <a:endParaRPr lang="ko-KR" sz="2400" dirty="0"/>
          </a:p>
        </p:txBody>
      </p:sp>
      <p:sp>
        <p:nvSpPr>
          <p:cNvPr id="7" name="S08-text55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08-text56"/>
          <p:cNvSpPr txBox="1"/>
          <p:nvPr/>
        </p:nvSpPr>
        <p:spPr>
          <a:xfrm>
            <a:off x="548640" y="4139184"/>
            <a:ext cx="5431536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노래하며 박 치기</a:t>
            </a:r>
            <a:endParaRPr lang="ko-KR" sz="2400" dirty="0"/>
          </a:p>
        </p:txBody>
      </p:sp>
      <p:sp>
        <p:nvSpPr>
          <p:cNvPr id="9" name="S08-text57"/>
          <p:cNvSpPr txBox="1"/>
          <p:nvPr/>
        </p:nvSpPr>
        <p:spPr>
          <a:xfrm>
            <a:off x="6208776" y="4139184"/>
            <a:ext cx="5431536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‘짝 짝짝 짝 쉼’ 치기</a:t>
            </a:r>
            <a:endParaRPr lang="ko-KR" sz="2400" dirty="0"/>
          </a:p>
        </p:txBody>
      </p:sp>
      <p:sp>
        <p:nvSpPr>
          <p:cNvPr id="10" name="S08-text5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선·색·형으로 표현하기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음악·미술 박과 리듬</dc:title>
  <dc:subject>KR22-G03-ART-BEATRHYTHM-L01</dc:subject>
  <dc:creator>education-ppt</dc:creator>
  <cp:lastModifiedBy>education-ppt</cp:lastModifiedBy>
  <cp:revision>1</cp:revision>
  <dcterms:created xsi:type="dcterms:W3CDTF">2026-10-26T06:38:34Z</dcterms:created>
  <dcterms:modified xsi:type="dcterms:W3CDTF">2026-10-26T06:38:34Z</dcterms:modified>
</cp:coreProperties>
</file>