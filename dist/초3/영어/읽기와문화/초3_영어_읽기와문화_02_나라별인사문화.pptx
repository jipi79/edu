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33eaad0-898c-2ad2-87fc-d9591701ca57}">
          <p14:sldIdLst>
            <p14:sldId id="256"/>
            <p14:sldId id="257"/>
          </p14:sldIdLst>
        </p14:section>
        <p14:section name="개념" id="{f9313d19-2df2-899b-d5b0-11e3ac0fead2}">
          <p14:sldIdLst>
            <p14:sldId id="258"/>
            <p14:sldId id="259"/>
            <p14:sldId id="260"/>
            <p14:sldId id="262"/>
          </p14:sldIdLst>
        </p14:section>
        <p14:section name="연습" id="{89e72872-1f3c-603f-b352-553304a9d576}">
          <p14:sldIdLst>
            <p14:sldId id="261"/>
            <p14:sldId id="263"/>
            <p14:sldId id="264"/>
          </p14:sldIdLst>
        </p14:section>
        <p14:section name="개념" id="{694f4dbf-4e3c-30f5-9db3-a8e84b07790a}">
          <p14:sldIdLst/>
        </p14:section>
        <p14:section name="연습" id="{a5035a92-f813-4a67-8693-26b5a0d33a75}">
          <p14:sldIdLst/>
        </p14:section>
        <p14:section name="확인" id="{292a0d2d-b5e2-4184-d089-9ee8b8bad6ce}">
          <p14:sldIdLst>
            <p14:sldId id="265"/>
            <p14:sldId id="266"/>
            <p14:sldId id="267"/>
          </p14:sldIdLst>
        </p14:section>
        <p14:section name="정리" id="{70707aae-3122-70ec-4b77-321f2403c9b4}">
          <p14:sldIdLst>
            <p14:sldId id="268"/>
          </p14:sldIdLst>
        </p14:section>
        <p14:section name="보충" id="{918ecff0-26f7-3cde-9b7d-57cddf5a898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영어 인사말을 떠올리고, 나라마다 인사하는 몸짓이 다를 수 있다는 것에 관심을 갖게 합니다.
시간: 약 2분
이렇게 말해 보세요
- “우리는 학교에서 선생님을 만나면 어떻게 인사해? 친구를 만나면?”
- “다른 나라 친구들은 어떻게 인사할까? 오늘은 여러 나라의 인사 방법을 알아보고, 영어로 인사하면서 몸짓도 해 볼 거야.”
예상 답
- “고개를 숙여요.” “손을 흔들어요.” “Hello.라고 해요.”
주의
- 수업 전에 교과서 디지털 자료나 사전 앱의 발음 듣기로 Hello., Hi., Nice to meet you.와 오늘 낱말(bow, shake hands, wave)을 미리 들어 두세요. 부모님 발음이 완벽하지 않아도 괜찮습니다.
- 이 차시에서는 ‘어떤 나라에서는’, ‘많은 사람들이’처럼 말합니다. 한 나라 사람이 모두 똑같이 인사하는 것은 아니며, 같은 사람도 상대와 상황에 따라 다르게 인사합니다.
- 아이가 다른 나라의 인사를 보고 웃거나 이상하다고 해도 꾸짖지 말고, S09에서 함께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확인(인사말, 낱말 읽기)]
목적: 오늘 몸짓과 함께 쓸 영어 인사말을 기억하는지, 지난 차시(그림 보고 낱말 읽기)처럼 짧은 낱말을 읽고 뜻을 말하는지 확인합니다.
시간: 약 3분
이렇게 말해 보세요
- “①, 엄마(아빠)가 친구야. 우리 지금 만났어. 영어로 인사해 줄래?”
- “②의 낱말을 하나씩 읽고 무슨 뜻인지 말해 줘.”
정답
- ① Hello. 또는 Hi.
- ② cat 고양이, three 3(셋), red 빨간색
막히면
- 부모가 Hello.라고 먼저 말해 주고 따라 하게 합니다.
- 인사말을 스스로 하지 못하거나 ②의 낱말을 2개 이상 읽지 못하면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우리가 하는 인사(고개 숙이기, 손 흔들기)]
목적: 우리가 평소에 하는 두 가지 인사를 영어 낱말과 함께 익히고, 같은 사람도 상대에 따라 다르게 인사한다는 것을 압니다(M2).
시간: 약 3분
이렇게 말해 보세요
- “할머니를 만나면 어떻게 인사해? 고개를 숙이지? 이렇게 고개 숙여 인사하는 것을 영어로 bow라고 해. 소리를 듣고 따라 말해 봐. bow.”
- “친구를 멀리서 보면? 손을 흔들지? 손을 흔드는 것은 wave야. 따라 말해 봐. wave.”
- “같이 해 보자. 고개를 숙이면서 Hello. 손을 흔들면서 Hi.”
예상 답
- “bow.” “wave.” (고개를 숙이며) “Hello.” (손을 흔들며) “Hi.”
막히면
- 몸짓을 먼저 하고 낱말은 부모를 따라 말하게 합니다. 낱말을 외우지 못해도 몸짓으로 보이면 됩니다.
주의
- 우리나라 사람도 상대와 상황에 따라 고개를 숙이기도, 손을 흔들기도, 악수를 하기도 한다는 것을 짚어 주세요. 다른 나라도 마찬가지입니다(M2).
- bow는 활을 뜻하는 같은 철자의 낱말과 소리가 다릅니다. 소리 자료에서 ‘고개 숙여 인사하다’ 뜻의 소리를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고개 숙이기와 악수하기]
목적: 고개 숙이기가 한국과 일본에서 많이 하는 인사이고, 악수는 많은 나라에서 하는 인사라는 것을 압니다.
시간: 약 3분
이렇게 말해 보세요
- “일본에서도 우리처럼 고개를 숙여 인사하는 사람이 많아.” (지도나 지구본이 있으면 한국과 일본을 짚어 봅니다.)
- “처음 만난 어른들이 손을 마주 잡고 흔드는 것 본 적 있어? 그게 악수야. 영어로 shake hands. 따라 말해 봐.”
- “우리도 악수해 볼까? 오른손을 내밀어 봐. 손을 잡고 가볍게 흔들면서 Nice to meet you.”
예상 답
- “shake hands.” (악수하며) “Nice to meet you.”
막히면
- shake hands가 길면 hands … shake hands처럼 뒤에서부터 붙여 말합니다.
주의
- 우리나라 어른들도 악수를 많이 합니다. 고개를 살짝 숙이면서 악수하는 사람도 있습니다.
- 악수를 너무 세게 쥐거나 오래 흔들지 않게 알려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볼 맞대기와 두 손 모으기]
목적: 우리에게 낯선 인사 방법도 있다는 것을 알고, 몸짓으로 따라 해 봅니다.
시간: 약 3분
이렇게 말해 보세요
- “프랑스 같은 어떤 나라에서는 가족이나 친한 사람끼리 볼을 가볍게 맞대며 인사하기도 해. 모든 사람에게 하는 것은 아니야.”
- “태국에서는 두 손을 가슴 앞에 모으고 고개를 살짝 숙여 인사하는 사람이 많아. 같이 해 볼까?”
- “이 두 인사를 보니 어떤 생각이 들어?”
예상 답
- “신기해요.” “두 손 모으기는 고개도 숙여요.”
막히면
- 지도나 지구본에서 프랑스와 태국을 함께 찾아보며 관심을 이어 갑니다.
주의
- 볼 맞대기는 부모와 아이가 실제로 해 보지 않아도 됩니다. 아이가 쑥스러워하면 말로만 설명합니다.
- ‘프랑스 사람은 모두 볼을 맞댄다’처럼 말하지 않게 합니다. 친한 사이에서 하기도 하고, 처음 만난 사람과는 악수를 하기도 합니다(M2).
- 여기까지가 배우는 부분입니다. 아이가 지치면 여기서 나누어 다음 날 S06부터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몸짓하며 영어로 인사하기]
목적: 배운 인사 방법을 몸짓으로 보이며 알맞은 영어 인사말을 함께 말합니다.
시간: 약 4분
이렇게 말해 보세요
- “엄마(아빠)가 먼저 해 볼게. (고개를 숙이며) Hello.”
- “이번엔 네 차례야. ①부터 몸짓을 하며 말해 볼래?”
- “엄마(아빠)가 몸짓만 할게. 무슨 인사인지 맞히고 영어 낱말로 말해 봐.” (bow, shake hands, wave)
예상 답
- ① 고개를 숙이며 “Hello.” ② 악수하며 “Nice to meet you.” ③ 손을 흔들며 “Hi.” ④ 두 손을 모으며 “Hello.”
- 몸짓 맞히기: 고개 숙이기 → bow, 악수 → shake hands, 손 흔들기 → wave
막히면
- 부모가 몸짓과 말을 함께 한 번 더 보여 주고 따라 하게 합니다.
- 영어 인사말이 막히면 몸짓만 먼저 하고 인사말은 부모와 함께 말합니다.
주의
- 어떤 몸짓을 하든 Hello.나 Hi.로 인사할 수 있습니다. 몸짓은 상대와 상황에 맞게 고르면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인사 방법을 기준으로 비교하기]
목적: ‘어떻게 하나요?’, ‘몸이 닿나요?’라는 기준으로 인사 방법을 정리해, 같은 점과 다른 점을 찾는 방법을 익힙니다.
시간: 약 4분
이렇게 말해 보세요
- “지금까지 배운 인사를 표로 정리했어. 한 줄씩 읽어 볼까?”
- “몸이 닿는 인사는 어느 것이야? 몸이 닿지 않는 인사는?”
- “이 인사들의 같은 점은 뭘까? 모두 언제 하는 거야?”
예상 답
- “악수랑 볼 맞대기는 몸이 닿아요.” “고개 숙이기, 두 손 모으기, 손 흔들기는 안 닿아요.” “모두 만나서 반가울 때 해요.”
막히면
- 표의 ‘몸이 닿나요?’ 칸만 손으로 짚으며 ‘네’인 줄을 찾게 합니다.
주의
- 비교할 때는 기준을 먼저 정합니다. 오늘은 ‘어떻게 하나요?’, ‘몸이 닿나요?’ 두 가지 기준을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두 인사의 같은 점과 다른 점 말하기]
목적: 기준을 써서 두 인사 방법의 같은 점과 다른 점을 말합니다.
시간: 약 4분
이렇게 말해 보세요
- “①, 고개 숙이기와 두 손 모으기는 무엇이 같아? 무엇이 달라?”
- “②, 악수하기와 볼 맞대기는?”
- “어떤 기준으로 비교했어?”
예상 답
- ① 같은 점: 둘 다 몸이 닿지 않아요. 둘 다 고개를 숙여요. 다른 점: 두 손 모으기는 손을 가슴 앞에 모아요.
- ② 같은 점: 둘 다 몸이 닿아요. 다른 점: 악수는 손을 잡고, 볼 맞대기는 볼을 맞대요. 악수는 처음 만난 사람끼리도 많이 하고, 볼 맞대기는 가족이나 친한 사람끼리 하기도 해요.
- 기준: 표의 기준이나 ‘누구와 하는지’처럼 알맞은 기준으로 같은 점과 다른 점을 하나씩 말하면 맞습니다. ‘둘 다 반가울 때 해요’도 같은 점으로 맞습니다.
막히면
- “몸이 닿아, 안 닿아?”처럼 기준 하나를 골라 주고 두 인사에 차례로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비교(다른 인사는 틀린 인사?)]
목적: 인사 방법에는 맞고 틀린 것이 없고, 나라와 상황에 따라 다를 뿐이라는 것을 말합니다(M1).
시간: 약 3분
이렇게 말해 보세요
- “친구가 악수는 틀린 인사래. 정말 그럴까?”
- “악수하는 사람도 고개 숙이는 사람도 무엇을 나타내려고 인사하는 걸까?”
- “다른 나라 친구가 우리를 만나서 악수를 하자고 손을 내밀면 어떻게 하면 좋을까?”
정답
- 맞지 않습니다. 두 인사 모두 반가운 마음을 나타내는 인사이고, 나라와 상황에 따라 다르게 할 뿐 틀린 인사는 아닙니다.
- 다른 나라 친구가 손을 내밀면 반갑게 악수하면 됩니다. 우리 인사를 알려 주어도 좋습니다.
막히면
- S07의 표 아래 문장(방법은 달라도 모두 반가운 마음)을 다시 읽어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몸짓으로 인사하고 비교하기]
목적: 도움 없이 인사 방법을 몸짓과 영어로 보이고, 두 인사를 비교하는지 확인합니다.
시간: 약 4분
이렇게 말해 보세요
- “이번에는 혼자 해 볼래? ①, 한국과 일본에서 많이 하는 인사를 몸짓으로 해 봐. 영어로는 뭐라고 했지?”
- “②, 악수와 손 흔들기는 무엇이 달라?”
- “③, 엄마(아빠)가 처음 만난 사람이야. 악수하면서 영어로 인사해 줘.”
- “④, 인사 방법은 다 달랐지? 그래도 같은 것은 뭘까?”
정답
- ① 고개를 숙여 인사합니다(bow).
- ② 악수는 손을 마주 잡아 몸이 닿고, 손 흔들기는 몸이 닿지 않습니다.
- ③ 악수하며 Hello. Nice to meet you. (Hello.나 Hi. 가운데 하나와 Nice to meet you.를 말하면 맞음)
- ④ 모두 반가운 마음을 나타냅니다.
- 기준: 네 가지 가운데 세 가지 이상을 스스로 하면 통과입니다.
막히면
- 바로 알려 주지 말고 “표를 떠올려 볼까? 몸이 닿았어?”처럼 기준만 말해 줍니다.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대답 예와 피드백]
목적: 아이의 대답을 예와 비교하고 흔한 실수를 확인합니다.
시간: 약 2분
이렇게 말해 보세요
- “네가 한 것과 왼쪽 예를 비교해 보자.”
- “오른쪽처럼 말하면 왜 알맞지 않을까?”
예상 답
- “인사 방법이 다를 뿐 틀린 게 아니에요.” “같은 나라에서도 여러 가지로 인사해요.”
주의
- 이 장은 학생용 파일에서 빠집니다. 잘한 점을 먼저 말해 준 뒤 고칠 점을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형식에서 인사 문화를 바르게 이해했는지 확인합니다.
시간: 약 2분
이렇게 말해 보세요
- “가, 나, 다, 라를 읽어 볼까? 바르게 말한 것은 어느 것일까? 왜 그렇게 생각해?”
- “나머지는 어떻게 고쳐 말하면 좋을까?”
정답
- 다. 인사 방법은 나라와 상황에 따라 다르지만, 모두 반가운 마음을 나타냅니다.
- 가는 나라마다 다르고, 나는 다른 인사도 틀린 것이 아니며, 라는 같은 나라에서도 사람과 상황에 따라 다르게 인사합니다.
막히면
- S03(우리도 여러 가지로 인사함)과 S09를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“오늘 배운 인사 가운데 가장 해 보고 싶은 인사는?”
- “다른 나라 친구가 우리와 다르게 인사하면 어떻게 할까?”
예상 답
- “두 손 모으기요.” “그 친구의 인사도 존중해요.”
정답
- ① 고개 숙이기(bow) ② 악수하기(손을 마주 잡고 가볍게 흔드는 인사) ③ 악수는 손을 잡아 몸이 닿고, 고개 숙이기는 몸이 닿지 않아요.
주의
- 다음 차시는 계획 순서에 따라 4학년 ‘단모음 소리’입니다. 3학년 영어의 마지막 차시이니, 그동안 배운 인사말과 낱말을 한 번 더 복습해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보충(인사말과 낱말 읽기)]
목적: S02에서 인사말이나 낱말 읽기가 흔들리면, 오늘 내용을 배우기 전에 먼저 다시 익힙니다.
시간: 약 5분
이렇게 말해 보세요
- “전에 배운 인사말을 다시 들어 보자. 소리를 듣고 따라 말해 봐.” (교과서 디지털 자료나 사전 앱의 소리를 함께 듣습니다.)
- “엄마(아빠)가 방에 들어올게. 뭐라고 인사할까?” → “이제 나갈게. 뭐라고 인사할까?”
- “S02의 낱말 cat, three, red도 소리를 듣고 다시 읽어 보자.”
정답
- 만날 때 Hello. 또는 Hi. / 헤어질 때 Goodbye. 또는 Bye. / cat 고양이, three 3(셋), red 빨간색
막히면
- 부모가 먼저 말하고 아이가 따라 말하는 것부터 다시 합니다.
주의
- 보충 뒤에도 낱말을 읽지 못하면 계획상 앞 차시인 ‘그림 보고 낱말 읽기’(KR22-G03-ENG-PICWORDS-L01)를, 인사말을 하지 못하면 ‘인사하기’(KR22-G03-ENG-HELLO-L01)를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읽기와문화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나라별 인사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나라별 인사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나라별 인사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나라별 인사 문화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친구들은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인사할까요?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you.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나라의 인사 방법을 알고 몸짓으로 해 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인사 방법의 같은 점과 다른 점을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인사말과 낱말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인사하고, ②는 낱말을 읽고 뜻을 말해요.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가는 길에 친구를 만났어요.</a:t>
            </a:r>
            <a:endParaRPr lang="ko-KR" sz="30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　　three　　red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이렇게 인사해요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고개를 숙여 인사해요.</a:t>
            </a:r>
            <a:endParaRPr lang="ko-KR" sz="3000" dirty="0"/>
          </a:p>
        </p:txBody>
      </p:sp>
      <p:sp>
        <p:nvSpPr>
          <p:cNvPr id="5" name="S03-card12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친구에게는 손을 흔들기도 해요.</a:t>
            </a:r>
            <a:endParaRPr lang="ko-KR" sz="3000" dirty="0"/>
          </a:p>
        </p:txBody>
      </p:sp>
      <p:sp>
        <p:nvSpPr>
          <p:cNvPr id="7" name="S03-word14"/>
          <p:cNvSpPr txBox="1"/>
          <p:nvPr/>
        </p:nvSpPr>
        <p:spPr>
          <a:xfrm>
            <a:off x="548640" y="2159508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bow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숙여 인사하기</a:t>
            </a:r>
            <a:endParaRPr lang="ko-KR" sz="3400" dirty="0"/>
          </a:p>
        </p:txBody>
      </p:sp>
      <p:sp>
        <p:nvSpPr>
          <p:cNvPr id="8" name="S03-word15"/>
          <p:cNvSpPr txBox="1"/>
          <p:nvPr/>
        </p:nvSpPr>
        <p:spPr>
          <a:xfrm>
            <a:off x="6231636" y="2159508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wave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흔들기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숙이기와 악수하기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악수는 오른손을 마주 잡고 가볍게 흔들어요.</a:t>
            </a:r>
            <a:endParaRPr lang="ko-KR" sz="3000" dirty="0"/>
          </a:p>
        </p:txBody>
      </p:sp>
      <p:sp>
        <p:nvSpPr>
          <p:cNvPr id="5" name="S04-card18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9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숙이기 (bow)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일본에서는 고개를 숙여 인사하는 사람이 많아요.</a:t>
            </a:r>
            <a:endParaRPr lang="ko-KR" sz="3000" dirty="0"/>
          </a:p>
        </p:txBody>
      </p:sp>
      <p:sp>
        <p:nvSpPr>
          <p:cNvPr id="7" name="S04-card20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1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악수하기 (shake hands)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나라에서 처음 만난 사람끼리 악수를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맞대기와 두 손 모으기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나라와 상대, 상황에 따라 인사 방법이 달라요.</a:t>
            </a:r>
            <a:endParaRPr lang="ko-KR" sz="3000" dirty="0"/>
          </a:p>
        </p:txBody>
      </p:sp>
      <p:sp>
        <p:nvSpPr>
          <p:cNvPr id="5" name="S05-card24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5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맞대기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프랑스 같은 어떤 나라에서는 가족이나 친한 사람끼리 볼을 가볍게 맞대며 인사하기도 해요.</a:t>
            </a:r>
            <a:endParaRPr lang="ko-KR" sz="3000" dirty="0"/>
          </a:p>
        </p:txBody>
      </p:sp>
      <p:sp>
        <p:nvSpPr>
          <p:cNvPr id="7" name="S05-card26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7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 모으기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태국에서는 두 손을 가슴 앞에 모으고 고개를 살짝 숙여 인사하는 사람이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몸짓하며 인사해요</a:t>
            </a:r>
            <a:endParaRPr lang="ko-KR" sz="4000" dirty="0"/>
          </a:p>
        </p:txBody>
      </p:sp>
      <p:sp>
        <p:nvSpPr>
          <p:cNvPr id="3" name="S06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마주 보고 몸짓을 하며 영어로 인사해요.</a:t>
            </a:r>
            <a:endParaRPr lang="ko-KR" sz="3000" dirty="0"/>
          </a:p>
        </p:txBody>
      </p:sp>
      <p:sp>
        <p:nvSpPr>
          <p:cNvPr id="4" name="S06-chip2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6-text3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숙이며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000" dirty="0"/>
          </a:p>
        </p:txBody>
      </p:sp>
      <p:sp>
        <p:nvSpPr>
          <p:cNvPr id="6" name="S06-chip3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6-text3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악수하며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 to meet you.</a:t>
            </a:r>
            <a:endParaRPr lang="ko-KR" sz="3000" dirty="0"/>
          </a:p>
        </p:txBody>
      </p:sp>
      <p:sp>
        <p:nvSpPr>
          <p:cNvPr id="8" name="S06-chip3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6-text3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흔들며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Hi.</a:t>
            </a:r>
            <a:endParaRPr lang="ko-KR" sz="3000" dirty="0"/>
          </a:p>
        </p:txBody>
      </p:sp>
      <p:sp>
        <p:nvSpPr>
          <p:cNvPr id="10" name="S06-chip3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6-text3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손을 모으며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방법 비교하기</a:t>
            </a:r>
            <a:endParaRPr lang="ko-KR" sz="4000" dirty="0"/>
          </a:p>
        </p:txBody>
      </p:sp>
      <p:sp>
        <p:nvSpPr>
          <p:cNvPr id="3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 달라도 모두 반가운 마음을 나타내요.</a:t>
            </a:r>
            <a:endParaRPr lang="ko-KR" sz="3000" dirty="0"/>
          </a:p>
        </p:txBody>
      </p:sp>
      <p:graphicFrame>
        <p:nvGraphicFramePr>
          <p:cNvPr id="8" name="S07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778508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4626864"/>
                <a:gridCol w="261518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 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몸이 닿나요?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고개 숙이기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고개나 허리를 숙여요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아니요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악수하기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마주 잡아요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 맞대기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볼을 가볍게 맞대요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손 모으기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손을 모아요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아니요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 흔들기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들어 흔들어요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아니요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4000" dirty="0"/>
          </a:p>
        </p:txBody>
      </p:sp>
      <p:sp>
        <p:nvSpPr>
          <p:cNvPr id="3" name="S08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인사의 같은 점과 다른 점을 하나씩 말해요.</a:t>
            </a:r>
            <a:endParaRPr lang="ko-KR" sz="3000" dirty="0"/>
          </a:p>
        </p:txBody>
      </p:sp>
      <p:sp>
        <p:nvSpPr>
          <p:cNvPr id="4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‘어떻게 하나요?’, ‘몸이 닿나요?’를 다시 봐요.</a:t>
            </a:r>
            <a:endParaRPr lang="ko-KR" sz="3000" dirty="0"/>
          </a:p>
        </p:txBody>
      </p:sp>
      <p:sp>
        <p:nvSpPr>
          <p:cNvPr id="6" name="S08-chip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44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숙이기 · 두 손 모으기</a:t>
            </a:r>
            <a:endParaRPr lang="ko-KR" sz="3000" dirty="0"/>
          </a:p>
        </p:txBody>
      </p:sp>
      <p:sp>
        <p:nvSpPr>
          <p:cNvPr id="8" name="S08-chip4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46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악수하기 · 볼 맞대기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인사가 있을까요?</a:t>
            </a:r>
            <a:endParaRPr lang="ko-KR" sz="4000" dirty="0"/>
          </a:p>
        </p:txBody>
      </p:sp>
      <p:sp>
        <p:nvSpPr>
          <p:cNvPr id="3" name="S09-card4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‘악수는 틀린 인사야. 고개를 숙여야 맞아.’라고 했어요.</a:t>
            </a:r>
            <a:endParaRPr lang="ko-KR" sz="3000" dirty="0"/>
          </a:p>
        </p:txBody>
      </p:sp>
      <p:sp>
        <p:nvSpPr>
          <p:cNvPr id="5" name="S09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왜 그렇게 생각해요?</a:t>
            </a:r>
            <a:endParaRPr lang="ko-KR" sz="3000" dirty="0"/>
          </a:p>
        </p:txBody>
      </p:sp>
      <p:sp>
        <p:nvSpPr>
          <p:cNvPr id="7" name="S09-chip51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숙이기</a:t>
            </a:r>
            <a:endParaRPr lang="ko-KR" sz="2400" dirty="0"/>
          </a:p>
        </p:txBody>
      </p:sp>
      <p:sp>
        <p:nvSpPr>
          <p:cNvPr id="8" name="S09-text52"/>
          <p:cNvSpPr txBox="1"/>
          <p:nvPr/>
        </p:nvSpPr>
        <p:spPr>
          <a:xfrm>
            <a:off x="548640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일본에서 많이 해요.</a:t>
            </a:r>
            <a:endParaRPr lang="ko-KR" sz="3000" dirty="0"/>
          </a:p>
        </p:txBody>
      </p:sp>
      <p:sp>
        <p:nvSpPr>
          <p:cNvPr id="9" name="S09-chip53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악수하기</a:t>
            </a:r>
            <a:endParaRPr lang="ko-KR" sz="2400" dirty="0"/>
          </a:p>
        </p:txBody>
      </p:sp>
      <p:sp>
        <p:nvSpPr>
          <p:cNvPr id="10" name="S09-text54"/>
          <p:cNvSpPr txBox="1"/>
          <p:nvPr/>
        </p:nvSpPr>
        <p:spPr>
          <a:xfrm>
            <a:off x="6277356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나라에서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몸짓으로 보이거나 말해 보세요.</a:t>
            </a:r>
            <a:endParaRPr lang="ko-KR" sz="3000" dirty="0"/>
          </a:p>
        </p:txBody>
      </p:sp>
      <p:sp>
        <p:nvSpPr>
          <p:cNvPr id="4" name="S10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일본에서 많이 하는 인사를 해 봐요.</a:t>
            </a:r>
            <a:endParaRPr lang="ko-KR" sz="3000" dirty="0"/>
          </a:p>
        </p:txBody>
      </p:sp>
      <p:sp>
        <p:nvSpPr>
          <p:cNvPr id="6" name="S10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악수와 손 흔들기의 다른 점은?</a:t>
            </a:r>
            <a:endParaRPr lang="ko-KR" sz="3000" dirty="0"/>
          </a:p>
        </p:txBody>
      </p:sp>
      <p:sp>
        <p:nvSpPr>
          <p:cNvPr id="8" name="S10-chip6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6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만난 사람과 악수하며 영어로 인사해요.</a:t>
            </a:r>
            <a:endParaRPr lang="ko-KR" sz="3000" dirty="0"/>
          </a:p>
        </p:txBody>
      </p:sp>
      <p:sp>
        <p:nvSpPr>
          <p:cNvPr id="10" name="S10-chip6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6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방법이 달라도 같은 것은?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 예 확인</a:t>
            </a:r>
            <a:endParaRPr lang="ko-KR" sz="4000" dirty="0"/>
          </a:p>
        </p:txBody>
      </p:sp>
      <p:sp>
        <p:nvSpPr>
          <p:cNvPr id="3" name="S11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방법은 달라도 반가운 마음은 같아요.</a:t>
            </a:r>
            <a:endParaRPr lang="ko-KR" sz="3000" dirty="0"/>
          </a:p>
        </p:txBody>
      </p:sp>
      <p:sp>
        <p:nvSpPr>
          <p:cNvPr id="5" name="S11-chip6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67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고개 숙이기(bow)</a:t>
            </a:r>
            <a:endParaRPr lang="ko-KR" sz="3000" dirty="0"/>
          </a:p>
        </p:txBody>
      </p:sp>
      <p:sp>
        <p:nvSpPr>
          <p:cNvPr id="7" name="S11-text68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악수는 몸이 닿아요</a:t>
            </a:r>
            <a:endParaRPr lang="ko-KR" sz="3000" dirty="0"/>
          </a:p>
        </p:txBody>
      </p:sp>
      <p:sp>
        <p:nvSpPr>
          <p:cNvPr id="8" name="S11-text69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Hello. Nice to meet you.</a:t>
            </a:r>
            <a:endParaRPr lang="ko-KR" sz="2400" dirty="0"/>
          </a:p>
        </p:txBody>
      </p:sp>
      <p:sp>
        <p:nvSpPr>
          <p:cNvPr id="9" name="S11-text70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반가운 마음</a:t>
            </a:r>
            <a:endParaRPr lang="ko-KR" sz="3000" dirty="0"/>
          </a:p>
        </p:txBody>
      </p:sp>
      <p:sp>
        <p:nvSpPr>
          <p:cNvPr id="10" name="S11-chip7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1-text72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인사는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틀렸다고 하기</a:t>
            </a:r>
            <a:endParaRPr lang="ko-KR" sz="3000" dirty="0"/>
          </a:p>
        </p:txBody>
      </p:sp>
      <p:sp>
        <p:nvSpPr>
          <p:cNvPr id="12" name="S11-text73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 사람은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같다고 하기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것은?</a:t>
            </a:r>
            <a:endParaRPr lang="ko-KR" sz="4000" dirty="0"/>
          </a:p>
        </p:txBody>
      </p:sp>
      <p:sp>
        <p:nvSpPr>
          <p:cNvPr id="3" name="S12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 어느 것일까요? 왜 그렇게 생각해요?</a:t>
            </a:r>
            <a:endParaRPr lang="ko-KR" sz="3000" dirty="0"/>
          </a:p>
        </p:txBody>
      </p:sp>
      <p:sp>
        <p:nvSpPr>
          <p:cNvPr id="5" name="S12-chip7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card77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78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방법은 나라마다 모두 같아요.</a:t>
            </a:r>
            <a:endParaRPr lang="ko-KR" sz="3000" dirty="0"/>
          </a:p>
        </p:txBody>
      </p:sp>
      <p:sp>
        <p:nvSpPr>
          <p:cNvPr id="8" name="S12-chip7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card80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81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우리와 다른 인사는 틀린 인사예요.</a:t>
            </a:r>
            <a:endParaRPr lang="ko-KR" sz="3000" dirty="0"/>
          </a:p>
        </p:txBody>
      </p:sp>
      <p:sp>
        <p:nvSpPr>
          <p:cNvPr id="11" name="S12-chip8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2-card83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84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 달라도 반가운 마음은 같아요.</a:t>
            </a:r>
            <a:endParaRPr lang="ko-KR" sz="3000" dirty="0"/>
          </a:p>
        </p:txBody>
      </p:sp>
      <p:sp>
        <p:nvSpPr>
          <p:cNvPr id="14" name="S12-chip8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2-card86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87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 사람들은 모두 똑같이 인사해요.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나라와 상대, 상황에 따라 인사 방법이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 달라도 모두 반가운 마음을 나타내요.</a:t>
            </a:r>
            <a:endParaRPr lang="ko-KR" sz="3000" dirty="0"/>
          </a:p>
        </p:txBody>
      </p:sp>
      <p:sp>
        <p:nvSpPr>
          <p:cNvPr id="5" name="S13-chip9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인사 존중하기</a:t>
            </a:r>
            <a:endParaRPr lang="ko-KR" sz="2400" dirty="0"/>
          </a:p>
        </p:txBody>
      </p:sp>
      <p:sp>
        <p:nvSpPr>
          <p:cNvPr id="6" name="S13-chip9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다른 인사는 틀렸다고 하기</a:t>
            </a:r>
            <a:endParaRPr lang="ko-KR" sz="2400" dirty="0"/>
          </a:p>
        </p:txBody>
      </p:sp>
      <p:sp>
        <p:nvSpPr>
          <p:cNvPr id="7" name="S13-text9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9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한국과 일본에서 많이 하는 인사는?</a:t>
            </a:r>
            <a:endParaRPr lang="ko-KR" sz="2400" dirty="0"/>
          </a:p>
        </p:txBody>
      </p:sp>
      <p:sp>
        <p:nvSpPr>
          <p:cNvPr id="9" name="S13-text9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shake hands는 어떤 인사?</a:t>
            </a:r>
            <a:endParaRPr lang="ko-KR" sz="2400" dirty="0"/>
          </a:p>
        </p:txBody>
      </p:sp>
      <p:sp>
        <p:nvSpPr>
          <p:cNvPr id="10" name="S13-text9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악수와 고개 숙이기의 다른 점은?</a:t>
            </a:r>
            <a:endParaRPr lang="ko-KR" sz="2400" dirty="0"/>
          </a:p>
        </p:txBody>
      </p:sp>
      <p:sp>
        <p:nvSpPr>
          <p:cNvPr id="11" name="S13-text9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단모음 소리(4학년)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인사말 다시 하기</a:t>
            </a:r>
            <a:endParaRPr lang="ko-KR" sz="4000" dirty="0"/>
          </a:p>
        </p:txBody>
      </p:sp>
      <p:sp>
        <p:nvSpPr>
          <p:cNvPr id="3" name="S14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 Hello., 헤어질 때 Goodbye.</a:t>
            </a:r>
            <a:endParaRPr lang="ko-KR" sz="3000" dirty="0"/>
          </a:p>
        </p:txBody>
      </p:sp>
      <p:sp>
        <p:nvSpPr>
          <p:cNvPr id="5" name="S14-word99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안녕하세요.</a:t>
            </a:r>
            <a:endParaRPr lang="ko-KR" sz="3400" dirty="0"/>
          </a:p>
        </p:txBody>
      </p:sp>
      <p:sp>
        <p:nvSpPr>
          <p:cNvPr id="6" name="S14-word100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안녕.</a:t>
            </a:r>
            <a:endParaRPr lang="ko-KR" sz="3400" dirty="0"/>
          </a:p>
        </p:txBody>
      </p:sp>
      <p:sp>
        <p:nvSpPr>
          <p:cNvPr id="7" name="S14-word101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Goodbye.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안녕히 가세요.</a:t>
            </a:r>
            <a:endParaRPr lang="ko-KR" sz="3400" dirty="0"/>
          </a:p>
        </p:txBody>
      </p:sp>
      <p:sp>
        <p:nvSpPr>
          <p:cNvPr id="8" name="S14-word102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만나서 반가워.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나라별 인사 문화</dc:title>
  <dc:subject>KR22-G03-ENG-GREETCULT-L01</dc:subject>
  <dc:creator>education-ppt</dc:creator>
  <cp:lastModifiedBy>education-ppt</cp:lastModifiedBy>
  <cp:revision>1</cp:revision>
  <dcterms:created xsi:type="dcterms:W3CDTF">2026-10-26T09:07:30Z</dcterms:created>
  <dcterms:modified xsi:type="dcterms:W3CDTF">2026-10-26T09:07:30Z</dcterms:modified>
</cp:coreProperties>
</file>