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069ea49-db63-5e13-c8c0-cc1972d4a68e}">
          <p14:sldIdLst>
            <p14:sldId id="256"/>
            <p14:sldId id="257"/>
          </p14:sldIdLst>
        </p14:section>
        <p14:section name="개념" id="{91c8a833-4ffb-7b9b-81fa-bc5d2a0424ca}">
          <p14:sldIdLst>
            <p14:sldId id="258"/>
            <p14:sldId id="259"/>
            <p14:sldId id="260"/>
            <p14:sldId id="262"/>
          </p14:sldIdLst>
        </p14:section>
        <p14:section name="연습" id="{53e72c98-ddd6-9872-82f6-400dadbe3754}">
          <p14:sldIdLst>
            <p14:sldId id="261"/>
            <p14:sldId id="263"/>
            <p14:sldId id="264"/>
          </p14:sldIdLst>
        </p14:section>
        <p14:section name="개념" id="{d6f83772-a590-e067-76c9-696775ef65f8}">
          <p14:sldIdLst/>
        </p14:section>
        <p14:section name="연습" id="{94581a40-f694-c80e-f465-3a1e7761cb15}">
          <p14:sldIdLst/>
        </p14:section>
        <p14:section name="확인" id="{c16cf738-544b-3408-de4d-fdd8cf665b39}">
          <p14:sldIdLst>
            <p14:sldId id="265"/>
            <p14:sldId id="266"/>
          </p14:sldIdLst>
        </p14:section>
        <p14:section name="정리" id="{684df4c1-16bc-1cdd-c6ea-9f025865ee6f}">
          <p14:sldIdLst>
            <p14:sldId id="267"/>
          </p14:sldIdLst>
        </p14:section>
        <p14:section name="보충" id="{4d8a9397-f864-7350-20a8-cc4a1ccff44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읽기와문화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나라별 인사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나라별 인사 문화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친구들은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인사할까요?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나라의 인사 방법을 알고 몸짓으로 해 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인사 방법의 같은 점과 다른 점을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인사말과 낱말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인사하고, ②는 낱말을 읽고 뜻을 말해요.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가는 길에 친구를 만났어요.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　　three　　red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이렇게 인사해요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고개를 숙여 인사해요.</a:t>
            </a:r>
            <a:endParaRPr lang="ko-KR" sz="3000" dirty="0"/>
          </a:p>
        </p:txBody>
      </p:sp>
      <p:sp>
        <p:nvSpPr>
          <p:cNvPr id="5" name="S03-card1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친구에게는 손을 흔들기도 해요.</a:t>
            </a:r>
            <a:endParaRPr lang="ko-KR" sz="3000" dirty="0"/>
          </a:p>
        </p:txBody>
      </p:sp>
      <p:sp>
        <p:nvSpPr>
          <p:cNvPr id="7" name="S03-word14"/>
          <p:cNvSpPr txBox="1"/>
          <p:nvPr/>
        </p:nvSpPr>
        <p:spPr>
          <a:xfrm>
            <a:off x="548640" y="21595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bow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숙여 인사하기</a:t>
            </a:r>
            <a:endParaRPr lang="ko-KR" sz="3400" dirty="0"/>
          </a:p>
        </p:txBody>
      </p:sp>
      <p:sp>
        <p:nvSpPr>
          <p:cNvPr id="8" name="S03-word15"/>
          <p:cNvSpPr txBox="1"/>
          <p:nvPr/>
        </p:nvSpPr>
        <p:spPr>
          <a:xfrm>
            <a:off x="6231636" y="21595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흔들기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숙이기와 악수하기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악수는 오른손을 마주 잡고 가볍게 흔들어요.</a:t>
            </a:r>
            <a:endParaRPr lang="ko-KR" sz="30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 (bow)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일본에서는 고개를 숙여 인사하는 사람이 많아요.</a:t>
            </a:r>
            <a:endParaRPr lang="ko-KR" sz="3000" dirty="0"/>
          </a:p>
        </p:txBody>
      </p:sp>
      <p:sp>
        <p:nvSpPr>
          <p:cNvPr id="7" name="S04-card20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 (shake hands)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나라에서 처음 만난 사람끼리 악수를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맞대기와 두 손 모으기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나라와 상대, 상황에 따라 인사 방법이 달라요.</a:t>
            </a:r>
            <a:endParaRPr lang="ko-KR" sz="3000" dirty="0"/>
          </a:p>
        </p:txBody>
      </p:sp>
      <p:sp>
        <p:nvSpPr>
          <p:cNvPr id="5" name="S05-card2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맞대기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프랑스 같은 어떤 나라에서는 가족이나 친한 사람끼리 볼을 가볍게 맞대며 인사하기도 해요.</a:t>
            </a:r>
            <a:endParaRPr lang="ko-KR" sz="3000" dirty="0"/>
          </a:p>
        </p:txBody>
      </p:sp>
      <p:sp>
        <p:nvSpPr>
          <p:cNvPr id="7" name="S05-card2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 모으기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태국에서는 두 손을 가슴 앞에 모으고 고개를 살짝 숙여 인사하는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몸짓하며 인사해요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마주 보고 몸짓을 하며 영어로 인사해요.</a:t>
            </a:r>
            <a:endParaRPr lang="ko-KR" sz="3000" dirty="0"/>
          </a:p>
        </p:txBody>
      </p:sp>
      <p:sp>
        <p:nvSpPr>
          <p:cNvPr id="4" name="S06-chip2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6-text3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숙이며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000" dirty="0"/>
          </a:p>
        </p:txBody>
      </p:sp>
      <p:sp>
        <p:nvSpPr>
          <p:cNvPr id="6" name="S06-chip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6-text3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 to meet you.</a:t>
            </a:r>
            <a:endParaRPr lang="ko-KR" sz="3000" dirty="0"/>
          </a:p>
        </p:txBody>
      </p:sp>
      <p:sp>
        <p:nvSpPr>
          <p:cNvPr id="8" name="S06-chip3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6-text3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흔들며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000" dirty="0"/>
          </a:p>
        </p:txBody>
      </p:sp>
      <p:sp>
        <p:nvSpPr>
          <p:cNvPr id="10" name="S06-chip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6-text3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손을 모으며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 비교하기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모두 반가운 마음을 나타내요.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805940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4626864"/>
                <a:gridCol w="261518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몸이 닿나요?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고개 숙이기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고개나 허리를 숙여요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악수하기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마주 잡아요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 맞대기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볼을 가볍게 맞대요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손 모으기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손을 모아요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 흔들기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들어 흔들어요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아니요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인사의 같은 점과 다른 점을 하나씩 말해요.</a:t>
            </a:r>
            <a:endParaRPr lang="ko-KR" sz="30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‘어떻게 하나요?’, ‘몸이 닿나요?’를 다시 봐요.</a:t>
            </a:r>
            <a:endParaRPr lang="ko-KR" sz="3000" dirty="0"/>
          </a:p>
        </p:txBody>
      </p:sp>
      <p:sp>
        <p:nvSpPr>
          <p:cNvPr id="6" name="S08-chip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4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 · 두 손 모으기</a:t>
            </a:r>
            <a:endParaRPr lang="ko-KR" sz="3000" dirty="0"/>
          </a:p>
        </p:txBody>
      </p:sp>
      <p:sp>
        <p:nvSpPr>
          <p:cNvPr id="8" name="S08-chip4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46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 · 볼 맞대기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인사가 있을까요?</a:t>
            </a:r>
            <a:endParaRPr lang="ko-KR" sz="4000" dirty="0"/>
          </a:p>
        </p:txBody>
      </p:sp>
      <p:sp>
        <p:nvSpPr>
          <p:cNvPr id="3" name="S09-card4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‘악수는 틀린 인사야. 고개를 숙여야 맞아.’라고 했어요.</a:t>
            </a:r>
            <a:endParaRPr lang="ko-KR" sz="3000" dirty="0"/>
          </a:p>
        </p:txBody>
      </p:sp>
      <p:sp>
        <p:nvSpPr>
          <p:cNvPr id="5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09-chip51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 숙이기</a:t>
            </a:r>
            <a:endParaRPr lang="ko-KR" sz="2400" dirty="0"/>
          </a:p>
        </p:txBody>
      </p:sp>
      <p:sp>
        <p:nvSpPr>
          <p:cNvPr id="8" name="S09-text52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 많이 해요.</a:t>
            </a:r>
            <a:endParaRPr lang="ko-KR" sz="3000" dirty="0"/>
          </a:p>
        </p:txBody>
      </p:sp>
      <p:sp>
        <p:nvSpPr>
          <p:cNvPr id="9" name="S09-chip53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악수하기</a:t>
            </a:r>
            <a:endParaRPr lang="ko-KR" sz="2400" dirty="0"/>
          </a:p>
        </p:txBody>
      </p:sp>
      <p:sp>
        <p:nvSpPr>
          <p:cNvPr id="10" name="S09-text54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나라에서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몸짓으로 보이거나 말해 보세요.</a:t>
            </a:r>
            <a:endParaRPr lang="ko-KR" sz="3000" dirty="0"/>
          </a:p>
        </p:txBody>
      </p:sp>
      <p:sp>
        <p:nvSpPr>
          <p:cNvPr id="4" name="S10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일본에서 많이 하는 인사를 해 봐요.</a:t>
            </a:r>
            <a:endParaRPr lang="ko-KR" sz="3000" dirty="0"/>
          </a:p>
        </p:txBody>
      </p:sp>
      <p:sp>
        <p:nvSpPr>
          <p:cNvPr id="6" name="S10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악수와 손 흔들기의 다른 점은?</a:t>
            </a:r>
            <a:endParaRPr lang="ko-KR" sz="3000" dirty="0"/>
          </a:p>
        </p:txBody>
      </p:sp>
      <p:sp>
        <p:nvSpPr>
          <p:cNvPr id="8" name="S10-chip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사람과 악수하며 영어로 인사해요.</a:t>
            </a:r>
            <a:endParaRPr lang="ko-KR" sz="3000" dirty="0"/>
          </a:p>
        </p:txBody>
      </p:sp>
      <p:sp>
        <p:nvSpPr>
          <p:cNvPr id="10" name="S10-chip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방법이 달라도 같은 것은?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것은?</a:t>
            </a:r>
            <a:endParaRPr lang="ko-KR" sz="4000" dirty="0"/>
          </a:p>
        </p:txBody>
      </p:sp>
      <p:sp>
        <p:nvSpPr>
          <p:cNvPr id="3" name="S12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것일까요? 왜 그렇게 생각해요?</a:t>
            </a:r>
            <a:endParaRPr lang="ko-KR" sz="3000" dirty="0"/>
          </a:p>
        </p:txBody>
      </p:sp>
      <p:sp>
        <p:nvSpPr>
          <p:cNvPr id="5" name="S12-chip6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card67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68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방법은 나라마다 모두 같아요.</a:t>
            </a:r>
            <a:endParaRPr lang="ko-KR" sz="3000" dirty="0"/>
          </a:p>
        </p:txBody>
      </p:sp>
      <p:sp>
        <p:nvSpPr>
          <p:cNvPr id="8" name="S12-chip6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card70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71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우리와 다른 인사는 틀린 인사예요.</a:t>
            </a:r>
            <a:endParaRPr lang="ko-KR" sz="3000" dirty="0"/>
          </a:p>
        </p:txBody>
      </p:sp>
      <p:sp>
        <p:nvSpPr>
          <p:cNvPr id="11" name="S12-chip7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2-card73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74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반가운 마음은 같아요.</a:t>
            </a:r>
            <a:endParaRPr lang="ko-KR" sz="3000" dirty="0"/>
          </a:p>
        </p:txBody>
      </p:sp>
      <p:sp>
        <p:nvSpPr>
          <p:cNvPr id="14" name="S12-chip7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2-card76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77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 사람들은 모두 똑같이 인사해요.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나라와 상대, 상황에 따라 인사 방법이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달라도 모두 반가운 마음을 나타내요.</a:t>
            </a:r>
            <a:endParaRPr lang="ko-KR" sz="30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인사 존중하기</a:t>
            </a:r>
            <a:endParaRPr lang="ko-KR" sz="2400" dirty="0"/>
          </a:p>
        </p:txBody>
      </p:sp>
      <p:sp>
        <p:nvSpPr>
          <p:cNvPr id="6" name="S13-chip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다른 인사는 틀렸다고 하기</a:t>
            </a:r>
            <a:endParaRPr lang="ko-KR" sz="2400" dirty="0"/>
          </a:p>
        </p:txBody>
      </p:sp>
      <p:sp>
        <p:nvSpPr>
          <p:cNvPr id="7" name="S13-text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한국과 일본에서 많이 하는 인사는?</a:t>
            </a:r>
            <a:endParaRPr lang="ko-KR" sz="2400" dirty="0"/>
          </a:p>
        </p:txBody>
      </p:sp>
      <p:sp>
        <p:nvSpPr>
          <p:cNvPr id="9" name="S13-text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shake hands는 어떤 인사?</a:t>
            </a:r>
            <a:endParaRPr lang="ko-KR" sz="2400" dirty="0"/>
          </a:p>
        </p:txBody>
      </p:sp>
      <p:sp>
        <p:nvSpPr>
          <p:cNvPr id="10" name="S13-text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악수와 고개 숙이기의 다른 점은?</a:t>
            </a:r>
            <a:endParaRPr lang="ko-KR" sz="24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단모음 소리(4학년)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인사말 다시 하기</a:t>
            </a:r>
            <a:endParaRPr lang="ko-KR" sz="4000" dirty="0"/>
          </a:p>
        </p:txBody>
      </p:sp>
      <p:sp>
        <p:nvSpPr>
          <p:cNvPr id="3" name="S14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 Hello., 헤어질 때 Goodbye.</a:t>
            </a:r>
            <a:endParaRPr lang="ko-KR" sz="3000" dirty="0"/>
          </a:p>
        </p:txBody>
      </p:sp>
      <p:sp>
        <p:nvSpPr>
          <p:cNvPr id="5" name="S14-word89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안녕하세요.</a:t>
            </a:r>
            <a:endParaRPr lang="ko-KR" sz="3400" dirty="0"/>
          </a:p>
        </p:txBody>
      </p:sp>
      <p:sp>
        <p:nvSpPr>
          <p:cNvPr id="6" name="S14-word90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안녕.</a:t>
            </a:r>
            <a:endParaRPr lang="ko-KR" sz="3400" dirty="0"/>
          </a:p>
        </p:txBody>
      </p:sp>
      <p:sp>
        <p:nvSpPr>
          <p:cNvPr id="7" name="S14-word91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가세요.</a:t>
            </a:r>
            <a:endParaRPr lang="ko-KR" sz="3400" dirty="0"/>
          </a:p>
        </p:txBody>
      </p:sp>
      <p:sp>
        <p:nvSpPr>
          <p:cNvPr id="8" name="S14-word92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만나서 반가워.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나라별 인사 문화</dc:title>
  <dc:subject>KR22-G03-ENG-GREETCULT-L01</dc:subject>
  <dc:creator>education-ppt</dc:creator>
  <cp:lastModifiedBy>education-ppt</cp:lastModifiedBy>
  <cp:revision>1</cp:revision>
  <dcterms:created xsi:type="dcterms:W3CDTF">2026-10-26T08:22:43Z</dcterms:created>
  <dcterms:modified xsi:type="dcterms:W3CDTF">2026-10-26T08:22:43Z</dcterms:modified>
</cp:coreProperties>
</file>