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baf4fea-7b7f-e8a0-e740-fc467cd9218a}">
          <p14:sldIdLst>
            <p14:sldId id="256"/>
            <p14:sldId id="257"/>
          </p14:sldIdLst>
        </p14:section>
        <p14:section name="개념" id="{7e689fa0-ffdf-c779-e481-0ca65c9b5890}">
          <p14:sldIdLst>
            <p14:sldId id="258"/>
            <p14:sldId id="259"/>
            <p14:sldId id="260"/>
            <p14:sldId id="262"/>
          </p14:sldIdLst>
        </p14:section>
        <p14:section name="연습" id="{4c24290e-df68-5b9c-de58-e2257091fd0d}">
          <p14:sldIdLst>
            <p14:sldId id="261"/>
            <p14:sldId id="263"/>
            <p14:sldId id="264"/>
          </p14:sldIdLst>
        </p14:section>
        <p14:section name="개념" id="{d74503ad-8cc1-46ca-c332-bc890d754aa3}">
          <p14:sldIdLst/>
        </p14:section>
        <p14:section name="연습" id="{50c804a1-f0aa-7f62-b1bf-2958bd5a89d5}">
          <p14:sldIdLst/>
        </p14:section>
        <p14:section name="확인" id="{cf5e3f2b-79a3-18f7-7647-ed3337a85906}">
          <p14:sldIdLst>
            <p14:sldId id="265"/>
            <p14:sldId id="266"/>
          </p14:sldIdLst>
        </p14:section>
        <p14:section name="정리" id="{f48290c9-c3f1-8f96-12b4-df8b3cc79f3c}">
          <p14:sldIdLst>
            <p14:sldId id="267"/>
          </p14:sldIdLst>
        </p14:section>
        <p14:section name="보충" id="{d1cf4af2-4fe5-17cc-baf5-878fff18384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읽기와문화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영어 · 나라별 인사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나라별 인사 문화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나라 친구들은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인사할까요?</a:t>
            </a:r>
            <a:endParaRPr lang="ko-KR" sz="3000" dirty="0"/>
          </a:p>
        </p:txBody>
      </p:sp>
      <p:sp>
        <p:nvSpPr>
          <p:cNvPr id="4" name="S01-word1"/>
          <p:cNvSpPr txBox="1"/>
          <p:nvPr/>
        </p:nvSpPr>
        <p:spPr>
          <a:xfrm>
            <a:off x="7680960" y="6400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</p:txBody>
      </p:sp>
      <p:sp>
        <p:nvSpPr>
          <p:cNvPr id="5" name="S01-word2"/>
          <p:cNvSpPr txBox="1"/>
          <p:nvPr/>
        </p:nvSpPr>
        <p:spPr>
          <a:xfrm>
            <a:off x="7680960" y="2240280"/>
            <a:ext cx="3931920" cy="1325880"/>
          </a:xfrm>
          <a:prstGeom prst="roundRect">
            <a:avLst>
              <a:gd name="adj" fmla="val 9655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</p:txBody>
      </p:sp>
      <p:sp>
        <p:nvSpPr>
          <p:cNvPr id="6" name="S01-card3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7" name="S01-cardtext4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여러 나라의 인사 방법을 알고 몸짓으로 해 봐요.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인사 방법의 같은 점과 다른 점을 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인사말과 낱말 떠올리기</a:t>
            </a:r>
            <a:endParaRPr lang="ko-KR" sz="4000" dirty="0"/>
          </a:p>
        </p:txBody>
      </p:sp>
      <p:sp>
        <p:nvSpPr>
          <p:cNvPr id="3" name="S02-text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영어로 인사하고, ②는 낱말을 읽고 뜻을 말해요.</a:t>
            </a:r>
            <a:endParaRPr lang="ko-KR" sz="3000" dirty="0"/>
          </a:p>
        </p:txBody>
      </p:sp>
      <p:sp>
        <p:nvSpPr>
          <p:cNvPr id="4" name="S02-chip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가는 길에 친구를 만났어요.</a:t>
            </a:r>
            <a:endParaRPr lang="ko-KR" sz="3000" dirty="0"/>
          </a:p>
        </p:txBody>
      </p:sp>
      <p:sp>
        <p:nvSpPr>
          <p:cNvPr id="6" name="S02-chip8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9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　　three　　red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우리는 이렇게 인사해요</a:t>
            </a:r>
            <a:endParaRPr lang="ko-KR" sz="4000" dirty="0"/>
          </a:p>
        </p:txBody>
      </p:sp>
      <p:sp>
        <p:nvSpPr>
          <p:cNvPr id="3" name="S03-card10"/>
          <p:cNvSpPr/>
          <p:nvPr/>
        </p:nvSpPr>
        <p:spPr>
          <a:xfrm>
            <a:off x="548640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1"/>
          <p:cNvSpPr txBox="1"/>
          <p:nvPr/>
        </p:nvSpPr>
        <p:spPr>
          <a:xfrm>
            <a:off x="822960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웃어른께는 고개를 숙여 인사해요.</a:t>
            </a:r>
            <a:endParaRPr lang="ko-KR" sz="3000" dirty="0"/>
          </a:p>
        </p:txBody>
      </p:sp>
      <p:sp>
        <p:nvSpPr>
          <p:cNvPr id="5" name="S03-card12"/>
          <p:cNvSpPr/>
          <p:nvPr/>
        </p:nvSpPr>
        <p:spPr>
          <a:xfrm>
            <a:off x="6208776" y="495909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3"/>
          <p:cNvSpPr txBox="1"/>
          <p:nvPr/>
        </p:nvSpPr>
        <p:spPr>
          <a:xfrm>
            <a:off x="6483096" y="509625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친구에게는 손을 흔들기도 해요.</a:t>
            </a:r>
            <a:endParaRPr lang="ko-KR" sz="3000" dirty="0"/>
          </a:p>
        </p:txBody>
      </p:sp>
      <p:sp>
        <p:nvSpPr>
          <p:cNvPr id="7" name="S03-word14"/>
          <p:cNvSpPr txBox="1"/>
          <p:nvPr/>
        </p:nvSpPr>
        <p:spPr>
          <a:xfrm>
            <a:off x="548640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bow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숙여 인사하기</a:t>
            </a:r>
            <a:endParaRPr lang="ko-KR" sz="3400" dirty="0"/>
          </a:p>
        </p:txBody>
      </p:sp>
      <p:sp>
        <p:nvSpPr>
          <p:cNvPr id="8" name="S03-word15"/>
          <p:cNvSpPr txBox="1"/>
          <p:nvPr/>
        </p:nvSpPr>
        <p:spPr>
          <a:xfrm>
            <a:off x="6231636" y="2159508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wave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흔들기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숙이기와 악수하기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악수는 오른손을 마주 잡고 가볍게 흔들어요.</a:t>
            </a:r>
            <a:endParaRPr lang="ko-KR" sz="30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(bow)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일본에서는 고개를 숙여 인사하는 사람이 많아요.</a:t>
            </a:r>
            <a:endParaRPr lang="ko-KR" sz="3000" dirty="0"/>
          </a:p>
        </p:txBody>
      </p:sp>
      <p:sp>
        <p:nvSpPr>
          <p:cNvPr id="7" name="S04-card20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(shake hands)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처음 만난 사람끼리 악수를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맞대기와 두 손 모으기</a:t>
            </a:r>
            <a:endParaRPr lang="ko-KR" sz="4000" dirty="0"/>
          </a:p>
        </p:txBody>
      </p:sp>
      <p:sp>
        <p:nvSpPr>
          <p:cNvPr id="3" name="S05-card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</p:txBody>
      </p:sp>
      <p:sp>
        <p:nvSpPr>
          <p:cNvPr id="5" name="S05-card24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5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 맞대기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프랑스 같은 어떤 나라에서는 가족이나 친한 사람끼리 볼을 가볍게 맞대며 인사하기도 해요.</a:t>
            </a:r>
            <a:endParaRPr lang="ko-KR" sz="3000" dirty="0"/>
          </a:p>
        </p:txBody>
      </p:sp>
      <p:sp>
        <p:nvSpPr>
          <p:cNvPr id="7" name="S05-card26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7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 모으기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태국에서는 두 손을 가슴 앞에 모으고 고개를 살짝 숙여 인사하는 사람이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몸짓하며 인사해요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마주 보고 몸짓을 하며 영어로 인사해요.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고개를 숙이며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 to meet you.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손을 흔들며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손을 모으며</a:t>
            </a:r>
            <a:endParaRPr lang="ko-KR" sz="3000" dirty="0"/>
          </a:p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 비교하기</a:t>
            </a:r>
            <a:endParaRPr lang="ko-KR" sz="4000" dirty="0"/>
          </a:p>
        </p:txBody>
      </p:sp>
      <p:sp>
        <p:nvSpPr>
          <p:cNvPr id="3" name="S07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graphicFrame>
        <p:nvGraphicFramePr>
          <p:cNvPr id="8" name="S07-table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1805940"/>
          <a:ext cx="10058400" cy="914400"/>
        </p:xfrm>
        <a:graphic>
          <a:graphicData uri="http://schemas.openxmlformats.org/drawingml/2006/table">
            <a:tbl>
              <a:tblPr/>
              <a:tblGrid>
                <a:gridCol w="2816352"/>
                <a:gridCol w="4626864"/>
                <a:gridCol w="2615184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인사 방법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몸이 닿나요?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 숙이기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고개나 허리를 숙여요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악수하기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마주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 맞대기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볼을 가볍게 맞대요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 모으기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손을 모아요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 흔들기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손을 들어 흔들어요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아니요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</a:t>
            </a:r>
            <a:endParaRPr lang="ko-KR" sz="4000" dirty="0"/>
          </a:p>
        </p:txBody>
      </p:sp>
      <p:sp>
        <p:nvSpPr>
          <p:cNvPr id="3" name="S08-text4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인사의 같은 점과 다른 점을 하나씩 말해요.</a:t>
            </a:r>
            <a:endParaRPr lang="ko-KR" sz="3000" dirty="0"/>
          </a:p>
        </p:txBody>
      </p:sp>
      <p:sp>
        <p:nvSpPr>
          <p:cNvPr id="4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‘어떻게 하나요?’, ‘몸이 닿나요?’를 다시 봐요.</a:t>
            </a:r>
            <a:endParaRPr lang="ko-KR" sz="3000" dirty="0"/>
          </a:p>
        </p:txBody>
      </p:sp>
      <p:sp>
        <p:nvSpPr>
          <p:cNvPr id="6" name="S08-chip4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8-text44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 · 두 손 모으기</a:t>
            </a:r>
            <a:endParaRPr lang="ko-KR" sz="3000" dirty="0"/>
          </a:p>
        </p:txBody>
      </p:sp>
      <p:sp>
        <p:nvSpPr>
          <p:cNvPr id="8" name="S08-chip45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8-text46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 · 볼 맞대기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인사가 있을까요?</a:t>
            </a:r>
            <a:endParaRPr lang="ko-KR" sz="4000" dirty="0"/>
          </a:p>
        </p:txBody>
      </p:sp>
      <p:sp>
        <p:nvSpPr>
          <p:cNvPr id="3" name="S09-card4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‘악수는 틀린 인사야. 고개를 숙여야 맞아.’라고 했어요.</a:t>
            </a:r>
            <a:endParaRPr lang="ko-KR" sz="3000" dirty="0"/>
          </a:p>
        </p:txBody>
      </p:sp>
      <p:sp>
        <p:nvSpPr>
          <p:cNvPr id="5" name="S09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09-chip51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고개 숙이기</a:t>
            </a:r>
            <a:endParaRPr lang="ko-KR" sz="2400" dirty="0"/>
          </a:p>
        </p:txBody>
      </p:sp>
      <p:sp>
        <p:nvSpPr>
          <p:cNvPr id="8" name="S09-text52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해요.</a:t>
            </a:r>
            <a:endParaRPr lang="ko-KR" sz="3000" dirty="0"/>
          </a:p>
        </p:txBody>
      </p:sp>
      <p:sp>
        <p:nvSpPr>
          <p:cNvPr id="9" name="S09-chip53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악수하기</a:t>
            </a:r>
            <a:endParaRPr lang="ko-KR" sz="2400" dirty="0"/>
          </a:p>
        </p:txBody>
      </p:sp>
      <p:sp>
        <p:nvSpPr>
          <p:cNvPr id="10" name="S09-text54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나라에서 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몸짓으로 보이거나 말해 보세요.</a:t>
            </a:r>
            <a:endParaRPr lang="ko-KR" sz="3000" dirty="0"/>
          </a:p>
        </p:txBody>
      </p:sp>
      <p:sp>
        <p:nvSpPr>
          <p:cNvPr id="4" name="S10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한국과 일본에서 많이 하는 인사를 해 봐요.</a:t>
            </a:r>
            <a:endParaRPr lang="ko-KR" sz="3000" dirty="0"/>
          </a:p>
        </p:txBody>
      </p:sp>
      <p:sp>
        <p:nvSpPr>
          <p:cNvPr id="6" name="S10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악수와 손 흔들기의 다른 점은?</a:t>
            </a:r>
            <a:endParaRPr lang="ko-KR" sz="3000" dirty="0"/>
          </a:p>
        </p:txBody>
      </p:sp>
      <p:sp>
        <p:nvSpPr>
          <p:cNvPr id="8" name="S10-chip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text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만난 사람과 악수하며 영어로 인사해요.</a:t>
            </a:r>
            <a:endParaRPr lang="ko-KR" sz="3000" dirty="0"/>
          </a:p>
        </p:txBody>
      </p:sp>
      <p:sp>
        <p:nvSpPr>
          <p:cNvPr id="10" name="S10-chip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방법이 달라도 같은 것은?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것은?</a:t>
            </a:r>
            <a:endParaRPr lang="ko-KR" sz="4000" dirty="0"/>
          </a:p>
        </p:txBody>
      </p:sp>
      <p:sp>
        <p:nvSpPr>
          <p:cNvPr id="3" name="S12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바르게 말한 것은 어느 것일까요? 왜 그렇게 생각해요?</a:t>
            </a:r>
            <a:endParaRPr lang="ko-KR" sz="30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2-card67"/>
          <p:cNvSpPr/>
          <p:nvPr/>
        </p:nvSpPr>
        <p:spPr>
          <a:xfrm>
            <a:off x="1344168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68"/>
          <p:cNvSpPr txBox="1"/>
          <p:nvPr/>
        </p:nvSpPr>
        <p:spPr>
          <a:xfrm>
            <a:off x="1618488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방법은 나라마다 모두 같아요.</a:t>
            </a:r>
            <a:endParaRPr lang="ko-KR" sz="3000" dirty="0"/>
          </a:p>
        </p:txBody>
      </p:sp>
      <p:sp>
        <p:nvSpPr>
          <p:cNvPr id="8" name="S12-chip69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card70"/>
          <p:cNvSpPr/>
          <p:nvPr/>
        </p:nvSpPr>
        <p:spPr>
          <a:xfrm>
            <a:off x="7072884" y="132588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71"/>
          <p:cNvSpPr txBox="1"/>
          <p:nvPr/>
        </p:nvSpPr>
        <p:spPr>
          <a:xfrm>
            <a:off x="7347204" y="146304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우리와 다른 인사는 틀린 인사예요.</a:t>
            </a:r>
            <a:endParaRPr lang="ko-KR" sz="3000" dirty="0"/>
          </a:p>
        </p:txBody>
      </p:sp>
      <p:sp>
        <p:nvSpPr>
          <p:cNvPr id="11" name="S12-chip72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2-card73"/>
          <p:cNvSpPr/>
          <p:nvPr/>
        </p:nvSpPr>
        <p:spPr>
          <a:xfrm>
            <a:off x="1344168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2-cardtext74"/>
          <p:cNvSpPr txBox="1"/>
          <p:nvPr/>
        </p:nvSpPr>
        <p:spPr>
          <a:xfrm>
            <a:off x="1618488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반가운 마음은 같아요.</a:t>
            </a:r>
            <a:endParaRPr lang="ko-KR" sz="3000" dirty="0"/>
          </a:p>
        </p:txBody>
      </p:sp>
      <p:sp>
        <p:nvSpPr>
          <p:cNvPr id="14" name="S12-chip75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15" name="S12-card76"/>
          <p:cNvSpPr/>
          <p:nvPr/>
        </p:nvSpPr>
        <p:spPr>
          <a:xfrm>
            <a:off x="7072884" y="3360420"/>
            <a:ext cx="4567428" cy="1760220"/>
          </a:xfrm>
          <a:prstGeom prst="roundRect">
            <a:avLst>
              <a:gd name="adj" fmla="val 62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6" name="S12-cardtext77"/>
          <p:cNvSpPr txBox="1"/>
          <p:nvPr/>
        </p:nvSpPr>
        <p:spPr>
          <a:xfrm>
            <a:off x="7347204" y="3497580"/>
            <a:ext cx="4018788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 사람들은 모두 똑같이 인사해요.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78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79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나라와 상대, 상황에 따라 인사 방법이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방법은 달라도 모두 반가운 마음을 나타내요.</a:t>
            </a:r>
            <a:endParaRPr lang="ko-KR" sz="3000" dirty="0"/>
          </a:p>
        </p:txBody>
      </p:sp>
      <p:sp>
        <p:nvSpPr>
          <p:cNvPr id="5" name="S13-chip80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인사 존중하기</a:t>
            </a:r>
            <a:endParaRPr lang="ko-KR" sz="2400" dirty="0"/>
          </a:p>
        </p:txBody>
      </p:sp>
      <p:sp>
        <p:nvSpPr>
          <p:cNvPr id="6" name="S13-chip81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다른 인사는 틀렸다고 하기</a:t>
            </a:r>
            <a:endParaRPr lang="ko-KR" sz="2400" dirty="0"/>
          </a:p>
        </p:txBody>
      </p:sp>
      <p:sp>
        <p:nvSpPr>
          <p:cNvPr id="7" name="S13-text82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3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한국과 일본에서 많이 하는 인사는?</a:t>
            </a:r>
            <a:endParaRPr lang="ko-KR" sz="2400" dirty="0"/>
          </a:p>
        </p:txBody>
      </p:sp>
      <p:sp>
        <p:nvSpPr>
          <p:cNvPr id="9" name="S13-text84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shake hands는 어떤 인사?</a:t>
            </a:r>
            <a:endParaRPr lang="ko-KR" sz="2400" dirty="0"/>
          </a:p>
        </p:txBody>
      </p:sp>
      <p:sp>
        <p:nvSpPr>
          <p:cNvPr id="10" name="S13-text85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악수와 고개 숙이기의 다른 점은?</a:t>
            </a:r>
            <a:endParaRPr lang="ko-KR" sz="2400" dirty="0"/>
          </a:p>
        </p:txBody>
      </p:sp>
      <p:sp>
        <p:nvSpPr>
          <p:cNvPr id="11" name="S13-text8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단모음 소리(4학년)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인사말 다시 하기</a:t>
            </a:r>
            <a:endParaRPr lang="ko-KR" sz="4000" dirty="0"/>
          </a:p>
        </p:txBody>
      </p:sp>
      <p:sp>
        <p:nvSpPr>
          <p:cNvPr id="3" name="S14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만날 때 Hello., 헤어질 때 Goodbye.</a:t>
            </a:r>
            <a:endParaRPr lang="ko-KR" sz="3000" dirty="0"/>
          </a:p>
        </p:txBody>
      </p:sp>
      <p:sp>
        <p:nvSpPr>
          <p:cNvPr id="5" name="S14-word89"/>
          <p:cNvSpPr txBox="1"/>
          <p:nvPr/>
        </p:nvSpPr>
        <p:spPr>
          <a:xfrm>
            <a:off x="548640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Hello.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안녕하세요.</a:t>
            </a:r>
            <a:endParaRPr lang="ko-KR" sz="3400" dirty="0"/>
          </a:p>
        </p:txBody>
      </p:sp>
      <p:sp>
        <p:nvSpPr>
          <p:cNvPr id="6" name="S14-word90"/>
          <p:cNvSpPr txBox="1"/>
          <p:nvPr/>
        </p:nvSpPr>
        <p:spPr>
          <a:xfrm>
            <a:off x="6231636" y="134874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안녕.</a:t>
            </a:r>
            <a:endParaRPr lang="ko-KR" sz="3400" dirty="0"/>
          </a:p>
        </p:txBody>
      </p:sp>
      <p:sp>
        <p:nvSpPr>
          <p:cNvPr id="7" name="S14-word91"/>
          <p:cNvSpPr txBox="1"/>
          <p:nvPr/>
        </p:nvSpPr>
        <p:spPr>
          <a:xfrm>
            <a:off x="548640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Goodbye.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안녕히 가세요.</a:t>
            </a:r>
            <a:endParaRPr lang="ko-KR" sz="3400" dirty="0"/>
          </a:p>
        </p:txBody>
      </p:sp>
      <p:sp>
        <p:nvSpPr>
          <p:cNvPr id="8" name="S14-word92"/>
          <p:cNvSpPr txBox="1"/>
          <p:nvPr/>
        </p:nvSpPr>
        <p:spPr>
          <a:xfrm>
            <a:off x="6231636" y="336042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en-US" altLang="ko-KR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Nice to meet you.</a:t>
            </a:r>
            <a:endParaRPr lang="ko-KR" sz="34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만나서 반가워.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영어 나라별 인사 문화</dc:title>
  <dc:subject>KR22-G03-ENG-GREETCULT-L01</dc:subject>
  <dc:creator>education-ppt</dc:creator>
  <cp:lastModifiedBy>education-ppt</cp:lastModifiedBy>
  <cp:revision>1</cp:revision>
  <dcterms:created xsi:type="dcterms:W3CDTF">2026-10-26T08:14:10Z</dcterms:created>
  <dcterms:modified xsi:type="dcterms:W3CDTF">2026-10-26T08:14:10Z</dcterms:modified>
</cp:coreProperties>
</file>