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0fe46b6-63fa-3848-9565-f5a0488ebd01}">
          <p14:sldIdLst>
            <p14:sldId id="256"/>
            <p14:sldId id="257"/>
          </p14:sldIdLst>
        </p14:section>
        <p14:section name="개념" id="{96669a2f-9adf-2d8f-2660-34630f4e9ef1}">
          <p14:sldIdLst>
            <p14:sldId id="258"/>
            <p14:sldId id="259"/>
            <p14:sldId id="261"/>
            <p14:sldId id="263"/>
          </p14:sldIdLst>
        </p14:section>
        <p14:section name="연습" id="{e35bfc04-1bfb-abba-3d8b-c11d8df0d34c}">
          <p14:sldIdLst>
            <p14:sldId id="260"/>
            <p14:sldId id="262"/>
            <p14:sldId id="264"/>
            <p14:sldId id="265"/>
          </p14:sldIdLst>
        </p14:section>
        <p14:section name="개념" id="{28277126-0135-8ec8-b3b3-0e81c65f9496}">
          <p14:sldIdLst/>
        </p14:section>
        <p14:section name="연습" id="{826dcb06-77d0-0078-03d3-b11b8dc815c7}">
          <p14:sldIdLst/>
        </p14:section>
        <p14:section name="개념" id="{07106270-a118-6e53-91b7-e76b5275d530}">
          <p14:sldIdLst/>
        </p14:section>
        <p14:section name="연습" id="{7bc353d7-9a31-ec03-20ce-af40ba47416c}">
          <p14:sldIdLst/>
        </p14:section>
        <p14:section name="확인" id="{8828abf1-1ace-4c12-1d2e-bdf99382c288}">
          <p14:sldIdLst>
            <p14:sldId id="266"/>
            <p14:sldId id="267"/>
          </p14:sldIdLst>
        </p14:section>
        <p14:section name="정리" id="{140b4d6b-7303-ef0e-6eeb-aa53493d5530}">
          <p14:sldIdLst>
            <p14:sldId id="268"/>
          </p14:sldIdLst>
        </p14:section>
        <p14:section name="보충" id="{0540fa8e-532e-779f-06c9-879ca011be8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17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18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19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20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21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22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2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24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25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26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27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28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29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30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31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32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33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3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35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36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37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38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39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40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41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42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43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44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45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47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48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49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50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51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52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53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5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5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5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5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6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6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6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6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6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6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6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67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68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69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70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71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72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73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74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75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76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77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78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79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80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81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82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83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284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285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286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287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288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289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290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291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292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2026-10-26T13:18:52Z</dcterms:created>
  <dcterms:modified xsi:type="dcterms:W3CDTF">2026-10-26T13:18:52Z</dcterms:modified>
</cp:coreProperties>
</file>