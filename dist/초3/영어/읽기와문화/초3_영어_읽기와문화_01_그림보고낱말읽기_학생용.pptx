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1a8ea24-882a-0471-5219-2ef52a0f8bd9}">
          <p14:sldIdLst>
            <p14:sldId id="256"/>
            <p14:sldId id="257"/>
          </p14:sldIdLst>
        </p14:section>
        <p14:section name="개념" id="{28b132e6-848f-8fe6-0afa-3004c977a5b7}">
          <p14:sldIdLst>
            <p14:sldId id="258"/>
            <p14:sldId id="259"/>
            <p14:sldId id="261"/>
            <p14:sldId id="263"/>
          </p14:sldIdLst>
        </p14:section>
        <p14:section name="연습" id="{9f06ba2d-625a-c0a8-e745-5bd2b7ade3f0}">
          <p14:sldIdLst>
            <p14:sldId id="260"/>
            <p14:sldId id="262"/>
            <p14:sldId id="264"/>
            <p14:sldId id="265"/>
          </p14:sldIdLst>
        </p14:section>
        <p14:section name="개념" id="{c34088f7-7786-1b39-86cd-7b9a3152d3ba}">
          <p14:sldIdLst/>
        </p14:section>
        <p14:section name="연습" id="{5faeca8b-d1bb-d233-0c6d-cf537ebb2522}">
          <p14:sldIdLst/>
        </p14:section>
        <p14:section name="개념" id="{135c5832-6008-e21f-2fa5-bfccea1a5355}">
          <p14:sldIdLst/>
        </p14:section>
        <p14:section name="연습" id="{435c443e-c676-9b8a-6f3d-dbadd27ee21b}">
          <p14:sldIdLst/>
        </p14:section>
        <p14:section name="확인" id="{ca5a7ff5-4009-191b-7486-356d8ad911df}">
          <p14:sldIdLst>
            <p14:sldId id="266"/>
            <p14:sldId id="267"/>
          </p14:sldIdLst>
        </p14:section>
        <p14:section name="정리" id="{3aa22153-c49b-4764-2443-cd5685ff8917}">
          <p14:sldIdLst>
            <p14:sldId id="268"/>
          </p14:sldIdLst>
        </p14:section>
        <p14:section name="보충" id="{342c694f-ff3f-f17e-617a-cd18548382e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읽기와문화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그림 보고 낱말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보고 낱말 읽기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red, cat, three는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뜻일까요?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</p:txBody>
      </p:sp>
      <p:sp>
        <p:nvSpPr>
          <p:cNvPr id="7" name="S01-card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숫자·색깔·동물 낱말을 듣고 따라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점의 수, 색, 뜻과 이어요.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엄마(아빠)가 말하는 낱말의 첫 글자를 골라요.</a:t>
            </a:r>
            <a:endParaRPr lang="ko-KR" sz="30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8"/>
          <p:cNvSpPr txBox="1"/>
          <p:nvPr/>
        </p:nvSpPr>
        <p:spPr>
          <a:xfrm>
            <a:off x="1344168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300" dirty="0"/>
          </a:p>
        </p:txBody>
      </p:sp>
      <p:sp>
        <p:nvSpPr>
          <p:cNvPr id="6" name="S02-tile9"/>
          <p:cNvSpPr txBox="1"/>
          <p:nvPr/>
        </p:nvSpPr>
        <p:spPr>
          <a:xfrm>
            <a:off x="2766060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300" dirty="0"/>
          </a:p>
        </p:txBody>
      </p:sp>
      <p:sp>
        <p:nvSpPr>
          <p:cNvPr id="7" name="S02-tile10"/>
          <p:cNvSpPr txBox="1"/>
          <p:nvPr/>
        </p:nvSpPr>
        <p:spPr>
          <a:xfrm>
            <a:off x="4187952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8" name="S02-tile11"/>
          <p:cNvSpPr txBox="1"/>
          <p:nvPr/>
        </p:nvSpPr>
        <p:spPr>
          <a:xfrm>
            <a:off x="5609844" y="272719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300" dirty="0"/>
          </a:p>
        </p:txBody>
      </p:sp>
      <p:sp>
        <p:nvSpPr>
          <p:cNvPr id="9" name="S02-chip12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3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1" name="S02-tile14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2" name="S02-tile15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one부터 five까지</a:t>
            </a:r>
            <a:endParaRPr lang="ko-KR" sz="4000" dirty="0"/>
          </a:p>
        </p:txBody>
      </p:sp>
      <p:sp>
        <p:nvSpPr>
          <p:cNvPr id="3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세며 낱말을 따라 읽어요.</a:t>
            </a:r>
            <a:endParaRPr lang="ko-KR" sz="3000" dirty="0"/>
          </a:p>
        </p:txBody>
      </p:sp>
      <p:sp>
        <p:nvSpPr>
          <p:cNvPr id="5" name="S03-dot18"/>
          <p:cNvSpPr/>
          <p:nvPr/>
        </p:nvSpPr>
        <p:spPr>
          <a:xfrm>
            <a:off x="97429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3-figure19" descr="점 1개를 3줄 2개씩 놓은 배열"/>
          <p:cNvSpPr/>
          <p:nvPr/>
        </p:nvSpPr>
        <p:spPr>
          <a:xfrm>
            <a:off x="843991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3-label20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2400" dirty="0"/>
          </a:p>
        </p:txBody>
      </p:sp>
      <p:sp>
        <p:nvSpPr>
          <p:cNvPr id="8" name="S03-dot21"/>
          <p:cNvSpPr/>
          <p:nvPr/>
        </p:nvSpPr>
        <p:spPr>
          <a:xfrm>
            <a:off x="3256636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2"/>
          <p:cNvSpPr/>
          <p:nvPr/>
        </p:nvSpPr>
        <p:spPr>
          <a:xfrm>
            <a:off x="3942436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figure23" descr="점 2개를 3줄 2개씩 놓은 배열"/>
          <p:cNvSpPr/>
          <p:nvPr/>
        </p:nvSpPr>
        <p:spPr>
          <a:xfrm>
            <a:off x="3126334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2400" dirty="0"/>
          </a:p>
        </p:txBody>
      </p:sp>
      <p:sp>
        <p:nvSpPr>
          <p:cNvPr id="12" name="S03-dot25"/>
          <p:cNvSpPr/>
          <p:nvPr/>
        </p:nvSpPr>
        <p:spPr>
          <a:xfrm>
            <a:off x="5538978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6"/>
          <p:cNvSpPr/>
          <p:nvPr/>
        </p:nvSpPr>
        <p:spPr>
          <a:xfrm>
            <a:off x="6224778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7"/>
          <p:cNvSpPr/>
          <p:nvPr/>
        </p:nvSpPr>
        <p:spPr>
          <a:xfrm>
            <a:off x="5538978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figure28" descr="점 3개를 3줄 2개씩 놓은 배열"/>
          <p:cNvSpPr/>
          <p:nvPr/>
        </p:nvSpPr>
        <p:spPr>
          <a:xfrm>
            <a:off x="5408676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label29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2400" dirty="0"/>
          </a:p>
        </p:txBody>
      </p:sp>
      <p:sp>
        <p:nvSpPr>
          <p:cNvPr id="17" name="S03-dot30"/>
          <p:cNvSpPr/>
          <p:nvPr/>
        </p:nvSpPr>
        <p:spPr>
          <a:xfrm>
            <a:off x="7821320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31"/>
          <p:cNvSpPr/>
          <p:nvPr/>
        </p:nvSpPr>
        <p:spPr>
          <a:xfrm>
            <a:off x="8507120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32"/>
          <p:cNvSpPr/>
          <p:nvPr/>
        </p:nvSpPr>
        <p:spPr>
          <a:xfrm>
            <a:off x="782132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33"/>
          <p:cNvSpPr/>
          <p:nvPr/>
        </p:nvSpPr>
        <p:spPr>
          <a:xfrm>
            <a:off x="850712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figure34" descr="점 4개를 3줄 2개씩 놓은 배열"/>
          <p:cNvSpPr/>
          <p:nvPr/>
        </p:nvSpPr>
        <p:spPr>
          <a:xfrm>
            <a:off x="7691018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35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2400" dirty="0"/>
          </a:p>
        </p:txBody>
      </p:sp>
      <p:sp>
        <p:nvSpPr>
          <p:cNvPr id="23" name="S03-dot36"/>
          <p:cNvSpPr/>
          <p:nvPr/>
        </p:nvSpPr>
        <p:spPr>
          <a:xfrm>
            <a:off x="1010366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37"/>
          <p:cNvSpPr/>
          <p:nvPr/>
        </p:nvSpPr>
        <p:spPr>
          <a:xfrm>
            <a:off x="10789463" y="20825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38"/>
          <p:cNvSpPr/>
          <p:nvPr/>
        </p:nvSpPr>
        <p:spPr>
          <a:xfrm>
            <a:off x="10103663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39"/>
          <p:cNvSpPr/>
          <p:nvPr/>
        </p:nvSpPr>
        <p:spPr>
          <a:xfrm>
            <a:off x="10789463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40"/>
          <p:cNvSpPr/>
          <p:nvPr/>
        </p:nvSpPr>
        <p:spPr>
          <a:xfrm>
            <a:off x="10103663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figure41" descr="점 5개를 3줄 2개씩 놓은 배열"/>
          <p:cNvSpPr/>
          <p:nvPr/>
        </p:nvSpPr>
        <p:spPr>
          <a:xfrm>
            <a:off x="9973361" y="1952244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3-label42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six부터 ten까지</a:t>
            </a:r>
            <a:endParaRPr lang="ko-KR" sz="4000" dirty="0"/>
          </a:p>
        </p:txBody>
      </p:sp>
      <p:sp>
        <p:nvSpPr>
          <p:cNvPr id="3" name="S04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둘씩 묶어 세면 빨라요.</a:t>
            </a:r>
            <a:endParaRPr lang="ko-KR" sz="3000" dirty="0"/>
          </a:p>
        </p:txBody>
      </p:sp>
      <p:sp>
        <p:nvSpPr>
          <p:cNvPr id="5" name="S04-dot45"/>
          <p:cNvSpPr/>
          <p:nvPr/>
        </p:nvSpPr>
        <p:spPr>
          <a:xfrm>
            <a:off x="1085393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4-dot46"/>
          <p:cNvSpPr/>
          <p:nvPr/>
        </p:nvSpPr>
        <p:spPr>
          <a:xfrm>
            <a:off x="1634033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47"/>
          <p:cNvSpPr/>
          <p:nvPr/>
        </p:nvSpPr>
        <p:spPr>
          <a:xfrm>
            <a:off x="1085393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48"/>
          <p:cNvSpPr/>
          <p:nvPr/>
        </p:nvSpPr>
        <p:spPr>
          <a:xfrm>
            <a:off x="1634033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49"/>
          <p:cNvSpPr/>
          <p:nvPr/>
        </p:nvSpPr>
        <p:spPr>
          <a:xfrm>
            <a:off x="1085393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50"/>
          <p:cNvSpPr/>
          <p:nvPr/>
        </p:nvSpPr>
        <p:spPr>
          <a:xfrm>
            <a:off x="1634033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figure51" descr="점 6개를 5줄 2개씩 놓은 배열"/>
          <p:cNvSpPr/>
          <p:nvPr/>
        </p:nvSpPr>
        <p:spPr>
          <a:xfrm>
            <a:off x="981151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label52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2400" dirty="0"/>
          </a:p>
        </p:txBody>
      </p:sp>
      <p:sp>
        <p:nvSpPr>
          <p:cNvPr id="13" name="S04-dot53"/>
          <p:cNvSpPr/>
          <p:nvPr/>
        </p:nvSpPr>
        <p:spPr>
          <a:xfrm>
            <a:off x="3367735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54"/>
          <p:cNvSpPr/>
          <p:nvPr/>
        </p:nvSpPr>
        <p:spPr>
          <a:xfrm>
            <a:off x="3916375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55"/>
          <p:cNvSpPr/>
          <p:nvPr/>
        </p:nvSpPr>
        <p:spPr>
          <a:xfrm>
            <a:off x="3367735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56"/>
          <p:cNvSpPr/>
          <p:nvPr/>
        </p:nvSpPr>
        <p:spPr>
          <a:xfrm>
            <a:off x="3916375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57"/>
          <p:cNvSpPr/>
          <p:nvPr/>
        </p:nvSpPr>
        <p:spPr>
          <a:xfrm>
            <a:off x="3367735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58"/>
          <p:cNvSpPr/>
          <p:nvPr/>
        </p:nvSpPr>
        <p:spPr>
          <a:xfrm>
            <a:off x="3916375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59"/>
          <p:cNvSpPr/>
          <p:nvPr/>
        </p:nvSpPr>
        <p:spPr>
          <a:xfrm>
            <a:off x="3367735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figure60" descr="점 7개를 5줄 2개씩 놓은 배열"/>
          <p:cNvSpPr/>
          <p:nvPr/>
        </p:nvSpPr>
        <p:spPr>
          <a:xfrm>
            <a:off x="3263494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-label61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400" dirty="0"/>
          </a:p>
        </p:txBody>
      </p:sp>
      <p:sp>
        <p:nvSpPr>
          <p:cNvPr id="22" name="S04-dot62"/>
          <p:cNvSpPr/>
          <p:nvPr/>
        </p:nvSpPr>
        <p:spPr>
          <a:xfrm>
            <a:off x="5650078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4-dot63"/>
          <p:cNvSpPr/>
          <p:nvPr/>
        </p:nvSpPr>
        <p:spPr>
          <a:xfrm>
            <a:off x="6198718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64"/>
          <p:cNvSpPr/>
          <p:nvPr/>
        </p:nvSpPr>
        <p:spPr>
          <a:xfrm>
            <a:off x="5650078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65"/>
          <p:cNvSpPr/>
          <p:nvPr/>
        </p:nvSpPr>
        <p:spPr>
          <a:xfrm>
            <a:off x="6198718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dot66"/>
          <p:cNvSpPr/>
          <p:nvPr/>
        </p:nvSpPr>
        <p:spPr>
          <a:xfrm>
            <a:off x="5650078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dot67"/>
          <p:cNvSpPr/>
          <p:nvPr/>
        </p:nvSpPr>
        <p:spPr>
          <a:xfrm>
            <a:off x="6198718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dot68"/>
          <p:cNvSpPr/>
          <p:nvPr/>
        </p:nvSpPr>
        <p:spPr>
          <a:xfrm>
            <a:off x="5650078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4-dot69"/>
          <p:cNvSpPr/>
          <p:nvPr/>
        </p:nvSpPr>
        <p:spPr>
          <a:xfrm>
            <a:off x="6198718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4-figure70" descr="점 8개를 5줄 2개씩 놓은 배열"/>
          <p:cNvSpPr/>
          <p:nvPr/>
        </p:nvSpPr>
        <p:spPr>
          <a:xfrm>
            <a:off x="5545836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4-label71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2400" dirty="0"/>
          </a:p>
        </p:txBody>
      </p:sp>
      <p:sp>
        <p:nvSpPr>
          <p:cNvPr id="32" name="S04-dot72"/>
          <p:cNvSpPr/>
          <p:nvPr/>
        </p:nvSpPr>
        <p:spPr>
          <a:xfrm>
            <a:off x="7932420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dot73"/>
          <p:cNvSpPr/>
          <p:nvPr/>
        </p:nvSpPr>
        <p:spPr>
          <a:xfrm>
            <a:off x="8481060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dot74"/>
          <p:cNvSpPr/>
          <p:nvPr/>
        </p:nvSpPr>
        <p:spPr>
          <a:xfrm>
            <a:off x="7932420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4-dot75"/>
          <p:cNvSpPr/>
          <p:nvPr/>
        </p:nvSpPr>
        <p:spPr>
          <a:xfrm>
            <a:off x="8481060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dot76"/>
          <p:cNvSpPr/>
          <p:nvPr/>
        </p:nvSpPr>
        <p:spPr>
          <a:xfrm>
            <a:off x="7932420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4-dot77"/>
          <p:cNvSpPr/>
          <p:nvPr/>
        </p:nvSpPr>
        <p:spPr>
          <a:xfrm>
            <a:off x="8481060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dot78"/>
          <p:cNvSpPr/>
          <p:nvPr/>
        </p:nvSpPr>
        <p:spPr>
          <a:xfrm>
            <a:off x="7932420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4-dot79"/>
          <p:cNvSpPr/>
          <p:nvPr/>
        </p:nvSpPr>
        <p:spPr>
          <a:xfrm>
            <a:off x="8481060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4-dot80"/>
          <p:cNvSpPr/>
          <p:nvPr/>
        </p:nvSpPr>
        <p:spPr>
          <a:xfrm>
            <a:off x="7932420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4-figure81" descr="점 9개를 5줄 2개씩 놓은 배열"/>
          <p:cNvSpPr/>
          <p:nvPr/>
        </p:nvSpPr>
        <p:spPr>
          <a:xfrm>
            <a:off x="7828178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04-label82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2400" dirty="0"/>
          </a:p>
        </p:txBody>
      </p:sp>
      <p:sp>
        <p:nvSpPr>
          <p:cNvPr id="43" name="S04-dot83"/>
          <p:cNvSpPr/>
          <p:nvPr/>
        </p:nvSpPr>
        <p:spPr>
          <a:xfrm>
            <a:off x="10214762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4-dot84"/>
          <p:cNvSpPr/>
          <p:nvPr/>
        </p:nvSpPr>
        <p:spPr>
          <a:xfrm>
            <a:off x="10763402" y="171358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4-dot85"/>
          <p:cNvSpPr/>
          <p:nvPr/>
        </p:nvSpPr>
        <p:spPr>
          <a:xfrm>
            <a:off x="10214762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4-dot86"/>
          <p:cNvSpPr/>
          <p:nvPr/>
        </p:nvSpPr>
        <p:spPr>
          <a:xfrm>
            <a:off x="10763402" y="226222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dot87"/>
          <p:cNvSpPr/>
          <p:nvPr/>
        </p:nvSpPr>
        <p:spPr>
          <a:xfrm>
            <a:off x="10214762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dot88"/>
          <p:cNvSpPr/>
          <p:nvPr/>
        </p:nvSpPr>
        <p:spPr>
          <a:xfrm>
            <a:off x="10763402" y="281086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dot89"/>
          <p:cNvSpPr/>
          <p:nvPr/>
        </p:nvSpPr>
        <p:spPr>
          <a:xfrm>
            <a:off x="10214762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dot90"/>
          <p:cNvSpPr/>
          <p:nvPr/>
        </p:nvSpPr>
        <p:spPr>
          <a:xfrm>
            <a:off x="10763402" y="335950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dot91"/>
          <p:cNvSpPr/>
          <p:nvPr/>
        </p:nvSpPr>
        <p:spPr>
          <a:xfrm>
            <a:off x="10214762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4-dot92"/>
          <p:cNvSpPr/>
          <p:nvPr/>
        </p:nvSpPr>
        <p:spPr>
          <a:xfrm>
            <a:off x="10763402" y="3908146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4-figure93" descr="점 10개를 5줄 2개씩 놓은 배열"/>
          <p:cNvSpPr/>
          <p:nvPr/>
        </p:nvSpPr>
        <p:spPr>
          <a:xfrm>
            <a:off x="10110521" y="1609344"/>
            <a:ext cx="109728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04-label94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점의 수를 찾아요</a:t>
            </a:r>
            <a:endParaRPr lang="ko-KR" sz="4000" dirty="0"/>
          </a:p>
        </p:txBody>
      </p:sp>
      <p:sp>
        <p:nvSpPr>
          <p:cNvPr id="3" name="S05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읽고 알맞은 점을 찾아요.</a:t>
            </a:r>
            <a:endParaRPr lang="ko-KR" sz="3000" dirty="0"/>
          </a:p>
        </p:txBody>
      </p:sp>
      <p:sp>
        <p:nvSpPr>
          <p:cNvPr id="4" name="S05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둘씩 묶어 세면 빨라요.</a:t>
            </a:r>
            <a:endParaRPr lang="ko-KR" sz="3000" dirty="0"/>
          </a:p>
        </p:txBody>
      </p:sp>
      <p:sp>
        <p:nvSpPr>
          <p:cNvPr id="6" name="S05-dot98"/>
          <p:cNvSpPr/>
          <p:nvPr/>
        </p:nvSpPr>
        <p:spPr>
          <a:xfrm>
            <a:off x="6694170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99"/>
          <p:cNvSpPr/>
          <p:nvPr/>
        </p:nvSpPr>
        <p:spPr>
          <a:xfrm>
            <a:off x="7151370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100"/>
          <p:cNvSpPr/>
          <p:nvPr/>
        </p:nvSpPr>
        <p:spPr>
          <a:xfrm>
            <a:off x="6694170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101"/>
          <p:cNvSpPr/>
          <p:nvPr/>
        </p:nvSpPr>
        <p:spPr>
          <a:xfrm>
            <a:off x="7151370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102"/>
          <p:cNvSpPr/>
          <p:nvPr/>
        </p:nvSpPr>
        <p:spPr>
          <a:xfrm>
            <a:off x="6694170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03"/>
          <p:cNvSpPr/>
          <p:nvPr/>
        </p:nvSpPr>
        <p:spPr>
          <a:xfrm>
            <a:off x="7151370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figure104" descr="점 6개를 5줄 2개씩 놓은 배열"/>
          <p:cNvSpPr/>
          <p:nvPr/>
        </p:nvSpPr>
        <p:spPr>
          <a:xfrm>
            <a:off x="6607302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5-label105"/>
          <p:cNvSpPr txBox="1"/>
          <p:nvPr/>
        </p:nvSpPr>
        <p:spPr>
          <a:xfrm>
            <a:off x="6277356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14" name="S05-dot106"/>
          <p:cNvSpPr/>
          <p:nvPr/>
        </p:nvSpPr>
        <p:spPr>
          <a:xfrm>
            <a:off x="8588502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107"/>
          <p:cNvSpPr/>
          <p:nvPr/>
        </p:nvSpPr>
        <p:spPr>
          <a:xfrm>
            <a:off x="9045702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08"/>
          <p:cNvSpPr/>
          <p:nvPr/>
        </p:nvSpPr>
        <p:spPr>
          <a:xfrm>
            <a:off x="8588502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109"/>
          <p:cNvSpPr/>
          <p:nvPr/>
        </p:nvSpPr>
        <p:spPr>
          <a:xfrm>
            <a:off x="9045702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figure110" descr="점 4개를 5줄 2개씩 놓은 배열"/>
          <p:cNvSpPr/>
          <p:nvPr/>
        </p:nvSpPr>
        <p:spPr>
          <a:xfrm>
            <a:off x="8501634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label111"/>
          <p:cNvSpPr txBox="1"/>
          <p:nvPr/>
        </p:nvSpPr>
        <p:spPr>
          <a:xfrm>
            <a:off x="8171688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0" name="S05-dot112"/>
          <p:cNvSpPr/>
          <p:nvPr/>
        </p:nvSpPr>
        <p:spPr>
          <a:xfrm>
            <a:off x="10482834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113"/>
          <p:cNvSpPr/>
          <p:nvPr/>
        </p:nvSpPr>
        <p:spPr>
          <a:xfrm>
            <a:off x="10940034" y="22677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dot114"/>
          <p:cNvSpPr/>
          <p:nvPr/>
        </p:nvSpPr>
        <p:spPr>
          <a:xfrm>
            <a:off x="10482834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115"/>
          <p:cNvSpPr/>
          <p:nvPr/>
        </p:nvSpPr>
        <p:spPr>
          <a:xfrm>
            <a:off x="10940034" y="27249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116"/>
          <p:cNvSpPr/>
          <p:nvPr/>
        </p:nvSpPr>
        <p:spPr>
          <a:xfrm>
            <a:off x="10482834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117"/>
          <p:cNvSpPr/>
          <p:nvPr/>
        </p:nvSpPr>
        <p:spPr>
          <a:xfrm>
            <a:off x="10940034" y="31821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dot118"/>
          <p:cNvSpPr/>
          <p:nvPr/>
        </p:nvSpPr>
        <p:spPr>
          <a:xfrm>
            <a:off x="10482834" y="36393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dot119"/>
          <p:cNvSpPr/>
          <p:nvPr/>
        </p:nvSpPr>
        <p:spPr>
          <a:xfrm>
            <a:off x="10940034" y="3639312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figure120" descr="점 8개를 5줄 2개씩 놓은 배열"/>
          <p:cNvSpPr/>
          <p:nvPr/>
        </p:nvSpPr>
        <p:spPr>
          <a:xfrm>
            <a:off x="10395966" y="2180844"/>
            <a:ext cx="9144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5-label121"/>
          <p:cNvSpPr txBox="1"/>
          <p:nvPr/>
        </p:nvSpPr>
        <p:spPr>
          <a:xfrm>
            <a:off x="10066020" y="4709160"/>
            <a:ext cx="15742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0" name="S05-chip1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1" name="S05-text12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000" dirty="0"/>
          </a:p>
        </p:txBody>
      </p:sp>
      <p:sp>
        <p:nvSpPr>
          <p:cNvPr id="32" name="S05-chip1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3" name="S05-text12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000" dirty="0"/>
          </a:p>
        </p:txBody>
      </p:sp>
      <p:sp>
        <p:nvSpPr>
          <p:cNvPr id="34" name="S05-chip1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5" name="S05-text12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 낱말</a:t>
            </a:r>
            <a:endParaRPr lang="ko-KR" sz="4000" dirty="0"/>
          </a:p>
        </p:txBody>
      </p:sp>
      <p:sp>
        <p:nvSpPr>
          <p:cNvPr id="3" name="S06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보며 낱말을 따라 읽어요.</a:t>
            </a:r>
            <a:endParaRPr lang="ko-KR" sz="3000" dirty="0"/>
          </a:p>
        </p:txBody>
      </p:sp>
      <p:sp>
        <p:nvSpPr>
          <p:cNvPr id="5" name="S06-figure130" descr="빨간색, 파란색, 노란색, 초록색 색 견본 네 개와 그 아래에 쓴 낱말 red, blue, yellow, green"/>
          <p:cNvSpPr/>
          <p:nvPr/>
        </p:nvSpPr>
        <p:spPr>
          <a:xfrm>
            <a:off x="10652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31"/>
          <p:cNvSpPr/>
          <p:nvPr/>
        </p:nvSpPr>
        <p:spPr>
          <a:xfrm>
            <a:off x="38084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132"/>
          <p:cNvSpPr/>
          <p:nvPr/>
        </p:nvSpPr>
        <p:spPr>
          <a:xfrm>
            <a:off x="65516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21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133"/>
          <p:cNvSpPr/>
          <p:nvPr/>
        </p:nvSpPr>
        <p:spPr>
          <a:xfrm>
            <a:off x="9294876" y="153162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1828800"/>
                </a:moveTo>
                <a:lnTo>
                  <a:pt x="1828800" y="1828800"/>
                </a:lnTo>
                <a:lnTo>
                  <a:pt x="182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label135"/>
          <p:cNvSpPr txBox="1"/>
          <p:nvPr/>
        </p:nvSpPr>
        <p:spPr>
          <a:xfrm>
            <a:off x="1668780" y="3672840"/>
            <a:ext cx="621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2400" dirty="0"/>
          </a:p>
        </p:txBody>
      </p:sp>
      <p:sp>
        <p:nvSpPr>
          <p:cNvPr id="10" name="S06-label137"/>
          <p:cNvSpPr txBox="1"/>
          <p:nvPr/>
        </p:nvSpPr>
        <p:spPr>
          <a:xfrm>
            <a:off x="14767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</a:t>
            </a:r>
            <a:endParaRPr lang="ko-KR" sz="2400" dirty="0"/>
          </a:p>
        </p:txBody>
      </p:sp>
      <p:sp>
        <p:nvSpPr>
          <p:cNvPr id="11" name="S06-label139"/>
          <p:cNvSpPr txBox="1"/>
          <p:nvPr/>
        </p:nvSpPr>
        <p:spPr>
          <a:xfrm>
            <a:off x="4326636" y="3672840"/>
            <a:ext cx="7924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2400" dirty="0"/>
          </a:p>
        </p:txBody>
      </p:sp>
      <p:sp>
        <p:nvSpPr>
          <p:cNvPr id="12" name="S06-label141"/>
          <p:cNvSpPr txBox="1"/>
          <p:nvPr/>
        </p:nvSpPr>
        <p:spPr>
          <a:xfrm>
            <a:off x="42199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파란색</a:t>
            </a:r>
            <a:endParaRPr lang="ko-KR" sz="2400" dirty="0"/>
          </a:p>
        </p:txBody>
      </p:sp>
      <p:sp>
        <p:nvSpPr>
          <p:cNvPr id="13" name="S06-label143"/>
          <p:cNvSpPr txBox="1"/>
          <p:nvPr/>
        </p:nvSpPr>
        <p:spPr>
          <a:xfrm>
            <a:off x="6859524" y="3672840"/>
            <a:ext cx="12131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yellow</a:t>
            </a:r>
            <a:endParaRPr lang="ko-KR" sz="2400" dirty="0"/>
          </a:p>
        </p:txBody>
      </p:sp>
      <p:sp>
        <p:nvSpPr>
          <p:cNvPr id="14" name="S06-label145"/>
          <p:cNvSpPr txBox="1"/>
          <p:nvPr/>
        </p:nvSpPr>
        <p:spPr>
          <a:xfrm>
            <a:off x="69631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노란색</a:t>
            </a:r>
            <a:endParaRPr lang="ko-KR" sz="2400" dirty="0"/>
          </a:p>
        </p:txBody>
      </p:sp>
      <p:sp>
        <p:nvSpPr>
          <p:cNvPr id="15" name="S06-label147"/>
          <p:cNvSpPr txBox="1"/>
          <p:nvPr/>
        </p:nvSpPr>
        <p:spPr>
          <a:xfrm>
            <a:off x="9727692" y="3672840"/>
            <a:ext cx="963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2400" dirty="0"/>
          </a:p>
        </p:txBody>
      </p:sp>
      <p:sp>
        <p:nvSpPr>
          <p:cNvPr id="16" name="S06-label149"/>
          <p:cNvSpPr txBox="1"/>
          <p:nvPr/>
        </p:nvSpPr>
        <p:spPr>
          <a:xfrm>
            <a:off x="9706356" y="43129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색을 짚어요</a:t>
            </a:r>
            <a:endParaRPr lang="ko-KR" sz="4000" dirty="0"/>
          </a:p>
        </p:txBody>
      </p:sp>
      <p:sp>
        <p:nvSpPr>
          <p:cNvPr id="3" name="S07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읽고 알맞은 색을 찾아요.</a:t>
            </a:r>
            <a:endParaRPr lang="ko-KR" sz="3000" dirty="0"/>
          </a:p>
        </p:txBody>
      </p:sp>
      <p:sp>
        <p:nvSpPr>
          <p:cNvPr id="4" name="S07-figure151" descr="색 견본 네 개: 가 노란색, 나 파란색, 다 초록색, 라 빨간색"/>
          <p:cNvSpPr/>
          <p:nvPr/>
        </p:nvSpPr>
        <p:spPr>
          <a:xfrm>
            <a:off x="7078759" y="2103120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21F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7-mark152"/>
          <p:cNvSpPr/>
          <p:nvPr/>
        </p:nvSpPr>
        <p:spPr>
          <a:xfrm>
            <a:off x="9334849" y="2103120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1F5FC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3"/>
          <p:cNvSpPr/>
          <p:nvPr/>
        </p:nvSpPr>
        <p:spPr>
          <a:xfrm>
            <a:off x="7078759" y="4284007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2E9E4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54"/>
          <p:cNvSpPr/>
          <p:nvPr/>
        </p:nvSpPr>
        <p:spPr>
          <a:xfrm>
            <a:off x="9334849" y="4284007"/>
            <a:ext cx="1504060" cy="1504060"/>
          </a:xfrm>
          <a:custGeom>
            <a:avLst/>
            <a:gdLst/>
            <a:ahLst/>
            <a:cxnLst/>
            <a:rect l="l" t="t" r="r" b="b"/>
            <a:pathLst>
              <a:path w="1504060" h="1504060">
                <a:moveTo>
                  <a:pt x="0" y="1504060"/>
                </a:moveTo>
                <a:lnTo>
                  <a:pt x="1504060" y="1504060"/>
                </a:lnTo>
                <a:lnTo>
                  <a:pt x="1504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2828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7-label156"/>
          <p:cNvSpPr txBox="1"/>
          <p:nvPr/>
        </p:nvSpPr>
        <p:spPr>
          <a:xfrm>
            <a:off x="7626573" y="375509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9" name="S07-label158"/>
          <p:cNvSpPr txBox="1"/>
          <p:nvPr/>
        </p:nvSpPr>
        <p:spPr>
          <a:xfrm>
            <a:off x="9882663" y="375509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label160"/>
          <p:cNvSpPr txBox="1"/>
          <p:nvPr/>
        </p:nvSpPr>
        <p:spPr>
          <a:xfrm>
            <a:off x="7626573" y="59359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11" name="S07-label162"/>
          <p:cNvSpPr txBox="1"/>
          <p:nvPr/>
        </p:nvSpPr>
        <p:spPr>
          <a:xfrm>
            <a:off x="9882663" y="59359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12" name="S07-chip1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3" name="S07-text16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ko-KR" sz="3000" dirty="0"/>
          </a:p>
        </p:txBody>
      </p:sp>
      <p:sp>
        <p:nvSpPr>
          <p:cNvPr id="14" name="S07-chip1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7-text16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yellow</a:t>
            </a:r>
            <a:endParaRPr lang="ko-KR" sz="3000" dirty="0"/>
          </a:p>
        </p:txBody>
      </p:sp>
      <p:sp>
        <p:nvSpPr>
          <p:cNvPr id="16" name="S07-chip1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07-text1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3000" dirty="0"/>
          </a:p>
        </p:txBody>
      </p:sp>
      <p:sp>
        <p:nvSpPr>
          <p:cNvPr id="18" name="S07-chip169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07-text170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낱말</a:t>
            </a:r>
            <a:endParaRPr lang="ko-KR" sz="4000" dirty="0"/>
          </a:p>
        </p:txBody>
      </p:sp>
      <p:sp>
        <p:nvSpPr>
          <p:cNvPr id="3" name="S08-card1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글자부터 끝 글자까지 보며 읽어요.</a:t>
            </a:r>
            <a:endParaRPr lang="ko-KR" sz="3000" dirty="0"/>
          </a:p>
        </p:txBody>
      </p:sp>
      <p:sp>
        <p:nvSpPr>
          <p:cNvPr id="5" name="S08-word173"/>
          <p:cNvSpPr txBox="1"/>
          <p:nvPr/>
        </p:nvSpPr>
        <p:spPr>
          <a:xfrm>
            <a:off x="548640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6" name="S08-word174"/>
          <p:cNvSpPr txBox="1"/>
          <p:nvPr/>
        </p:nvSpPr>
        <p:spPr>
          <a:xfrm>
            <a:off x="3390138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7" name="S08-word175"/>
          <p:cNvSpPr txBox="1"/>
          <p:nvPr/>
        </p:nvSpPr>
        <p:spPr>
          <a:xfrm>
            <a:off x="6231636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</a:t>
            </a:r>
            <a:endParaRPr lang="ko-KR" sz="3400" dirty="0"/>
          </a:p>
        </p:txBody>
      </p:sp>
      <p:sp>
        <p:nvSpPr>
          <p:cNvPr id="8" name="S08-word176"/>
          <p:cNvSpPr txBox="1"/>
          <p:nvPr/>
        </p:nvSpPr>
        <p:spPr>
          <a:xfrm>
            <a:off x="9073134" y="23545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six일까요, seven일까요?</a:t>
            </a:r>
            <a:endParaRPr lang="ko-KR" sz="4000" dirty="0"/>
          </a:p>
        </p:txBody>
      </p:sp>
      <p:sp>
        <p:nvSpPr>
          <p:cNvPr id="3" name="S09-card1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seven을 보고 ‘six’라고 읽었어요.</a:t>
            </a:r>
            <a:endParaRPr lang="ko-KR" sz="3000" dirty="0"/>
          </a:p>
        </p:txBody>
      </p:sp>
      <p:sp>
        <p:nvSpPr>
          <p:cNvPr id="5" name="S09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두 낱말은 무엇이 다른가요?</a:t>
            </a:r>
            <a:endParaRPr lang="ko-KR" sz="3000" dirty="0"/>
          </a:p>
        </p:txBody>
      </p:sp>
      <p:sp>
        <p:nvSpPr>
          <p:cNvPr id="7" name="S09-chip18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2400" dirty="0"/>
          </a:p>
        </p:txBody>
      </p:sp>
      <p:sp>
        <p:nvSpPr>
          <p:cNvPr id="8" name="S09-dot182"/>
          <p:cNvSpPr/>
          <p:nvPr/>
        </p:nvSpPr>
        <p:spPr>
          <a:xfrm>
            <a:off x="2911632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83"/>
          <p:cNvSpPr/>
          <p:nvPr/>
        </p:nvSpPr>
        <p:spPr>
          <a:xfrm>
            <a:off x="3304824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84"/>
          <p:cNvSpPr/>
          <p:nvPr/>
        </p:nvSpPr>
        <p:spPr>
          <a:xfrm>
            <a:off x="2911632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85"/>
          <p:cNvSpPr/>
          <p:nvPr/>
        </p:nvSpPr>
        <p:spPr>
          <a:xfrm>
            <a:off x="3304824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86"/>
          <p:cNvSpPr/>
          <p:nvPr/>
        </p:nvSpPr>
        <p:spPr>
          <a:xfrm>
            <a:off x="2911632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87"/>
          <p:cNvSpPr/>
          <p:nvPr/>
        </p:nvSpPr>
        <p:spPr>
          <a:xfrm>
            <a:off x="3304824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figure188" descr="점 6개를 5줄 2개씩 놓은 배열"/>
          <p:cNvSpPr/>
          <p:nvPr/>
        </p:nvSpPr>
        <p:spPr>
          <a:xfrm>
            <a:off x="2836926" y="3154680"/>
            <a:ext cx="786384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9-chip1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400" dirty="0"/>
          </a:p>
        </p:txBody>
      </p:sp>
      <p:sp>
        <p:nvSpPr>
          <p:cNvPr id="16" name="S09-dot190"/>
          <p:cNvSpPr/>
          <p:nvPr/>
        </p:nvSpPr>
        <p:spPr>
          <a:xfrm>
            <a:off x="8640348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91"/>
          <p:cNvSpPr/>
          <p:nvPr/>
        </p:nvSpPr>
        <p:spPr>
          <a:xfrm>
            <a:off x="9033540" y="3229386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92"/>
          <p:cNvSpPr/>
          <p:nvPr/>
        </p:nvSpPr>
        <p:spPr>
          <a:xfrm>
            <a:off x="8640348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93"/>
          <p:cNvSpPr/>
          <p:nvPr/>
        </p:nvSpPr>
        <p:spPr>
          <a:xfrm>
            <a:off x="9033540" y="3622578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94"/>
          <p:cNvSpPr/>
          <p:nvPr/>
        </p:nvSpPr>
        <p:spPr>
          <a:xfrm>
            <a:off x="8640348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195"/>
          <p:cNvSpPr/>
          <p:nvPr/>
        </p:nvSpPr>
        <p:spPr>
          <a:xfrm>
            <a:off x="9033540" y="4015770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196"/>
          <p:cNvSpPr/>
          <p:nvPr/>
        </p:nvSpPr>
        <p:spPr>
          <a:xfrm>
            <a:off x="8640348" y="4408962"/>
            <a:ext cx="243779" cy="24377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figure197" descr="점 7개를 5줄 2개씩 놓은 배열"/>
          <p:cNvSpPr/>
          <p:nvPr/>
        </p:nvSpPr>
        <p:spPr>
          <a:xfrm>
            <a:off x="8565642" y="3154680"/>
            <a:ext cx="786384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낱말을 짚어요</a:t>
            </a:r>
            <a:endParaRPr lang="ko-KR" sz="4000" dirty="0"/>
          </a:p>
        </p:txBody>
      </p:sp>
      <p:sp>
        <p:nvSpPr>
          <p:cNvPr id="3" name="S10-text1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뜻의 낱말을 짚고 읽어요.</a:t>
            </a:r>
            <a:endParaRPr lang="ko-KR" sz="3000" dirty="0"/>
          </a:p>
        </p:txBody>
      </p:sp>
      <p:sp>
        <p:nvSpPr>
          <p:cNvPr id="4" name="S10-word199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</p:txBody>
      </p:sp>
      <p:sp>
        <p:nvSpPr>
          <p:cNvPr id="5" name="S10-word200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</p:txBody>
      </p:sp>
      <p:sp>
        <p:nvSpPr>
          <p:cNvPr id="6" name="S10-word201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</a:t>
            </a:r>
            <a:endParaRPr lang="ko-KR" sz="3400" dirty="0"/>
          </a:p>
        </p:txBody>
      </p:sp>
      <p:sp>
        <p:nvSpPr>
          <p:cNvPr id="7" name="S10-word202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400" dirty="0"/>
          </a:p>
        </p:txBody>
      </p:sp>
      <p:sp>
        <p:nvSpPr>
          <p:cNvPr id="8" name="S10-word203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</p:txBody>
      </p:sp>
      <p:sp>
        <p:nvSpPr>
          <p:cNvPr id="9" name="S10-word204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소리 내어 읽고, 뜻을 말하거나 보여 주세요.</a:t>
            </a:r>
            <a:endParaRPr lang="ko-KR" sz="3000" dirty="0"/>
          </a:p>
        </p:txBody>
      </p:sp>
      <p:sp>
        <p:nvSpPr>
          <p:cNvPr id="4" name="S11-chip20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0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000" dirty="0"/>
          </a:p>
        </p:txBody>
      </p:sp>
      <p:sp>
        <p:nvSpPr>
          <p:cNvPr id="6" name="S11-chip20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0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ko-KR" sz="3000" dirty="0"/>
          </a:p>
        </p:txBody>
      </p:sp>
      <p:sp>
        <p:nvSpPr>
          <p:cNvPr id="8" name="S11-chip21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1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bird</a:t>
            </a:r>
            <a:endParaRPr lang="ko-KR" sz="3000" dirty="0"/>
          </a:p>
        </p:txBody>
      </p:sp>
      <p:sp>
        <p:nvSpPr>
          <p:cNvPr id="10" name="S11-chip2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21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nine은 어느 것일까요?</a:t>
            </a:r>
            <a:endParaRPr lang="ko-KR" sz="4000" dirty="0"/>
          </a:p>
        </p:txBody>
      </p:sp>
      <p:sp>
        <p:nvSpPr>
          <p:cNvPr id="3" name="S13-card2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nine을 읽고 알맞은 점을 골라요. 어떻게 알았나요?</a:t>
            </a:r>
            <a:endParaRPr lang="ko-KR" sz="3000" dirty="0"/>
          </a:p>
        </p:txBody>
      </p:sp>
      <p:sp>
        <p:nvSpPr>
          <p:cNvPr id="5" name="S13-chip21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dot217"/>
          <p:cNvSpPr/>
          <p:nvPr/>
        </p:nvSpPr>
        <p:spPr>
          <a:xfrm>
            <a:off x="3342726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218"/>
          <p:cNvSpPr/>
          <p:nvPr/>
        </p:nvSpPr>
        <p:spPr>
          <a:xfrm>
            <a:off x="3694770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219"/>
          <p:cNvSpPr/>
          <p:nvPr/>
        </p:nvSpPr>
        <p:spPr>
          <a:xfrm>
            <a:off x="3342726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220"/>
          <p:cNvSpPr/>
          <p:nvPr/>
        </p:nvSpPr>
        <p:spPr>
          <a:xfrm>
            <a:off x="3694770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221"/>
          <p:cNvSpPr/>
          <p:nvPr/>
        </p:nvSpPr>
        <p:spPr>
          <a:xfrm>
            <a:off x="3342726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figure222" descr="점 5개를 5줄 2개씩 놓은 배열"/>
          <p:cNvSpPr/>
          <p:nvPr/>
        </p:nvSpPr>
        <p:spPr>
          <a:xfrm>
            <a:off x="3275838" y="132588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3-chip22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13-dot224"/>
          <p:cNvSpPr/>
          <p:nvPr/>
        </p:nvSpPr>
        <p:spPr>
          <a:xfrm>
            <a:off x="9071442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225"/>
          <p:cNvSpPr/>
          <p:nvPr/>
        </p:nvSpPr>
        <p:spPr>
          <a:xfrm>
            <a:off x="9423486" y="139276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226"/>
          <p:cNvSpPr/>
          <p:nvPr/>
        </p:nvSpPr>
        <p:spPr>
          <a:xfrm>
            <a:off x="9071442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227"/>
          <p:cNvSpPr/>
          <p:nvPr/>
        </p:nvSpPr>
        <p:spPr>
          <a:xfrm>
            <a:off x="9423486" y="174481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228"/>
          <p:cNvSpPr/>
          <p:nvPr/>
        </p:nvSpPr>
        <p:spPr>
          <a:xfrm>
            <a:off x="9071442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229"/>
          <p:cNvSpPr/>
          <p:nvPr/>
        </p:nvSpPr>
        <p:spPr>
          <a:xfrm>
            <a:off x="9423486" y="209685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230"/>
          <p:cNvSpPr/>
          <p:nvPr/>
        </p:nvSpPr>
        <p:spPr>
          <a:xfrm>
            <a:off x="9071442" y="244890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231"/>
          <p:cNvSpPr/>
          <p:nvPr/>
        </p:nvSpPr>
        <p:spPr>
          <a:xfrm>
            <a:off x="9423486" y="244890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dot232"/>
          <p:cNvSpPr/>
          <p:nvPr/>
        </p:nvSpPr>
        <p:spPr>
          <a:xfrm>
            <a:off x="9071442" y="280094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figure233" descr="점 9개를 5줄 2개씩 놓은 배열"/>
          <p:cNvSpPr/>
          <p:nvPr/>
        </p:nvSpPr>
        <p:spPr>
          <a:xfrm>
            <a:off x="9004554" y="132588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3-chip23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4" name="S13-dot235"/>
          <p:cNvSpPr/>
          <p:nvPr/>
        </p:nvSpPr>
        <p:spPr>
          <a:xfrm>
            <a:off x="3342726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3-dot236"/>
          <p:cNvSpPr/>
          <p:nvPr/>
        </p:nvSpPr>
        <p:spPr>
          <a:xfrm>
            <a:off x="3694770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3-dot237"/>
          <p:cNvSpPr/>
          <p:nvPr/>
        </p:nvSpPr>
        <p:spPr>
          <a:xfrm>
            <a:off x="3342726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238"/>
          <p:cNvSpPr/>
          <p:nvPr/>
        </p:nvSpPr>
        <p:spPr>
          <a:xfrm>
            <a:off x="3694770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239"/>
          <p:cNvSpPr/>
          <p:nvPr/>
        </p:nvSpPr>
        <p:spPr>
          <a:xfrm>
            <a:off x="3342726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240"/>
          <p:cNvSpPr/>
          <p:nvPr/>
        </p:nvSpPr>
        <p:spPr>
          <a:xfrm>
            <a:off x="3694770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241"/>
          <p:cNvSpPr/>
          <p:nvPr/>
        </p:nvSpPr>
        <p:spPr>
          <a:xfrm>
            <a:off x="3342726" y="448344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242"/>
          <p:cNvSpPr/>
          <p:nvPr/>
        </p:nvSpPr>
        <p:spPr>
          <a:xfrm>
            <a:off x="3694770" y="4483440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243"/>
          <p:cNvSpPr/>
          <p:nvPr/>
        </p:nvSpPr>
        <p:spPr>
          <a:xfrm>
            <a:off x="3342726" y="483548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244"/>
          <p:cNvSpPr/>
          <p:nvPr/>
        </p:nvSpPr>
        <p:spPr>
          <a:xfrm>
            <a:off x="3694770" y="4835484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figure245" descr="점 10개를 5줄 2개씩 놓은 배열"/>
          <p:cNvSpPr/>
          <p:nvPr/>
        </p:nvSpPr>
        <p:spPr>
          <a:xfrm>
            <a:off x="3275838" y="336042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3-chip24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36" name="S13-dot247"/>
          <p:cNvSpPr/>
          <p:nvPr/>
        </p:nvSpPr>
        <p:spPr>
          <a:xfrm>
            <a:off x="9071442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248"/>
          <p:cNvSpPr/>
          <p:nvPr/>
        </p:nvSpPr>
        <p:spPr>
          <a:xfrm>
            <a:off x="9423486" y="3427308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249"/>
          <p:cNvSpPr/>
          <p:nvPr/>
        </p:nvSpPr>
        <p:spPr>
          <a:xfrm>
            <a:off x="9071442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250"/>
          <p:cNvSpPr/>
          <p:nvPr/>
        </p:nvSpPr>
        <p:spPr>
          <a:xfrm>
            <a:off x="9423486" y="3779352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dot251"/>
          <p:cNvSpPr/>
          <p:nvPr/>
        </p:nvSpPr>
        <p:spPr>
          <a:xfrm>
            <a:off x="9071442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3-dot252"/>
          <p:cNvSpPr/>
          <p:nvPr/>
        </p:nvSpPr>
        <p:spPr>
          <a:xfrm>
            <a:off x="9423486" y="4131396"/>
            <a:ext cx="218267" cy="21826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3-figure253" descr="점 6개를 5줄 2개씩 놓은 배열"/>
          <p:cNvSpPr/>
          <p:nvPr/>
        </p:nvSpPr>
        <p:spPr>
          <a:xfrm>
            <a:off x="9004554" y="3360420"/>
            <a:ext cx="704088" cy="1760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5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5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세고, 색을 보고, 뜻을 떠올리며 읽어요.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글자가 같으면 끝 글자까지 봐요.</a:t>
            </a:r>
            <a:endParaRPr lang="ko-KR" sz="3000" dirty="0"/>
          </a:p>
        </p:txBody>
      </p:sp>
      <p:sp>
        <p:nvSpPr>
          <p:cNvPr id="5" name="S14-chip25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 글자까지 보기</a:t>
            </a:r>
            <a:endParaRPr lang="ko-KR" sz="2400" dirty="0"/>
          </a:p>
        </p:txBody>
      </p:sp>
      <p:sp>
        <p:nvSpPr>
          <p:cNvPr id="6" name="S14-chip25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첫 글자만 보고 읽기</a:t>
            </a:r>
            <a:endParaRPr lang="ko-KR" sz="2400" dirty="0"/>
          </a:p>
        </p:txBody>
      </p:sp>
      <p:sp>
        <p:nvSpPr>
          <p:cNvPr id="7" name="S14-text25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5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seven을 읽고 점 그리기</a:t>
            </a:r>
            <a:endParaRPr lang="ko-KR" sz="2400" dirty="0"/>
          </a:p>
        </p:txBody>
      </p:sp>
      <p:sp>
        <p:nvSpPr>
          <p:cNvPr id="9" name="S14-text26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blue는 무슨 색?</a:t>
            </a:r>
            <a:endParaRPr lang="ko-KR" sz="2400" dirty="0"/>
          </a:p>
        </p:txBody>
      </p:sp>
      <p:sp>
        <p:nvSpPr>
          <p:cNvPr id="10" name="S14-text26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cat과 dog의 뜻은?</a:t>
            </a:r>
            <a:endParaRPr lang="ko-KR" sz="2400" dirty="0"/>
          </a:p>
        </p:txBody>
      </p:sp>
      <p:sp>
        <p:nvSpPr>
          <p:cNvPr id="11" name="S14-text26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나라별 인사 문화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소문자 다시 보기</a:t>
            </a:r>
            <a:endParaRPr lang="ko-KR" sz="4000" dirty="0"/>
          </a:p>
        </p:txBody>
      </p:sp>
      <p:sp>
        <p:nvSpPr>
          <p:cNvPr id="3" name="S15-card26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26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이름을 따라 말해요.</a:t>
            </a:r>
            <a:endParaRPr lang="ko-KR" sz="3000" dirty="0"/>
          </a:p>
        </p:txBody>
      </p:sp>
      <p:sp>
        <p:nvSpPr>
          <p:cNvPr id="5" name="S15-card26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26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낱말의 첫 글자를 찾아요.</a:t>
            </a:r>
            <a:endParaRPr lang="ko-KR" sz="3000" dirty="0"/>
          </a:p>
        </p:txBody>
      </p:sp>
      <p:sp>
        <p:nvSpPr>
          <p:cNvPr id="7" name="S15-tile267"/>
          <p:cNvSpPr txBox="1"/>
          <p:nvPr/>
        </p:nvSpPr>
        <p:spPr>
          <a:xfrm>
            <a:off x="5486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8" name="S15-tile268"/>
          <p:cNvSpPr txBox="1"/>
          <p:nvPr/>
        </p:nvSpPr>
        <p:spPr>
          <a:xfrm>
            <a:off x="14173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9" name="S15-tile269"/>
          <p:cNvSpPr txBox="1"/>
          <p:nvPr/>
        </p:nvSpPr>
        <p:spPr>
          <a:xfrm>
            <a:off x="22860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10" name="S15-tile270"/>
          <p:cNvSpPr txBox="1"/>
          <p:nvPr/>
        </p:nvSpPr>
        <p:spPr>
          <a:xfrm>
            <a:off x="315468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1" name="S15-tile271"/>
          <p:cNvSpPr txBox="1"/>
          <p:nvPr/>
        </p:nvSpPr>
        <p:spPr>
          <a:xfrm>
            <a:off x="402336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2" name="S15-tile272"/>
          <p:cNvSpPr txBox="1"/>
          <p:nvPr/>
        </p:nvSpPr>
        <p:spPr>
          <a:xfrm>
            <a:off x="48920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3" name="S15-tile273"/>
          <p:cNvSpPr txBox="1"/>
          <p:nvPr/>
        </p:nvSpPr>
        <p:spPr>
          <a:xfrm>
            <a:off x="57607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4" name="S15-tile274"/>
          <p:cNvSpPr txBox="1"/>
          <p:nvPr/>
        </p:nvSpPr>
        <p:spPr>
          <a:xfrm>
            <a:off x="66294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5" name="S15-tile275"/>
          <p:cNvSpPr txBox="1"/>
          <p:nvPr/>
        </p:nvSpPr>
        <p:spPr>
          <a:xfrm>
            <a:off x="749808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6" name="S15-tile276"/>
          <p:cNvSpPr txBox="1"/>
          <p:nvPr/>
        </p:nvSpPr>
        <p:spPr>
          <a:xfrm>
            <a:off x="836676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7" name="S15-tile277"/>
          <p:cNvSpPr txBox="1"/>
          <p:nvPr/>
        </p:nvSpPr>
        <p:spPr>
          <a:xfrm>
            <a:off x="923544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8" name="S15-tile278"/>
          <p:cNvSpPr txBox="1"/>
          <p:nvPr/>
        </p:nvSpPr>
        <p:spPr>
          <a:xfrm>
            <a:off x="1010412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9" name="S15-tile279"/>
          <p:cNvSpPr txBox="1"/>
          <p:nvPr/>
        </p:nvSpPr>
        <p:spPr>
          <a:xfrm>
            <a:off x="10972800" y="226009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20" name="S15-tile280"/>
          <p:cNvSpPr txBox="1"/>
          <p:nvPr/>
        </p:nvSpPr>
        <p:spPr>
          <a:xfrm>
            <a:off x="5486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1" name="S15-tile281"/>
          <p:cNvSpPr txBox="1"/>
          <p:nvPr/>
        </p:nvSpPr>
        <p:spPr>
          <a:xfrm>
            <a:off x="14173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2" name="S15-tile282"/>
          <p:cNvSpPr txBox="1"/>
          <p:nvPr/>
        </p:nvSpPr>
        <p:spPr>
          <a:xfrm>
            <a:off x="22860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3" name="S15-tile283"/>
          <p:cNvSpPr txBox="1"/>
          <p:nvPr/>
        </p:nvSpPr>
        <p:spPr>
          <a:xfrm>
            <a:off x="315468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4" name="S15-tile284"/>
          <p:cNvSpPr txBox="1"/>
          <p:nvPr/>
        </p:nvSpPr>
        <p:spPr>
          <a:xfrm>
            <a:off x="402336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5" name="S15-tile285"/>
          <p:cNvSpPr txBox="1"/>
          <p:nvPr/>
        </p:nvSpPr>
        <p:spPr>
          <a:xfrm>
            <a:off x="48920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6" name="S15-tile286"/>
          <p:cNvSpPr txBox="1"/>
          <p:nvPr/>
        </p:nvSpPr>
        <p:spPr>
          <a:xfrm>
            <a:off x="57607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7" name="S15-tile287"/>
          <p:cNvSpPr txBox="1"/>
          <p:nvPr/>
        </p:nvSpPr>
        <p:spPr>
          <a:xfrm>
            <a:off x="66294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8" name="S15-tile288"/>
          <p:cNvSpPr txBox="1"/>
          <p:nvPr/>
        </p:nvSpPr>
        <p:spPr>
          <a:xfrm>
            <a:off x="749808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9" name="S15-tile289"/>
          <p:cNvSpPr txBox="1"/>
          <p:nvPr/>
        </p:nvSpPr>
        <p:spPr>
          <a:xfrm>
            <a:off x="836676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30" name="S15-tile290"/>
          <p:cNvSpPr txBox="1"/>
          <p:nvPr/>
        </p:nvSpPr>
        <p:spPr>
          <a:xfrm>
            <a:off x="923544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1" name="S15-tile291"/>
          <p:cNvSpPr txBox="1"/>
          <p:nvPr/>
        </p:nvSpPr>
        <p:spPr>
          <a:xfrm>
            <a:off x="1010412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2" name="S15-tile292"/>
          <p:cNvSpPr txBox="1"/>
          <p:nvPr/>
        </p:nvSpPr>
        <p:spPr>
          <a:xfrm>
            <a:off x="10972800" y="3128772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그림 보고 낱말 읽기</dc:title>
  <dc:subject>KR22-G03-ENG-PICWORDS-L01</dc:subject>
  <dc:creator>education-ppt</dc:creator>
  <cp:lastModifiedBy>education-ppt</cp:lastModifiedBy>
  <cp:revision>1</cp:revision>
  <dcterms:created xsi:type="dcterms:W3CDTF">2026-10-26T08:10:27Z</dcterms:created>
  <dcterms:modified xsi:type="dcterms:W3CDTF">2026-10-26T08:10:27Z</dcterms:modified>
</cp:coreProperties>
</file>