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7c7c55-7c25-775a-4f38-1d63ece0409d}">
          <p14:sldIdLst>
            <p14:sldId id="256"/>
            <p14:sldId id="257"/>
          </p14:sldIdLst>
        </p14:section>
        <p14:section name="개념" id="{333917ef-81eb-50f7-228e-5e6a5a624c79}">
          <p14:sldIdLst>
            <p14:sldId id="258"/>
            <p14:sldId id="259"/>
            <p14:sldId id="261"/>
            <p14:sldId id="263"/>
          </p14:sldIdLst>
        </p14:section>
        <p14:section name="연습" id="{2794a1e4-fff8-2e30-bd27-99966b1e3ad9}">
          <p14:sldIdLst>
            <p14:sldId id="260"/>
            <p14:sldId id="262"/>
            <p14:sldId id="264"/>
            <p14:sldId id="265"/>
          </p14:sldIdLst>
        </p14:section>
        <p14:section name="개념" id="{b9c6f8db-edb0-fff3-19a4-d0e5168b3bd9}">
          <p14:sldIdLst/>
        </p14:section>
        <p14:section name="연습" id="{78e0c4c9-3a50-ce24-838b-3456b1479489}">
          <p14:sldIdLst/>
        </p14:section>
        <p14:section name="개념" id="{90bf2f70-fccf-f3ad-6d19-45d563284339}">
          <p14:sldIdLst/>
        </p14:section>
        <p14:section name="연습" id="{e67c72a0-6060-1e80-abf5-ca15e4c73d6b}">
          <p14:sldIdLst/>
        </p14:section>
        <p14:section name="확인" id="{4d9d3b0d-7a6f-a990-7b4c-1b3bc24773be}">
          <p14:sldIdLst>
            <p14:sldId id="266"/>
            <p14:sldId id="267"/>
          </p14:sldIdLst>
        </p14:section>
        <p14:section name="정리" id="{490ba945-9add-0a21-9fcb-ed1fa5f2b077}">
          <p14:sldIdLst>
            <p14:sldId id="268"/>
          </p14:sldIdLst>
        </p14:section>
        <p14:section name="보충" id="{dda016ce-5295-d2f8-5cad-af458ee760f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보고 낱말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red, cat, three는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숫자·색깔·동물 낱말을 듣고 따라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점의 수, 색, 뜻과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9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0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1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300" dirty="0"/>
          </a:p>
        </p:txBody>
      </p:sp>
      <p:sp>
        <p:nvSpPr>
          <p:cNvPr id="9" name="S02-chip12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3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2" name="S02-tile15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five까지</a:t>
            </a:r>
            <a:endParaRPr lang="ko-KR" sz="40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세며 낱말을 따라 읽어요.</a:t>
            </a:r>
            <a:endParaRPr lang="ko-KR" sz="3000" dirty="0"/>
          </a:p>
        </p:txBody>
      </p:sp>
      <p:sp>
        <p:nvSpPr>
          <p:cNvPr id="5" name="S03-dot18"/>
          <p:cNvSpPr/>
          <p:nvPr/>
        </p:nvSpPr>
        <p:spPr>
          <a:xfrm>
            <a:off x="97429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figure19" descr="점 1개를 3줄 2개씩 놓은 배열"/>
          <p:cNvSpPr/>
          <p:nvPr/>
        </p:nvSpPr>
        <p:spPr>
          <a:xfrm>
            <a:off x="84399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2400" dirty="0"/>
          </a:p>
        </p:txBody>
      </p:sp>
      <p:sp>
        <p:nvSpPr>
          <p:cNvPr id="8" name="S03-dot21"/>
          <p:cNvSpPr/>
          <p:nvPr/>
        </p:nvSpPr>
        <p:spPr>
          <a:xfrm>
            <a:off x="32566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2"/>
          <p:cNvSpPr/>
          <p:nvPr/>
        </p:nvSpPr>
        <p:spPr>
          <a:xfrm>
            <a:off x="39424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23" descr="점 2개를 3줄 2개씩 놓은 배열"/>
          <p:cNvSpPr/>
          <p:nvPr/>
        </p:nvSpPr>
        <p:spPr>
          <a:xfrm>
            <a:off x="3126334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2400" dirty="0"/>
          </a:p>
        </p:txBody>
      </p:sp>
      <p:sp>
        <p:nvSpPr>
          <p:cNvPr id="12" name="S03-dot25"/>
          <p:cNvSpPr/>
          <p:nvPr/>
        </p:nvSpPr>
        <p:spPr>
          <a:xfrm>
            <a:off x="55389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6"/>
          <p:cNvSpPr/>
          <p:nvPr/>
        </p:nvSpPr>
        <p:spPr>
          <a:xfrm>
            <a:off x="62247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7"/>
          <p:cNvSpPr/>
          <p:nvPr/>
        </p:nvSpPr>
        <p:spPr>
          <a:xfrm>
            <a:off x="5538978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figure28" descr="점 3개를 3줄 2개씩 놓은 배열"/>
          <p:cNvSpPr/>
          <p:nvPr/>
        </p:nvSpPr>
        <p:spPr>
          <a:xfrm>
            <a:off x="5408676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label29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2400" dirty="0"/>
          </a:p>
        </p:txBody>
      </p:sp>
      <p:sp>
        <p:nvSpPr>
          <p:cNvPr id="17" name="S03-dot30"/>
          <p:cNvSpPr/>
          <p:nvPr/>
        </p:nvSpPr>
        <p:spPr>
          <a:xfrm>
            <a:off x="78213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31"/>
          <p:cNvSpPr/>
          <p:nvPr/>
        </p:nvSpPr>
        <p:spPr>
          <a:xfrm>
            <a:off x="85071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32"/>
          <p:cNvSpPr/>
          <p:nvPr/>
        </p:nvSpPr>
        <p:spPr>
          <a:xfrm>
            <a:off x="78213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33"/>
          <p:cNvSpPr/>
          <p:nvPr/>
        </p:nvSpPr>
        <p:spPr>
          <a:xfrm>
            <a:off x="85071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34" descr="점 4개를 3줄 2개씩 놓은 배열"/>
          <p:cNvSpPr/>
          <p:nvPr/>
        </p:nvSpPr>
        <p:spPr>
          <a:xfrm>
            <a:off x="7691018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35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2400" dirty="0"/>
          </a:p>
        </p:txBody>
      </p:sp>
      <p:sp>
        <p:nvSpPr>
          <p:cNvPr id="23" name="S03-dot36"/>
          <p:cNvSpPr/>
          <p:nvPr/>
        </p:nvSpPr>
        <p:spPr>
          <a:xfrm>
            <a:off x="101036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7"/>
          <p:cNvSpPr/>
          <p:nvPr/>
        </p:nvSpPr>
        <p:spPr>
          <a:xfrm>
            <a:off x="107894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8"/>
          <p:cNvSpPr/>
          <p:nvPr/>
        </p:nvSpPr>
        <p:spPr>
          <a:xfrm>
            <a:off x="101036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9"/>
          <p:cNvSpPr/>
          <p:nvPr/>
        </p:nvSpPr>
        <p:spPr>
          <a:xfrm>
            <a:off x="107894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40"/>
          <p:cNvSpPr/>
          <p:nvPr/>
        </p:nvSpPr>
        <p:spPr>
          <a:xfrm>
            <a:off x="10103663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figure41" descr="점 5개를 3줄 2개씩 놓은 배열"/>
          <p:cNvSpPr/>
          <p:nvPr/>
        </p:nvSpPr>
        <p:spPr>
          <a:xfrm>
            <a:off x="997336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42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six부터 ten까지</a:t>
            </a:r>
            <a:endParaRPr lang="ko-KR" sz="4000" dirty="0"/>
          </a:p>
        </p:txBody>
      </p:sp>
      <p:sp>
        <p:nvSpPr>
          <p:cNvPr id="3" name="S04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5" name="S04-dot45"/>
          <p:cNvSpPr/>
          <p:nvPr/>
        </p:nvSpPr>
        <p:spPr>
          <a:xfrm>
            <a:off x="108539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dot46"/>
          <p:cNvSpPr/>
          <p:nvPr/>
        </p:nvSpPr>
        <p:spPr>
          <a:xfrm>
            <a:off x="163403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47"/>
          <p:cNvSpPr/>
          <p:nvPr/>
        </p:nvSpPr>
        <p:spPr>
          <a:xfrm>
            <a:off x="108539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48"/>
          <p:cNvSpPr/>
          <p:nvPr/>
        </p:nvSpPr>
        <p:spPr>
          <a:xfrm>
            <a:off x="163403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49"/>
          <p:cNvSpPr/>
          <p:nvPr/>
        </p:nvSpPr>
        <p:spPr>
          <a:xfrm>
            <a:off x="108539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50"/>
          <p:cNvSpPr/>
          <p:nvPr/>
        </p:nvSpPr>
        <p:spPr>
          <a:xfrm>
            <a:off x="163403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51" descr="점 6개를 5줄 2개씩 놓은 배열"/>
          <p:cNvSpPr/>
          <p:nvPr/>
        </p:nvSpPr>
        <p:spPr>
          <a:xfrm>
            <a:off x="98115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52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13" name="S04-dot53"/>
          <p:cNvSpPr/>
          <p:nvPr/>
        </p:nvSpPr>
        <p:spPr>
          <a:xfrm>
            <a:off x="336773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54"/>
          <p:cNvSpPr/>
          <p:nvPr/>
        </p:nvSpPr>
        <p:spPr>
          <a:xfrm>
            <a:off x="391637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55"/>
          <p:cNvSpPr/>
          <p:nvPr/>
        </p:nvSpPr>
        <p:spPr>
          <a:xfrm>
            <a:off x="336773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56"/>
          <p:cNvSpPr/>
          <p:nvPr/>
        </p:nvSpPr>
        <p:spPr>
          <a:xfrm>
            <a:off x="391637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57"/>
          <p:cNvSpPr/>
          <p:nvPr/>
        </p:nvSpPr>
        <p:spPr>
          <a:xfrm>
            <a:off x="336773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58"/>
          <p:cNvSpPr/>
          <p:nvPr/>
        </p:nvSpPr>
        <p:spPr>
          <a:xfrm>
            <a:off x="391637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59"/>
          <p:cNvSpPr/>
          <p:nvPr/>
        </p:nvSpPr>
        <p:spPr>
          <a:xfrm>
            <a:off x="3367735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figure60" descr="점 7개를 5줄 2개씩 놓은 배열"/>
          <p:cNvSpPr/>
          <p:nvPr/>
        </p:nvSpPr>
        <p:spPr>
          <a:xfrm>
            <a:off x="3263494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1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22" name="S04-dot62"/>
          <p:cNvSpPr/>
          <p:nvPr/>
        </p:nvSpPr>
        <p:spPr>
          <a:xfrm>
            <a:off x="565007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63"/>
          <p:cNvSpPr/>
          <p:nvPr/>
        </p:nvSpPr>
        <p:spPr>
          <a:xfrm>
            <a:off x="619871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64"/>
          <p:cNvSpPr/>
          <p:nvPr/>
        </p:nvSpPr>
        <p:spPr>
          <a:xfrm>
            <a:off x="565007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65"/>
          <p:cNvSpPr/>
          <p:nvPr/>
        </p:nvSpPr>
        <p:spPr>
          <a:xfrm>
            <a:off x="619871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66"/>
          <p:cNvSpPr/>
          <p:nvPr/>
        </p:nvSpPr>
        <p:spPr>
          <a:xfrm>
            <a:off x="565007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67"/>
          <p:cNvSpPr/>
          <p:nvPr/>
        </p:nvSpPr>
        <p:spPr>
          <a:xfrm>
            <a:off x="619871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dot68"/>
          <p:cNvSpPr/>
          <p:nvPr/>
        </p:nvSpPr>
        <p:spPr>
          <a:xfrm>
            <a:off x="565007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4-dot69"/>
          <p:cNvSpPr/>
          <p:nvPr/>
        </p:nvSpPr>
        <p:spPr>
          <a:xfrm>
            <a:off x="619871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70" descr="점 8개를 5줄 2개씩 놓은 배열"/>
          <p:cNvSpPr/>
          <p:nvPr/>
        </p:nvSpPr>
        <p:spPr>
          <a:xfrm>
            <a:off x="5545836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71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2400" dirty="0"/>
          </a:p>
        </p:txBody>
      </p:sp>
      <p:sp>
        <p:nvSpPr>
          <p:cNvPr id="32" name="S04-dot72"/>
          <p:cNvSpPr/>
          <p:nvPr/>
        </p:nvSpPr>
        <p:spPr>
          <a:xfrm>
            <a:off x="793242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73"/>
          <p:cNvSpPr/>
          <p:nvPr/>
        </p:nvSpPr>
        <p:spPr>
          <a:xfrm>
            <a:off x="848106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74"/>
          <p:cNvSpPr/>
          <p:nvPr/>
        </p:nvSpPr>
        <p:spPr>
          <a:xfrm>
            <a:off x="793242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75"/>
          <p:cNvSpPr/>
          <p:nvPr/>
        </p:nvSpPr>
        <p:spPr>
          <a:xfrm>
            <a:off x="848106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76"/>
          <p:cNvSpPr/>
          <p:nvPr/>
        </p:nvSpPr>
        <p:spPr>
          <a:xfrm>
            <a:off x="793242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77"/>
          <p:cNvSpPr/>
          <p:nvPr/>
        </p:nvSpPr>
        <p:spPr>
          <a:xfrm>
            <a:off x="848106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78"/>
          <p:cNvSpPr/>
          <p:nvPr/>
        </p:nvSpPr>
        <p:spPr>
          <a:xfrm>
            <a:off x="793242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79"/>
          <p:cNvSpPr/>
          <p:nvPr/>
        </p:nvSpPr>
        <p:spPr>
          <a:xfrm>
            <a:off x="848106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dot80"/>
          <p:cNvSpPr/>
          <p:nvPr/>
        </p:nvSpPr>
        <p:spPr>
          <a:xfrm>
            <a:off x="7932420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4-figure81" descr="점 9개를 5줄 2개씩 놓은 배열"/>
          <p:cNvSpPr/>
          <p:nvPr/>
        </p:nvSpPr>
        <p:spPr>
          <a:xfrm>
            <a:off x="7828178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04-label8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2400" dirty="0"/>
          </a:p>
        </p:txBody>
      </p:sp>
      <p:sp>
        <p:nvSpPr>
          <p:cNvPr id="43" name="S04-dot83"/>
          <p:cNvSpPr/>
          <p:nvPr/>
        </p:nvSpPr>
        <p:spPr>
          <a:xfrm>
            <a:off x="1021476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4-dot84"/>
          <p:cNvSpPr/>
          <p:nvPr/>
        </p:nvSpPr>
        <p:spPr>
          <a:xfrm>
            <a:off x="1076340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4-dot85"/>
          <p:cNvSpPr/>
          <p:nvPr/>
        </p:nvSpPr>
        <p:spPr>
          <a:xfrm>
            <a:off x="1021476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4-dot86"/>
          <p:cNvSpPr/>
          <p:nvPr/>
        </p:nvSpPr>
        <p:spPr>
          <a:xfrm>
            <a:off x="1076340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87"/>
          <p:cNvSpPr/>
          <p:nvPr/>
        </p:nvSpPr>
        <p:spPr>
          <a:xfrm>
            <a:off x="1021476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88"/>
          <p:cNvSpPr/>
          <p:nvPr/>
        </p:nvSpPr>
        <p:spPr>
          <a:xfrm>
            <a:off x="1076340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89"/>
          <p:cNvSpPr/>
          <p:nvPr/>
        </p:nvSpPr>
        <p:spPr>
          <a:xfrm>
            <a:off x="1021476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90"/>
          <p:cNvSpPr/>
          <p:nvPr/>
        </p:nvSpPr>
        <p:spPr>
          <a:xfrm>
            <a:off x="1076340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91"/>
          <p:cNvSpPr/>
          <p:nvPr/>
        </p:nvSpPr>
        <p:spPr>
          <a:xfrm>
            <a:off x="1021476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92"/>
          <p:cNvSpPr/>
          <p:nvPr/>
        </p:nvSpPr>
        <p:spPr>
          <a:xfrm>
            <a:off x="1076340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figure93" descr="점 10개를 5줄 2개씩 놓은 배열"/>
          <p:cNvSpPr/>
          <p:nvPr/>
        </p:nvSpPr>
        <p:spPr>
          <a:xfrm>
            <a:off x="1011052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04-label94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점의 수를 찾아요</a:t>
            </a:r>
            <a:endParaRPr lang="ko-KR" sz="4000" dirty="0"/>
          </a:p>
        </p:txBody>
      </p:sp>
      <p:sp>
        <p:nvSpPr>
          <p:cNvPr id="3" name="S0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점을 찾아요.</a:t>
            </a:r>
            <a:endParaRPr lang="ko-KR" sz="3000" dirty="0"/>
          </a:p>
        </p:txBody>
      </p:sp>
      <p:sp>
        <p:nvSpPr>
          <p:cNvPr id="4" name="S0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6" name="S05-dot98"/>
          <p:cNvSpPr/>
          <p:nvPr/>
        </p:nvSpPr>
        <p:spPr>
          <a:xfrm>
            <a:off x="66941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9"/>
          <p:cNvSpPr/>
          <p:nvPr/>
        </p:nvSpPr>
        <p:spPr>
          <a:xfrm>
            <a:off x="71513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00"/>
          <p:cNvSpPr/>
          <p:nvPr/>
        </p:nvSpPr>
        <p:spPr>
          <a:xfrm>
            <a:off x="66941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01"/>
          <p:cNvSpPr/>
          <p:nvPr/>
        </p:nvSpPr>
        <p:spPr>
          <a:xfrm>
            <a:off x="71513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02"/>
          <p:cNvSpPr/>
          <p:nvPr/>
        </p:nvSpPr>
        <p:spPr>
          <a:xfrm>
            <a:off x="66941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3"/>
          <p:cNvSpPr/>
          <p:nvPr/>
        </p:nvSpPr>
        <p:spPr>
          <a:xfrm>
            <a:off x="71513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figure104" descr="점 6개를 5줄 2개씩 놓은 배열"/>
          <p:cNvSpPr/>
          <p:nvPr/>
        </p:nvSpPr>
        <p:spPr>
          <a:xfrm>
            <a:off x="6607302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5-label105"/>
          <p:cNvSpPr txBox="1"/>
          <p:nvPr/>
        </p:nvSpPr>
        <p:spPr>
          <a:xfrm>
            <a:off x="6277356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14" name="S05-dot106"/>
          <p:cNvSpPr/>
          <p:nvPr/>
        </p:nvSpPr>
        <p:spPr>
          <a:xfrm>
            <a:off x="85885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07"/>
          <p:cNvSpPr/>
          <p:nvPr/>
        </p:nvSpPr>
        <p:spPr>
          <a:xfrm>
            <a:off x="90457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8"/>
          <p:cNvSpPr/>
          <p:nvPr/>
        </p:nvSpPr>
        <p:spPr>
          <a:xfrm>
            <a:off x="85885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09"/>
          <p:cNvSpPr/>
          <p:nvPr/>
        </p:nvSpPr>
        <p:spPr>
          <a:xfrm>
            <a:off x="90457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110" descr="점 4개를 5줄 2개씩 놓은 배열"/>
          <p:cNvSpPr/>
          <p:nvPr/>
        </p:nvSpPr>
        <p:spPr>
          <a:xfrm>
            <a:off x="8501634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111"/>
          <p:cNvSpPr txBox="1"/>
          <p:nvPr/>
        </p:nvSpPr>
        <p:spPr>
          <a:xfrm>
            <a:off x="8171688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0" name="S05-dot112"/>
          <p:cNvSpPr/>
          <p:nvPr/>
        </p:nvSpPr>
        <p:spPr>
          <a:xfrm>
            <a:off x="104828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13"/>
          <p:cNvSpPr/>
          <p:nvPr/>
        </p:nvSpPr>
        <p:spPr>
          <a:xfrm>
            <a:off x="109400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114"/>
          <p:cNvSpPr/>
          <p:nvPr/>
        </p:nvSpPr>
        <p:spPr>
          <a:xfrm>
            <a:off x="104828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115"/>
          <p:cNvSpPr/>
          <p:nvPr/>
        </p:nvSpPr>
        <p:spPr>
          <a:xfrm>
            <a:off x="109400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16"/>
          <p:cNvSpPr/>
          <p:nvPr/>
        </p:nvSpPr>
        <p:spPr>
          <a:xfrm>
            <a:off x="104828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117"/>
          <p:cNvSpPr/>
          <p:nvPr/>
        </p:nvSpPr>
        <p:spPr>
          <a:xfrm>
            <a:off x="109400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118"/>
          <p:cNvSpPr/>
          <p:nvPr/>
        </p:nvSpPr>
        <p:spPr>
          <a:xfrm>
            <a:off x="104828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119"/>
          <p:cNvSpPr/>
          <p:nvPr/>
        </p:nvSpPr>
        <p:spPr>
          <a:xfrm>
            <a:off x="109400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figure120" descr="점 8개를 5줄 2개씩 놓은 배열"/>
          <p:cNvSpPr/>
          <p:nvPr/>
        </p:nvSpPr>
        <p:spPr>
          <a:xfrm>
            <a:off x="10395966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5-label121"/>
          <p:cNvSpPr txBox="1"/>
          <p:nvPr/>
        </p:nvSpPr>
        <p:spPr>
          <a:xfrm>
            <a:off x="10066020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30" name="S05-chip1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1" name="S05-text12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000" dirty="0"/>
          </a:p>
        </p:txBody>
      </p:sp>
      <p:sp>
        <p:nvSpPr>
          <p:cNvPr id="32" name="S05-chip1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3" name="S05-text12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34" name="S05-chip1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5" name="S05-text12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보며 낱말을 따라 읽어요.</a:t>
            </a:r>
            <a:endParaRPr lang="ko-KR" sz="3000" dirty="0"/>
          </a:p>
        </p:txBody>
      </p:sp>
      <p:sp>
        <p:nvSpPr>
          <p:cNvPr id="5" name="S06-figure130" descr="빨간색, 파란색, 노란색, 초록색 색 견본 네 개와 그 아래에 쓴 낱말 red, blue, yellow, green"/>
          <p:cNvSpPr/>
          <p:nvPr/>
        </p:nvSpPr>
        <p:spPr>
          <a:xfrm>
            <a:off x="10652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31"/>
          <p:cNvSpPr/>
          <p:nvPr/>
        </p:nvSpPr>
        <p:spPr>
          <a:xfrm>
            <a:off x="38084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32"/>
          <p:cNvSpPr/>
          <p:nvPr/>
        </p:nvSpPr>
        <p:spPr>
          <a:xfrm>
            <a:off x="65516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33"/>
          <p:cNvSpPr/>
          <p:nvPr/>
        </p:nvSpPr>
        <p:spPr>
          <a:xfrm>
            <a:off x="92948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135"/>
          <p:cNvSpPr txBox="1"/>
          <p:nvPr/>
        </p:nvSpPr>
        <p:spPr>
          <a:xfrm>
            <a:off x="1668780" y="3672840"/>
            <a:ext cx="6217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400" dirty="0"/>
          </a:p>
        </p:txBody>
      </p:sp>
      <p:sp>
        <p:nvSpPr>
          <p:cNvPr id="10" name="S06-label137"/>
          <p:cNvSpPr txBox="1"/>
          <p:nvPr/>
        </p:nvSpPr>
        <p:spPr>
          <a:xfrm>
            <a:off x="14767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2400" dirty="0"/>
          </a:p>
        </p:txBody>
      </p:sp>
      <p:sp>
        <p:nvSpPr>
          <p:cNvPr id="11" name="S06-label139"/>
          <p:cNvSpPr txBox="1"/>
          <p:nvPr/>
        </p:nvSpPr>
        <p:spPr>
          <a:xfrm>
            <a:off x="4326636" y="3672840"/>
            <a:ext cx="7924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2400" dirty="0"/>
          </a:p>
        </p:txBody>
      </p:sp>
      <p:sp>
        <p:nvSpPr>
          <p:cNvPr id="12" name="S06-label141"/>
          <p:cNvSpPr txBox="1"/>
          <p:nvPr/>
        </p:nvSpPr>
        <p:spPr>
          <a:xfrm>
            <a:off x="42199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2400" dirty="0"/>
          </a:p>
        </p:txBody>
      </p:sp>
      <p:sp>
        <p:nvSpPr>
          <p:cNvPr id="13" name="S06-label143"/>
          <p:cNvSpPr txBox="1"/>
          <p:nvPr/>
        </p:nvSpPr>
        <p:spPr>
          <a:xfrm>
            <a:off x="6859524" y="3672840"/>
            <a:ext cx="1213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2400" dirty="0"/>
          </a:p>
        </p:txBody>
      </p:sp>
      <p:sp>
        <p:nvSpPr>
          <p:cNvPr id="14" name="S06-label145"/>
          <p:cNvSpPr txBox="1"/>
          <p:nvPr/>
        </p:nvSpPr>
        <p:spPr>
          <a:xfrm>
            <a:off x="69631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2400" dirty="0"/>
          </a:p>
        </p:txBody>
      </p:sp>
      <p:sp>
        <p:nvSpPr>
          <p:cNvPr id="15" name="S06-label147"/>
          <p:cNvSpPr txBox="1"/>
          <p:nvPr/>
        </p:nvSpPr>
        <p:spPr>
          <a:xfrm>
            <a:off x="9727692" y="3672840"/>
            <a:ext cx="963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2400" dirty="0"/>
          </a:p>
        </p:txBody>
      </p:sp>
      <p:sp>
        <p:nvSpPr>
          <p:cNvPr id="16" name="S06-label149"/>
          <p:cNvSpPr txBox="1"/>
          <p:nvPr/>
        </p:nvSpPr>
        <p:spPr>
          <a:xfrm>
            <a:off x="97063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색을 짚어요</a:t>
            </a:r>
            <a:endParaRPr lang="ko-KR" sz="4000" dirty="0"/>
          </a:p>
        </p:txBody>
      </p:sp>
      <p:sp>
        <p:nvSpPr>
          <p:cNvPr id="3" name="S07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색을 찾아요.</a:t>
            </a:r>
            <a:endParaRPr lang="ko-KR" sz="3000" dirty="0"/>
          </a:p>
        </p:txBody>
      </p:sp>
      <p:sp>
        <p:nvSpPr>
          <p:cNvPr id="4" name="S07-figure151" descr="색 견본 네 개: 가 노란색, 나 파란색, 다 초록색, 라 빨간색"/>
          <p:cNvSpPr/>
          <p:nvPr/>
        </p:nvSpPr>
        <p:spPr>
          <a:xfrm>
            <a:off x="707875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52"/>
          <p:cNvSpPr/>
          <p:nvPr/>
        </p:nvSpPr>
        <p:spPr>
          <a:xfrm>
            <a:off x="933484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53"/>
          <p:cNvSpPr/>
          <p:nvPr/>
        </p:nvSpPr>
        <p:spPr>
          <a:xfrm>
            <a:off x="707875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54"/>
          <p:cNvSpPr/>
          <p:nvPr/>
        </p:nvSpPr>
        <p:spPr>
          <a:xfrm>
            <a:off x="933484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56"/>
          <p:cNvSpPr txBox="1"/>
          <p:nvPr/>
        </p:nvSpPr>
        <p:spPr>
          <a:xfrm>
            <a:off x="762657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" name="S07-label158"/>
          <p:cNvSpPr txBox="1"/>
          <p:nvPr/>
        </p:nvSpPr>
        <p:spPr>
          <a:xfrm>
            <a:off x="988266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label160"/>
          <p:cNvSpPr txBox="1"/>
          <p:nvPr/>
        </p:nvSpPr>
        <p:spPr>
          <a:xfrm>
            <a:off x="762657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1" name="S07-label162"/>
          <p:cNvSpPr txBox="1"/>
          <p:nvPr/>
        </p:nvSpPr>
        <p:spPr>
          <a:xfrm>
            <a:off x="988266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12" name="S07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07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000" dirty="0"/>
          </a:p>
        </p:txBody>
      </p:sp>
      <p:sp>
        <p:nvSpPr>
          <p:cNvPr id="14" name="S07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000" dirty="0"/>
          </a:p>
        </p:txBody>
      </p:sp>
      <p:sp>
        <p:nvSpPr>
          <p:cNvPr id="16" name="S07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07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18" name="S07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07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낱말</a:t>
            </a:r>
            <a:endParaRPr lang="ko-KR" sz="4000" dirty="0"/>
          </a:p>
        </p:txBody>
      </p:sp>
      <p:sp>
        <p:nvSpPr>
          <p:cNvPr id="3" name="S08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글자부터 끝 글자까지 보며 읽어요.</a:t>
            </a:r>
            <a:endParaRPr lang="ko-KR" sz="3000" dirty="0"/>
          </a:p>
        </p:txBody>
      </p:sp>
      <p:sp>
        <p:nvSpPr>
          <p:cNvPr id="5" name="S08-word17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08-word17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7" name="S08-word17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3400" dirty="0"/>
          </a:p>
        </p:txBody>
      </p:sp>
      <p:sp>
        <p:nvSpPr>
          <p:cNvPr id="8" name="S08-word17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six일까요, seven일까요?</a:t>
            </a:r>
            <a:endParaRPr lang="ko-KR" sz="4000" dirty="0"/>
          </a:p>
        </p:txBody>
      </p:sp>
      <p:sp>
        <p:nvSpPr>
          <p:cNvPr id="3" name="S09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seven을 보고 ‘six’라고 읽었어요.</a:t>
            </a:r>
            <a:endParaRPr lang="ko-KR" sz="3000" dirty="0"/>
          </a:p>
        </p:txBody>
      </p:sp>
      <p:sp>
        <p:nvSpPr>
          <p:cNvPr id="5" name="S09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두 낱말은 무엇이 다른가요?</a:t>
            </a:r>
            <a:endParaRPr lang="ko-KR" sz="3000" dirty="0"/>
          </a:p>
        </p:txBody>
      </p:sp>
      <p:sp>
        <p:nvSpPr>
          <p:cNvPr id="7" name="S09-chip1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8" name="S09-dot182"/>
          <p:cNvSpPr/>
          <p:nvPr/>
        </p:nvSpPr>
        <p:spPr>
          <a:xfrm>
            <a:off x="2911632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83"/>
          <p:cNvSpPr/>
          <p:nvPr/>
        </p:nvSpPr>
        <p:spPr>
          <a:xfrm>
            <a:off x="3304824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84"/>
          <p:cNvSpPr/>
          <p:nvPr/>
        </p:nvSpPr>
        <p:spPr>
          <a:xfrm>
            <a:off x="2911632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85"/>
          <p:cNvSpPr/>
          <p:nvPr/>
        </p:nvSpPr>
        <p:spPr>
          <a:xfrm>
            <a:off x="3304824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86"/>
          <p:cNvSpPr/>
          <p:nvPr/>
        </p:nvSpPr>
        <p:spPr>
          <a:xfrm>
            <a:off x="2911632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87"/>
          <p:cNvSpPr/>
          <p:nvPr/>
        </p:nvSpPr>
        <p:spPr>
          <a:xfrm>
            <a:off x="3304824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figure188" descr="점 6개를 5줄 2개씩 놓은 배열"/>
          <p:cNvSpPr/>
          <p:nvPr/>
        </p:nvSpPr>
        <p:spPr>
          <a:xfrm>
            <a:off x="2836926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16" name="S09-dot190"/>
          <p:cNvSpPr/>
          <p:nvPr/>
        </p:nvSpPr>
        <p:spPr>
          <a:xfrm>
            <a:off x="8640348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91"/>
          <p:cNvSpPr/>
          <p:nvPr/>
        </p:nvSpPr>
        <p:spPr>
          <a:xfrm>
            <a:off x="9033540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92"/>
          <p:cNvSpPr/>
          <p:nvPr/>
        </p:nvSpPr>
        <p:spPr>
          <a:xfrm>
            <a:off x="8640348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93"/>
          <p:cNvSpPr/>
          <p:nvPr/>
        </p:nvSpPr>
        <p:spPr>
          <a:xfrm>
            <a:off x="9033540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94"/>
          <p:cNvSpPr/>
          <p:nvPr/>
        </p:nvSpPr>
        <p:spPr>
          <a:xfrm>
            <a:off x="8640348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95"/>
          <p:cNvSpPr/>
          <p:nvPr/>
        </p:nvSpPr>
        <p:spPr>
          <a:xfrm>
            <a:off x="9033540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96"/>
          <p:cNvSpPr/>
          <p:nvPr/>
        </p:nvSpPr>
        <p:spPr>
          <a:xfrm>
            <a:off x="8640348" y="4408962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figure197" descr="점 7개를 5줄 2개씩 놓은 배열"/>
          <p:cNvSpPr/>
          <p:nvPr/>
        </p:nvSpPr>
        <p:spPr>
          <a:xfrm>
            <a:off x="8565642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짚어요</a:t>
            </a:r>
            <a:endParaRPr lang="ko-KR" sz="4000" dirty="0"/>
          </a:p>
        </p:txBody>
      </p:sp>
      <p:sp>
        <p:nvSpPr>
          <p:cNvPr id="3" name="S10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뜻의 낱말을 짚고 읽어요.</a:t>
            </a:r>
            <a:endParaRPr lang="ko-KR" sz="3000" dirty="0"/>
          </a:p>
        </p:txBody>
      </p:sp>
      <p:sp>
        <p:nvSpPr>
          <p:cNvPr id="4" name="S10-word199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</p:txBody>
      </p:sp>
      <p:sp>
        <p:nvSpPr>
          <p:cNvPr id="5" name="S10-word200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</p:txBody>
      </p:sp>
      <p:sp>
        <p:nvSpPr>
          <p:cNvPr id="6" name="S10-word201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</p:txBody>
      </p:sp>
      <p:sp>
        <p:nvSpPr>
          <p:cNvPr id="7" name="S10-word202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</p:txBody>
      </p:sp>
      <p:sp>
        <p:nvSpPr>
          <p:cNvPr id="8" name="S10-word203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</p:txBody>
      </p:sp>
      <p:sp>
        <p:nvSpPr>
          <p:cNvPr id="9" name="S10-word204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소리 내어 읽고, 뜻을 말하거나 보여 주세요.</a:t>
            </a:r>
            <a:endParaRPr lang="ko-KR" sz="3000" dirty="0"/>
          </a:p>
        </p:txBody>
      </p:sp>
      <p:sp>
        <p:nvSpPr>
          <p:cNvPr id="4" name="S11-chip20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0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6" name="S11-chip20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0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8" name="S11-chip2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1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000" dirty="0"/>
          </a:p>
        </p:txBody>
      </p:sp>
      <p:sp>
        <p:nvSpPr>
          <p:cNvPr id="10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nine은 어느 것일까요?</a:t>
            </a:r>
            <a:endParaRPr lang="ko-KR" sz="4000" dirty="0"/>
          </a:p>
        </p:txBody>
      </p:sp>
      <p:sp>
        <p:nvSpPr>
          <p:cNvPr id="3" name="S13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nine을 읽고 알맞은 점을 골라요. 어떻게 알았나요?</a:t>
            </a:r>
            <a:endParaRPr lang="ko-KR" sz="3000" dirty="0"/>
          </a:p>
        </p:txBody>
      </p:sp>
      <p:sp>
        <p:nvSpPr>
          <p:cNvPr id="5" name="S13-chip21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17"/>
          <p:cNvSpPr/>
          <p:nvPr/>
        </p:nvSpPr>
        <p:spPr>
          <a:xfrm>
            <a:off x="334272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18"/>
          <p:cNvSpPr/>
          <p:nvPr/>
        </p:nvSpPr>
        <p:spPr>
          <a:xfrm>
            <a:off x="3694770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19"/>
          <p:cNvSpPr/>
          <p:nvPr/>
        </p:nvSpPr>
        <p:spPr>
          <a:xfrm>
            <a:off x="334272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20"/>
          <p:cNvSpPr/>
          <p:nvPr/>
        </p:nvSpPr>
        <p:spPr>
          <a:xfrm>
            <a:off x="3694770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21"/>
          <p:cNvSpPr/>
          <p:nvPr/>
        </p:nvSpPr>
        <p:spPr>
          <a:xfrm>
            <a:off x="334272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figure222" descr="점 5개를 5줄 2개씩 놓은 배열"/>
          <p:cNvSpPr/>
          <p:nvPr/>
        </p:nvSpPr>
        <p:spPr>
          <a:xfrm>
            <a:off x="3275838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3-chip22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3-dot224"/>
          <p:cNvSpPr/>
          <p:nvPr/>
        </p:nvSpPr>
        <p:spPr>
          <a:xfrm>
            <a:off x="9071442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25"/>
          <p:cNvSpPr/>
          <p:nvPr/>
        </p:nvSpPr>
        <p:spPr>
          <a:xfrm>
            <a:off x="942348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26"/>
          <p:cNvSpPr/>
          <p:nvPr/>
        </p:nvSpPr>
        <p:spPr>
          <a:xfrm>
            <a:off x="9071442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27"/>
          <p:cNvSpPr/>
          <p:nvPr/>
        </p:nvSpPr>
        <p:spPr>
          <a:xfrm>
            <a:off x="942348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28"/>
          <p:cNvSpPr/>
          <p:nvPr/>
        </p:nvSpPr>
        <p:spPr>
          <a:xfrm>
            <a:off x="9071442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29"/>
          <p:cNvSpPr/>
          <p:nvPr/>
        </p:nvSpPr>
        <p:spPr>
          <a:xfrm>
            <a:off x="942348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30"/>
          <p:cNvSpPr/>
          <p:nvPr/>
        </p:nvSpPr>
        <p:spPr>
          <a:xfrm>
            <a:off x="9071442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231"/>
          <p:cNvSpPr/>
          <p:nvPr/>
        </p:nvSpPr>
        <p:spPr>
          <a:xfrm>
            <a:off x="9423486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232"/>
          <p:cNvSpPr/>
          <p:nvPr/>
        </p:nvSpPr>
        <p:spPr>
          <a:xfrm>
            <a:off x="9071442" y="280094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figure233" descr="점 9개를 5줄 2개씩 놓은 배열"/>
          <p:cNvSpPr/>
          <p:nvPr/>
        </p:nvSpPr>
        <p:spPr>
          <a:xfrm>
            <a:off x="9004554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3-chip23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4" name="S13-dot235"/>
          <p:cNvSpPr/>
          <p:nvPr/>
        </p:nvSpPr>
        <p:spPr>
          <a:xfrm>
            <a:off x="334272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36"/>
          <p:cNvSpPr/>
          <p:nvPr/>
        </p:nvSpPr>
        <p:spPr>
          <a:xfrm>
            <a:off x="3694770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37"/>
          <p:cNvSpPr/>
          <p:nvPr/>
        </p:nvSpPr>
        <p:spPr>
          <a:xfrm>
            <a:off x="334272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38"/>
          <p:cNvSpPr/>
          <p:nvPr/>
        </p:nvSpPr>
        <p:spPr>
          <a:xfrm>
            <a:off x="3694770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39"/>
          <p:cNvSpPr/>
          <p:nvPr/>
        </p:nvSpPr>
        <p:spPr>
          <a:xfrm>
            <a:off x="334272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40"/>
          <p:cNvSpPr/>
          <p:nvPr/>
        </p:nvSpPr>
        <p:spPr>
          <a:xfrm>
            <a:off x="3694770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41"/>
          <p:cNvSpPr/>
          <p:nvPr/>
        </p:nvSpPr>
        <p:spPr>
          <a:xfrm>
            <a:off x="3342726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42"/>
          <p:cNvSpPr/>
          <p:nvPr/>
        </p:nvSpPr>
        <p:spPr>
          <a:xfrm>
            <a:off x="3694770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43"/>
          <p:cNvSpPr/>
          <p:nvPr/>
        </p:nvSpPr>
        <p:spPr>
          <a:xfrm>
            <a:off x="3342726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44"/>
          <p:cNvSpPr/>
          <p:nvPr/>
        </p:nvSpPr>
        <p:spPr>
          <a:xfrm>
            <a:off x="3694770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figure245" descr="점 10개를 5줄 2개씩 놓은 배열"/>
          <p:cNvSpPr/>
          <p:nvPr/>
        </p:nvSpPr>
        <p:spPr>
          <a:xfrm>
            <a:off x="3275838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3-chip2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36" name="S13-dot247"/>
          <p:cNvSpPr/>
          <p:nvPr/>
        </p:nvSpPr>
        <p:spPr>
          <a:xfrm>
            <a:off x="9071442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48"/>
          <p:cNvSpPr/>
          <p:nvPr/>
        </p:nvSpPr>
        <p:spPr>
          <a:xfrm>
            <a:off x="942348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49"/>
          <p:cNvSpPr/>
          <p:nvPr/>
        </p:nvSpPr>
        <p:spPr>
          <a:xfrm>
            <a:off x="9071442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250"/>
          <p:cNvSpPr/>
          <p:nvPr/>
        </p:nvSpPr>
        <p:spPr>
          <a:xfrm>
            <a:off x="942348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251"/>
          <p:cNvSpPr/>
          <p:nvPr/>
        </p:nvSpPr>
        <p:spPr>
          <a:xfrm>
            <a:off x="9071442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dot252"/>
          <p:cNvSpPr/>
          <p:nvPr/>
        </p:nvSpPr>
        <p:spPr>
          <a:xfrm>
            <a:off x="942348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figure253" descr="점 6개를 5줄 2개씩 놓은 배열"/>
          <p:cNvSpPr/>
          <p:nvPr/>
        </p:nvSpPr>
        <p:spPr>
          <a:xfrm>
            <a:off x="9004554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5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5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세고, 색을 보고, 뜻을 떠올리며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봐요.</a:t>
            </a:r>
            <a:endParaRPr lang="ko-KR" sz="3000" dirty="0"/>
          </a:p>
        </p:txBody>
      </p:sp>
      <p:sp>
        <p:nvSpPr>
          <p:cNvPr id="5" name="S14-chip25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보기</a:t>
            </a:r>
            <a:endParaRPr lang="ko-KR" sz="2400" dirty="0"/>
          </a:p>
        </p:txBody>
      </p:sp>
      <p:sp>
        <p:nvSpPr>
          <p:cNvPr id="6" name="S14-chip25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읽기</a:t>
            </a:r>
            <a:endParaRPr lang="ko-KR" sz="2400" dirty="0"/>
          </a:p>
        </p:txBody>
      </p:sp>
      <p:sp>
        <p:nvSpPr>
          <p:cNvPr id="7" name="S14-text25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5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seven을 읽고 점 그리기</a:t>
            </a:r>
            <a:endParaRPr lang="ko-KR" sz="2400" dirty="0"/>
          </a:p>
        </p:txBody>
      </p:sp>
      <p:sp>
        <p:nvSpPr>
          <p:cNvPr id="9" name="S14-text26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blue는 무슨 색?</a:t>
            </a:r>
            <a:endParaRPr lang="ko-KR" sz="2400" dirty="0"/>
          </a:p>
        </p:txBody>
      </p:sp>
      <p:sp>
        <p:nvSpPr>
          <p:cNvPr id="10" name="S14-text26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cat과 dog의 뜻은?</a:t>
            </a:r>
            <a:endParaRPr lang="ko-KR" sz="2400" dirty="0"/>
          </a:p>
        </p:txBody>
      </p:sp>
      <p:sp>
        <p:nvSpPr>
          <p:cNvPr id="11" name="S14-text26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나라별 인사 문화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 다시 보기</a:t>
            </a:r>
            <a:endParaRPr lang="ko-KR" sz="4000" dirty="0"/>
          </a:p>
        </p:txBody>
      </p:sp>
      <p:sp>
        <p:nvSpPr>
          <p:cNvPr id="3" name="S15-card26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6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이름을 따라 말해요.</a:t>
            </a:r>
            <a:endParaRPr lang="ko-KR" sz="3000" dirty="0"/>
          </a:p>
        </p:txBody>
      </p:sp>
      <p:sp>
        <p:nvSpPr>
          <p:cNvPr id="5" name="S15-card26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6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낱말의 첫 글자를 찾아요.</a:t>
            </a:r>
            <a:endParaRPr lang="ko-KR" sz="3000" dirty="0"/>
          </a:p>
        </p:txBody>
      </p:sp>
      <p:sp>
        <p:nvSpPr>
          <p:cNvPr id="7" name="S15-tile267"/>
          <p:cNvSpPr txBox="1"/>
          <p:nvPr/>
        </p:nvSpPr>
        <p:spPr>
          <a:xfrm>
            <a:off x="5486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5-tile268"/>
          <p:cNvSpPr txBox="1"/>
          <p:nvPr/>
        </p:nvSpPr>
        <p:spPr>
          <a:xfrm>
            <a:off x="14173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5-tile269"/>
          <p:cNvSpPr txBox="1"/>
          <p:nvPr/>
        </p:nvSpPr>
        <p:spPr>
          <a:xfrm>
            <a:off x="22860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5-tile270"/>
          <p:cNvSpPr txBox="1"/>
          <p:nvPr/>
        </p:nvSpPr>
        <p:spPr>
          <a:xfrm>
            <a:off x="31546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5-tile271"/>
          <p:cNvSpPr txBox="1"/>
          <p:nvPr/>
        </p:nvSpPr>
        <p:spPr>
          <a:xfrm>
            <a:off x="40233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5-tile272"/>
          <p:cNvSpPr txBox="1"/>
          <p:nvPr/>
        </p:nvSpPr>
        <p:spPr>
          <a:xfrm>
            <a:off x="48920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5-tile273"/>
          <p:cNvSpPr txBox="1"/>
          <p:nvPr/>
        </p:nvSpPr>
        <p:spPr>
          <a:xfrm>
            <a:off x="57607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5-tile274"/>
          <p:cNvSpPr txBox="1"/>
          <p:nvPr/>
        </p:nvSpPr>
        <p:spPr>
          <a:xfrm>
            <a:off x="66294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5-tile275"/>
          <p:cNvSpPr txBox="1"/>
          <p:nvPr/>
        </p:nvSpPr>
        <p:spPr>
          <a:xfrm>
            <a:off x="74980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5-tile276"/>
          <p:cNvSpPr txBox="1"/>
          <p:nvPr/>
        </p:nvSpPr>
        <p:spPr>
          <a:xfrm>
            <a:off x="83667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5-tile277"/>
          <p:cNvSpPr txBox="1"/>
          <p:nvPr/>
        </p:nvSpPr>
        <p:spPr>
          <a:xfrm>
            <a:off x="92354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5-tile278"/>
          <p:cNvSpPr txBox="1"/>
          <p:nvPr/>
        </p:nvSpPr>
        <p:spPr>
          <a:xfrm>
            <a:off x="101041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5-tile279"/>
          <p:cNvSpPr txBox="1"/>
          <p:nvPr/>
        </p:nvSpPr>
        <p:spPr>
          <a:xfrm>
            <a:off x="109728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5-tile280"/>
          <p:cNvSpPr txBox="1"/>
          <p:nvPr/>
        </p:nvSpPr>
        <p:spPr>
          <a:xfrm>
            <a:off x="5486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5-tile281"/>
          <p:cNvSpPr txBox="1"/>
          <p:nvPr/>
        </p:nvSpPr>
        <p:spPr>
          <a:xfrm>
            <a:off x="14173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5-tile282"/>
          <p:cNvSpPr txBox="1"/>
          <p:nvPr/>
        </p:nvSpPr>
        <p:spPr>
          <a:xfrm>
            <a:off x="22860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5-tile283"/>
          <p:cNvSpPr txBox="1"/>
          <p:nvPr/>
        </p:nvSpPr>
        <p:spPr>
          <a:xfrm>
            <a:off x="31546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5-tile284"/>
          <p:cNvSpPr txBox="1"/>
          <p:nvPr/>
        </p:nvSpPr>
        <p:spPr>
          <a:xfrm>
            <a:off x="40233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5-tile285"/>
          <p:cNvSpPr txBox="1"/>
          <p:nvPr/>
        </p:nvSpPr>
        <p:spPr>
          <a:xfrm>
            <a:off x="48920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5-tile286"/>
          <p:cNvSpPr txBox="1"/>
          <p:nvPr/>
        </p:nvSpPr>
        <p:spPr>
          <a:xfrm>
            <a:off x="57607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5-tile287"/>
          <p:cNvSpPr txBox="1"/>
          <p:nvPr/>
        </p:nvSpPr>
        <p:spPr>
          <a:xfrm>
            <a:off x="66294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5-tile288"/>
          <p:cNvSpPr txBox="1"/>
          <p:nvPr/>
        </p:nvSpPr>
        <p:spPr>
          <a:xfrm>
            <a:off x="74980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5-tile289"/>
          <p:cNvSpPr txBox="1"/>
          <p:nvPr/>
        </p:nvSpPr>
        <p:spPr>
          <a:xfrm>
            <a:off x="83667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5-tile290"/>
          <p:cNvSpPr txBox="1"/>
          <p:nvPr/>
        </p:nvSpPr>
        <p:spPr>
          <a:xfrm>
            <a:off x="92354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5-tile291"/>
          <p:cNvSpPr txBox="1"/>
          <p:nvPr/>
        </p:nvSpPr>
        <p:spPr>
          <a:xfrm>
            <a:off x="101041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5-tile292"/>
          <p:cNvSpPr txBox="1"/>
          <p:nvPr/>
        </p:nvSpPr>
        <p:spPr>
          <a:xfrm>
            <a:off x="109728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그림 보고 낱말 읽기</dc:title>
  <dc:subject>KR22-G03-ENG-PICWORDS-L01</dc:subject>
  <dc:creator>education-ppt</dc:creator>
  <cp:lastModifiedBy>education-ppt</cp:lastModifiedBy>
  <cp:revision>1</cp:revision>
  <dcterms:created xsi:type="dcterms:W3CDTF">2026-10-26T09:07:32Z</dcterms:created>
  <dcterms:modified xsi:type="dcterms:W3CDTF">2026-10-26T09:07:32Z</dcterms:modified>
</cp:coreProperties>
</file>