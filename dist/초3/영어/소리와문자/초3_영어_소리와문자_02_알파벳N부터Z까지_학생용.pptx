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2429c4a-801a-c22f-5e76-52cd0d99ed5f}">
          <p14:sldIdLst>
            <p14:sldId id="256"/>
            <p14:sldId id="257"/>
          </p14:sldIdLst>
        </p14:section>
        <p14:section name="개념" id="{9c19c888-40c0-7cba-eec0-e6b89f1a577f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연습" id="{2f128754-3297-9e65-1603-68fe60f11ec6}">
          <p14:sldIdLst>
            <p14:sldId id="265"/>
            <p14:sldId id="266"/>
            <p14:sldId id="267"/>
          </p14:sldIdLst>
        </p14:section>
        <p14:section name="확인" id="{f717ca32-7c80-076a-5c0e-39083bbe0d13}">
          <p14:sldIdLst>
            <p14:sldId id="268"/>
            <p14:sldId id="269"/>
          </p14:sldIdLst>
        </p14:section>
        <p14:section name="정리" id="{27156f8e-6ab8-fb30-2a1d-b5622f30a608}">
          <p14:sldIdLst>
            <p14:sldId id="270"/>
          </p14:sldIdLst>
        </p14:section>
        <p14:section name="보충" id="{370555b6-4d69-f593-e094-7fca1ced5fe0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소리와문자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알파벳 N부터 Z까지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알파벳 N부터 Z까지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알파벳 N부터 Z까지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알파벳 N부터 Z까지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 다음에는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글자가 올까요?</a:t>
            </a:r>
            <a:endParaRPr lang="ko-KR" sz="30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N부터 Z까지 글자 이름을 차례대로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곧은 선과 굽은 선을 보고 닮은 글자를 구별해요.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글자 떠올리기</a:t>
            </a:r>
            <a:endParaRPr lang="ko-KR" sz="40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이름을 말하고, ②는 ?에 들어갈 글자를 말해요.</a:t>
            </a:r>
            <a:endParaRPr lang="ko-KR" sz="30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ile9"/>
          <p:cNvSpPr txBox="1"/>
          <p:nvPr/>
        </p:nvSpPr>
        <p:spPr>
          <a:xfrm>
            <a:off x="1344168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300" dirty="0"/>
          </a:p>
        </p:txBody>
      </p:sp>
      <p:sp>
        <p:nvSpPr>
          <p:cNvPr id="6" name="S02-tile10"/>
          <p:cNvSpPr txBox="1"/>
          <p:nvPr/>
        </p:nvSpPr>
        <p:spPr>
          <a:xfrm>
            <a:off x="2766060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300" dirty="0"/>
          </a:p>
        </p:txBody>
      </p:sp>
      <p:sp>
        <p:nvSpPr>
          <p:cNvPr id="7" name="S02-tile11"/>
          <p:cNvSpPr txBox="1"/>
          <p:nvPr/>
        </p:nvSpPr>
        <p:spPr>
          <a:xfrm>
            <a:off x="4187952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300" dirty="0"/>
          </a:p>
        </p:txBody>
      </p:sp>
      <p:sp>
        <p:nvSpPr>
          <p:cNvPr id="8" name="S02-tile12"/>
          <p:cNvSpPr txBox="1"/>
          <p:nvPr/>
        </p:nvSpPr>
        <p:spPr>
          <a:xfrm>
            <a:off x="5609844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300" dirty="0"/>
          </a:p>
        </p:txBody>
      </p:sp>
      <p:sp>
        <p:nvSpPr>
          <p:cNvPr id="9" name="S02-chip13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2-tile14"/>
          <p:cNvSpPr txBox="1"/>
          <p:nvPr/>
        </p:nvSpPr>
        <p:spPr>
          <a:xfrm>
            <a:off x="1828800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900" dirty="0"/>
          </a:p>
        </p:txBody>
      </p:sp>
      <p:sp>
        <p:nvSpPr>
          <p:cNvPr id="11" name="S02-tile15"/>
          <p:cNvSpPr txBox="1"/>
          <p:nvPr/>
        </p:nvSpPr>
        <p:spPr>
          <a:xfrm>
            <a:off x="3401568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900" dirty="0"/>
          </a:p>
        </p:txBody>
      </p:sp>
      <p:sp>
        <p:nvSpPr>
          <p:cNvPr id="12" name="S02-tile16"/>
          <p:cNvSpPr txBox="1"/>
          <p:nvPr/>
        </p:nvSpPr>
        <p:spPr>
          <a:xfrm>
            <a:off x="4974336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N과 O</a:t>
            </a:r>
            <a:endParaRPr lang="ko-KR" sz="4000" dirty="0"/>
          </a:p>
        </p:txBody>
      </p:sp>
      <p:sp>
        <p:nvSpPr>
          <p:cNvPr id="3" name="S03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O는 한글 ㅇ과 닮았지만 영어 이름으로 불러요.</a:t>
            </a:r>
            <a:endParaRPr lang="ko-KR" sz="3000" dirty="0"/>
          </a:p>
        </p:txBody>
      </p:sp>
      <p:sp>
        <p:nvSpPr>
          <p:cNvPr id="5" name="S03-card19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0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N은 곧은 선만 있어요.</a:t>
            </a:r>
            <a:endParaRPr lang="ko-KR" sz="3000" dirty="0"/>
          </a:p>
        </p:txBody>
      </p:sp>
      <p:sp>
        <p:nvSpPr>
          <p:cNvPr id="7" name="S03-card21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22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O는 동그란 굽은 선이에요.</a:t>
            </a:r>
            <a:endParaRPr lang="ko-KR" sz="3000" dirty="0"/>
          </a:p>
        </p:txBody>
      </p:sp>
      <p:sp>
        <p:nvSpPr>
          <p:cNvPr id="9" name="S03-tile23"/>
          <p:cNvSpPr txBox="1"/>
          <p:nvPr/>
        </p:nvSpPr>
        <p:spPr>
          <a:xfrm>
            <a:off x="4165092" y="17602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7900" dirty="0"/>
          </a:p>
        </p:txBody>
      </p:sp>
      <p:sp>
        <p:nvSpPr>
          <p:cNvPr id="10" name="S03-tile24"/>
          <p:cNvSpPr txBox="1"/>
          <p:nvPr/>
        </p:nvSpPr>
        <p:spPr>
          <a:xfrm>
            <a:off x="6195060" y="17602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7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P와 Q</a:t>
            </a:r>
            <a:endParaRPr lang="ko-KR" sz="4000" dirty="0"/>
          </a:p>
        </p:txBody>
      </p:sp>
      <p:sp>
        <p:nvSpPr>
          <p:cNvPr id="3" name="S04-card25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6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P는 곧은 선과 굽은 선이 있어요.</a:t>
            </a:r>
            <a:endParaRPr lang="ko-KR" sz="3000" dirty="0"/>
          </a:p>
        </p:txBody>
      </p:sp>
      <p:sp>
        <p:nvSpPr>
          <p:cNvPr id="5" name="S04-card27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8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Q는 O에 꼬리가 있어요.</a:t>
            </a:r>
            <a:endParaRPr lang="ko-KR" sz="3000" dirty="0"/>
          </a:p>
        </p:txBody>
      </p:sp>
      <p:sp>
        <p:nvSpPr>
          <p:cNvPr id="7" name="S04-tile29"/>
          <p:cNvSpPr txBox="1"/>
          <p:nvPr/>
        </p:nvSpPr>
        <p:spPr>
          <a:xfrm>
            <a:off x="3982212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8700" dirty="0"/>
          </a:p>
        </p:txBody>
      </p:sp>
      <p:sp>
        <p:nvSpPr>
          <p:cNvPr id="8" name="S04-tile30"/>
          <p:cNvSpPr txBox="1"/>
          <p:nvPr/>
        </p:nvSpPr>
        <p:spPr>
          <a:xfrm>
            <a:off x="6195060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R과 S</a:t>
            </a:r>
            <a:endParaRPr lang="ko-KR" sz="4000" dirty="0"/>
          </a:p>
        </p:txBody>
      </p:sp>
      <p:sp>
        <p:nvSpPr>
          <p:cNvPr id="3" name="S05-card31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2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R은 P에 다리가 붙어요.</a:t>
            </a:r>
            <a:endParaRPr lang="ko-KR" sz="3000" dirty="0"/>
          </a:p>
        </p:txBody>
      </p:sp>
      <p:sp>
        <p:nvSpPr>
          <p:cNvPr id="5" name="S05-card33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34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S는 굽은 선 하나예요.</a:t>
            </a:r>
            <a:endParaRPr lang="ko-KR" sz="3000" dirty="0"/>
          </a:p>
        </p:txBody>
      </p:sp>
      <p:sp>
        <p:nvSpPr>
          <p:cNvPr id="7" name="S05-tile35"/>
          <p:cNvSpPr txBox="1"/>
          <p:nvPr/>
        </p:nvSpPr>
        <p:spPr>
          <a:xfrm>
            <a:off x="3982212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8700" dirty="0"/>
          </a:p>
        </p:txBody>
      </p:sp>
      <p:sp>
        <p:nvSpPr>
          <p:cNvPr id="8" name="S05-tile36"/>
          <p:cNvSpPr txBox="1"/>
          <p:nvPr/>
        </p:nvSpPr>
        <p:spPr>
          <a:xfrm>
            <a:off x="6195060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T와 U</a:t>
            </a:r>
            <a:endParaRPr lang="ko-KR" sz="4000" dirty="0"/>
          </a:p>
        </p:txBody>
      </p:sp>
      <p:sp>
        <p:nvSpPr>
          <p:cNvPr id="3" name="S06-card37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38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T는 곧은 선 2개예요.</a:t>
            </a:r>
            <a:endParaRPr lang="ko-KR" sz="3000" dirty="0"/>
          </a:p>
        </p:txBody>
      </p:sp>
      <p:sp>
        <p:nvSpPr>
          <p:cNvPr id="5" name="S06-card39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40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U는 아래가 둥글어요.</a:t>
            </a:r>
            <a:endParaRPr lang="ko-KR" sz="3000" dirty="0"/>
          </a:p>
        </p:txBody>
      </p:sp>
      <p:sp>
        <p:nvSpPr>
          <p:cNvPr id="7" name="S06-tile41"/>
          <p:cNvSpPr txBox="1"/>
          <p:nvPr/>
        </p:nvSpPr>
        <p:spPr>
          <a:xfrm>
            <a:off x="3982212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8700" dirty="0"/>
          </a:p>
        </p:txBody>
      </p:sp>
      <p:sp>
        <p:nvSpPr>
          <p:cNvPr id="8" name="S06-tile42"/>
          <p:cNvSpPr txBox="1"/>
          <p:nvPr/>
        </p:nvSpPr>
        <p:spPr>
          <a:xfrm>
            <a:off x="6195060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V와 W</a:t>
            </a:r>
            <a:endParaRPr lang="ko-KR" sz="4000" dirty="0"/>
          </a:p>
        </p:txBody>
      </p:sp>
      <p:sp>
        <p:nvSpPr>
          <p:cNvPr id="3" name="S07-card43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4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V는 아래가 뾰족해요.</a:t>
            </a:r>
            <a:endParaRPr lang="ko-KR" sz="3000" dirty="0"/>
          </a:p>
        </p:txBody>
      </p:sp>
      <p:sp>
        <p:nvSpPr>
          <p:cNvPr id="5" name="S07-card45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46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W는 V 2개가 붙은 모양이에요.</a:t>
            </a:r>
            <a:endParaRPr lang="ko-KR" sz="3000" dirty="0"/>
          </a:p>
        </p:txBody>
      </p:sp>
      <p:sp>
        <p:nvSpPr>
          <p:cNvPr id="7" name="S07-tile47"/>
          <p:cNvSpPr txBox="1"/>
          <p:nvPr/>
        </p:nvSpPr>
        <p:spPr>
          <a:xfrm>
            <a:off x="3982212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8700" dirty="0"/>
          </a:p>
        </p:txBody>
      </p:sp>
      <p:sp>
        <p:nvSpPr>
          <p:cNvPr id="8" name="S07-tile48"/>
          <p:cNvSpPr txBox="1"/>
          <p:nvPr/>
        </p:nvSpPr>
        <p:spPr>
          <a:xfrm>
            <a:off x="6195060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X와 Y</a:t>
            </a:r>
            <a:endParaRPr lang="ko-KR" sz="4000" dirty="0"/>
          </a:p>
        </p:txBody>
      </p:sp>
      <p:sp>
        <p:nvSpPr>
          <p:cNvPr id="3" name="S08-card49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0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X는 곧은 선 2개가 엇갈려요.</a:t>
            </a:r>
            <a:endParaRPr lang="ko-KR" sz="3000" dirty="0"/>
          </a:p>
        </p:txBody>
      </p:sp>
      <p:sp>
        <p:nvSpPr>
          <p:cNvPr id="5" name="S08-card51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52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Y는 V 아래에 곧은 선이 있어요.</a:t>
            </a:r>
            <a:endParaRPr lang="ko-KR" sz="3000" dirty="0"/>
          </a:p>
        </p:txBody>
      </p:sp>
      <p:sp>
        <p:nvSpPr>
          <p:cNvPr id="7" name="S08-tile53"/>
          <p:cNvSpPr txBox="1"/>
          <p:nvPr/>
        </p:nvSpPr>
        <p:spPr>
          <a:xfrm>
            <a:off x="3982212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8700" dirty="0"/>
          </a:p>
        </p:txBody>
      </p:sp>
      <p:sp>
        <p:nvSpPr>
          <p:cNvPr id="8" name="S08-tile54"/>
          <p:cNvSpPr txBox="1"/>
          <p:nvPr/>
        </p:nvSpPr>
        <p:spPr>
          <a:xfrm>
            <a:off x="6195060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Z까지 차례대로</a:t>
            </a:r>
            <a:endParaRPr lang="ko-KR" sz="4000" dirty="0"/>
          </a:p>
        </p:txBody>
      </p:sp>
      <p:sp>
        <p:nvSpPr>
          <p:cNvPr id="3" name="S09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Z를 배우고, A부터 Z까지 말해요.</a:t>
            </a:r>
            <a:endParaRPr lang="ko-KR" sz="3000" dirty="0"/>
          </a:p>
        </p:txBody>
      </p:sp>
      <p:sp>
        <p:nvSpPr>
          <p:cNvPr id="4" name="S09-card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알파벳은 A부터 Z까지 26글자예요.</a:t>
            </a:r>
            <a:endParaRPr lang="ko-KR" sz="3000" dirty="0"/>
          </a:p>
        </p:txBody>
      </p:sp>
      <p:sp>
        <p:nvSpPr>
          <p:cNvPr id="6" name="S09-tile58"/>
          <p:cNvSpPr txBox="1"/>
          <p:nvPr/>
        </p:nvSpPr>
        <p:spPr>
          <a:xfrm>
            <a:off x="54864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2900" dirty="0"/>
          </a:p>
        </p:txBody>
      </p:sp>
      <p:sp>
        <p:nvSpPr>
          <p:cNvPr id="7" name="S09-tile59"/>
          <p:cNvSpPr txBox="1"/>
          <p:nvPr/>
        </p:nvSpPr>
        <p:spPr>
          <a:xfrm>
            <a:off x="141732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2900" dirty="0"/>
          </a:p>
        </p:txBody>
      </p:sp>
      <p:sp>
        <p:nvSpPr>
          <p:cNvPr id="8" name="S09-tile60"/>
          <p:cNvSpPr txBox="1"/>
          <p:nvPr/>
        </p:nvSpPr>
        <p:spPr>
          <a:xfrm>
            <a:off x="228600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2900" dirty="0"/>
          </a:p>
        </p:txBody>
      </p:sp>
      <p:sp>
        <p:nvSpPr>
          <p:cNvPr id="9" name="S09-tile61"/>
          <p:cNvSpPr txBox="1"/>
          <p:nvPr/>
        </p:nvSpPr>
        <p:spPr>
          <a:xfrm>
            <a:off x="315468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2900" dirty="0"/>
          </a:p>
        </p:txBody>
      </p:sp>
      <p:sp>
        <p:nvSpPr>
          <p:cNvPr id="10" name="S09-tile62"/>
          <p:cNvSpPr txBox="1"/>
          <p:nvPr/>
        </p:nvSpPr>
        <p:spPr>
          <a:xfrm>
            <a:off x="402336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2900" dirty="0"/>
          </a:p>
        </p:txBody>
      </p:sp>
      <p:sp>
        <p:nvSpPr>
          <p:cNvPr id="11" name="S09-tile63"/>
          <p:cNvSpPr txBox="1"/>
          <p:nvPr/>
        </p:nvSpPr>
        <p:spPr>
          <a:xfrm>
            <a:off x="489204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2900" dirty="0"/>
          </a:p>
        </p:txBody>
      </p:sp>
      <p:sp>
        <p:nvSpPr>
          <p:cNvPr id="12" name="S09-tile64"/>
          <p:cNvSpPr txBox="1"/>
          <p:nvPr/>
        </p:nvSpPr>
        <p:spPr>
          <a:xfrm>
            <a:off x="576072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2900" dirty="0"/>
          </a:p>
        </p:txBody>
      </p:sp>
      <p:sp>
        <p:nvSpPr>
          <p:cNvPr id="13" name="S09-tile65"/>
          <p:cNvSpPr txBox="1"/>
          <p:nvPr/>
        </p:nvSpPr>
        <p:spPr>
          <a:xfrm>
            <a:off x="662940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2900" dirty="0"/>
          </a:p>
        </p:txBody>
      </p:sp>
      <p:sp>
        <p:nvSpPr>
          <p:cNvPr id="14" name="S09-tile66"/>
          <p:cNvSpPr txBox="1"/>
          <p:nvPr/>
        </p:nvSpPr>
        <p:spPr>
          <a:xfrm>
            <a:off x="749808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2900" dirty="0"/>
          </a:p>
        </p:txBody>
      </p:sp>
      <p:sp>
        <p:nvSpPr>
          <p:cNvPr id="15" name="S09-tile67"/>
          <p:cNvSpPr txBox="1"/>
          <p:nvPr/>
        </p:nvSpPr>
        <p:spPr>
          <a:xfrm>
            <a:off x="836676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2900" dirty="0"/>
          </a:p>
        </p:txBody>
      </p:sp>
      <p:sp>
        <p:nvSpPr>
          <p:cNvPr id="16" name="S09-tile68"/>
          <p:cNvSpPr txBox="1"/>
          <p:nvPr/>
        </p:nvSpPr>
        <p:spPr>
          <a:xfrm>
            <a:off x="923544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2900" dirty="0"/>
          </a:p>
        </p:txBody>
      </p:sp>
      <p:sp>
        <p:nvSpPr>
          <p:cNvPr id="17" name="S09-tile69"/>
          <p:cNvSpPr txBox="1"/>
          <p:nvPr/>
        </p:nvSpPr>
        <p:spPr>
          <a:xfrm>
            <a:off x="1010412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2900" dirty="0"/>
          </a:p>
        </p:txBody>
      </p:sp>
      <p:sp>
        <p:nvSpPr>
          <p:cNvPr id="18" name="S09-tile70"/>
          <p:cNvSpPr txBox="1"/>
          <p:nvPr/>
        </p:nvSpPr>
        <p:spPr>
          <a:xfrm>
            <a:off x="1097280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2900" dirty="0"/>
          </a:p>
        </p:txBody>
      </p:sp>
      <p:sp>
        <p:nvSpPr>
          <p:cNvPr id="19" name="S09-tile71"/>
          <p:cNvSpPr txBox="1"/>
          <p:nvPr/>
        </p:nvSpPr>
        <p:spPr>
          <a:xfrm>
            <a:off x="54864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900" dirty="0"/>
          </a:p>
        </p:txBody>
      </p:sp>
      <p:sp>
        <p:nvSpPr>
          <p:cNvPr id="20" name="S09-tile72"/>
          <p:cNvSpPr txBox="1"/>
          <p:nvPr/>
        </p:nvSpPr>
        <p:spPr>
          <a:xfrm>
            <a:off x="141732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2900" dirty="0"/>
          </a:p>
        </p:txBody>
      </p:sp>
      <p:sp>
        <p:nvSpPr>
          <p:cNvPr id="21" name="S09-tile73"/>
          <p:cNvSpPr txBox="1"/>
          <p:nvPr/>
        </p:nvSpPr>
        <p:spPr>
          <a:xfrm>
            <a:off x="228600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2900" dirty="0"/>
          </a:p>
        </p:txBody>
      </p:sp>
      <p:sp>
        <p:nvSpPr>
          <p:cNvPr id="22" name="S09-tile74"/>
          <p:cNvSpPr txBox="1"/>
          <p:nvPr/>
        </p:nvSpPr>
        <p:spPr>
          <a:xfrm>
            <a:off x="315468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2900" dirty="0"/>
          </a:p>
        </p:txBody>
      </p:sp>
      <p:sp>
        <p:nvSpPr>
          <p:cNvPr id="23" name="S09-tile75"/>
          <p:cNvSpPr txBox="1"/>
          <p:nvPr/>
        </p:nvSpPr>
        <p:spPr>
          <a:xfrm>
            <a:off x="402336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2900" dirty="0"/>
          </a:p>
        </p:txBody>
      </p:sp>
      <p:sp>
        <p:nvSpPr>
          <p:cNvPr id="24" name="S09-tile76"/>
          <p:cNvSpPr txBox="1"/>
          <p:nvPr/>
        </p:nvSpPr>
        <p:spPr>
          <a:xfrm>
            <a:off x="489204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900" dirty="0"/>
          </a:p>
        </p:txBody>
      </p:sp>
      <p:sp>
        <p:nvSpPr>
          <p:cNvPr id="25" name="S09-tile77"/>
          <p:cNvSpPr txBox="1"/>
          <p:nvPr/>
        </p:nvSpPr>
        <p:spPr>
          <a:xfrm>
            <a:off x="576072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2900" dirty="0"/>
          </a:p>
        </p:txBody>
      </p:sp>
      <p:sp>
        <p:nvSpPr>
          <p:cNvPr id="26" name="S09-tile78"/>
          <p:cNvSpPr txBox="1"/>
          <p:nvPr/>
        </p:nvSpPr>
        <p:spPr>
          <a:xfrm>
            <a:off x="662940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2900" dirty="0"/>
          </a:p>
        </p:txBody>
      </p:sp>
      <p:sp>
        <p:nvSpPr>
          <p:cNvPr id="27" name="S09-tile79"/>
          <p:cNvSpPr txBox="1"/>
          <p:nvPr/>
        </p:nvSpPr>
        <p:spPr>
          <a:xfrm>
            <a:off x="749808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2900" dirty="0"/>
          </a:p>
        </p:txBody>
      </p:sp>
      <p:sp>
        <p:nvSpPr>
          <p:cNvPr id="28" name="S09-tile80"/>
          <p:cNvSpPr txBox="1"/>
          <p:nvPr/>
        </p:nvSpPr>
        <p:spPr>
          <a:xfrm>
            <a:off x="836676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2900" dirty="0"/>
          </a:p>
        </p:txBody>
      </p:sp>
      <p:sp>
        <p:nvSpPr>
          <p:cNvPr id="29" name="S09-tile81"/>
          <p:cNvSpPr txBox="1"/>
          <p:nvPr/>
        </p:nvSpPr>
        <p:spPr>
          <a:xfrm>
            <a:off x="923544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2900" dirty="0"/>
          </a:p>
        </p:txBody>
      </p:sp>
      <p:sp>
        <p:nvSpPr>
          <p:cNvPr id="30" name="S09-tile82"/>
          <p:cNvSpPr txBox="1"/>
          <p:nvPr/>
        </p:nvSpPr>
        <p:spPr>
          <a:xfrm>
            <a:off x="1010412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2900" dirty="0"/>
          </a:p>
        </p:txBody>
      </p:sp>
      <p:sp>
        <p:nvSpPr>
          <p:cNvPr id="31" name="S09-tile83"/>
          <p:cNvSpPr txBox="1"/>
          <p:nvPr/>
        </p:nvSpPr>
        <p:spPr>
          <a:xfrm>
            <a:off x="1097280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2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듣고 짚어요</a:t>
            </a:r>
            <a:endParaRPr lang="ko-KR" sz="4000" dirty="0"/>
          </a:p>
        </p:txBody>
      </p:sp>
      <p:sp>
        <p:nvSpPr>
          <p:cNvPr id="3" name="S10-text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이름의 글자를 짚어요.</a:t>
            </a:r>
            <a:endParaRPr lang="ko-KR" sz="3000" dirty="0"/>
          </a:p>
        </p:txBody>
      </p:sp>
      <p:sp>
        <p:nvSpPr>
          <p:cNvPr id="4" name="S10-tile85"/>
          <p:cNvSpPr txBox="1"/>
          <p:nvPr/>
        </p:nvSpPr>
        <p:spPr>
          <a:xfrm>
            <a:off x="690372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900" dirty="0"/>
          </a:p>
        </p:txBody>
      </p:sp>
      <p:sp>
        <p:nvSpPr>
          <p:cNvPr id="5" name="S10-tile86"/>
          <p:cNvSpPr txBox="1"/>
          <p:nvPr/>
        </p:nvSpPr>
        <p:spPr>
          <a:xfrm>
            <a:off x="2263140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6" name="S10-tile87"/>
          <p:cNvSpPr txBox="1"/>
          <p:nvPr/>
        </p:nvSpPr>
        <p:spPr>
          <a:xfrm>
            <a:off x="3835908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5900" dirty="0"/>
          </a:p>
        </p:txBody>
      </p:sp>
      <p:sp>
        <p:nvSpPr>
          <p:cNvPr id="7" name="S10-tile88"/>
          <p:cNvSpPr txBox="1"/>
          <p:nvPr/>
        </p:nvSpPr>
        <p:spPr>
          <a:xfrm>
            <a:off x="5408676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5900" dirty="0"/>
          </a:p>
        </p:txBody>
      </p:sp>
      <p:sp>
        <p:nvSpPr>
          <p:cNvPr id="8" name="S10-tile89"/>
          <p:cNvSpPr txBox="1"/>
          <p:nvPr/>
        </p:nvSpPr>
        <p:spPr>
          <a:xfrm>
            <a:off x="6981444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5900" dirty="0"/>
          </a:p>
        </p:txBody>
      </p:sp>
      <p:sp>
        <p:nvSpPr>
          <p:cNvPr id="9" name="S10-tile90"/>
          <p:cNvSpPr txBox="1"/>
          <p:nvPr/>
        </p:nvSpPr>
        <p:spPr>
          <a:xfrm>
            <a:off x="8554212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10" name="S10-tile91"/>
          <p:cNvSpPr txBox="1"/>
          <p:nvPr/>
        </p:nvSpPr>
        <p:spPr>
          <a:xfrm>
            <a:off x="10126980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11" name="S10-tile92"/>
          <p:cNvSpPr txBox="1"/>
          <p:nvPr/>
        </p:nvSpPr>
        <p:spPr>
          <a:xfrm>
            <a:off x="1476756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5900" dirty="0"/>
          </a:p>
        </p:txBody>
      </p:sp>
      <p:sp>
        <p:nvSpPr>
          <p:cNvPr id="12" name="S10-tile93"/>
          <p:cNvSpPr txBox="1"/>
          <p:nvPr/>
        </p:nvSpPr>
        <p:spPr>
          <a:xfrm>
            <a:off x="3049524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900" dirty="0"/>
          </a:p>
        </p:txBody>
      </p:sp>
      <p:sp>
        <p:nvSpPr>
          <p:cNvPr id="13" name="S10-tile94"/>
          <p:cNvSpPr txBox="1"/>
          <p:nvPr/>
        </p:nvSpPr>
        <p:spPr>
          <a:xfrm>
            <a:off x="4622292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5900" dirty="0"/>
          </a:p>
        </p:txBody>
      </p:sp>
      <p:sp>
        <p:nvSpPr>
          <p:cNvPr id="14" name="S10-tile95"/>
          <p:cNvSpPr txBox="1"/>
          <p:nvPr/>
        </p:nvSpPr>
        <p:spPr>
          <a:xfrm>
            <a:off x="6195060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15" name="S10-tile96"/>
          <p:cNvSpPr txBox="1"/>
          <p:nvPr/>
        </p:nvSpPr>
        <p:spPr>
          <a:xfrm>
            <a:off x="7767828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5900" dirty="0"/>
          </a:p>
        </p:txBody>
      </p:sp>
      <p:sp>
        <p:nvSpPr>
          <p:cNvPr id="16" name="S10-tile97"/>
          <p:cNvSpPr txBox="1"/>
          <p:nvPr/>
        </p:nvSpPr>
        <p:spPr>
          <a:xfrm>
            <a:off x="9340596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U일까요, V일까요?</a:t>
            </a:r>
            <a:endParaRPr lang="ko-KR" sz="4000" dirty="0"/>
          </a:p>
        </p:txBody>
      </p:sp>
      <p:sp>
        <p:nvSpPr>
          <p:cNvPr id="3" name="S11-card9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9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V를 보고 ‘U’라고 했어요.</a:t>
            </a:r>
            <a:endParaRPr lang="ko-KR" sz="3000" dirty="0"/>
          </a:p>
        </p:txBody>
      </p:sp>
      <p:sp>
        <p:nvSpPr>
          <p:cNvPr id="5" name="S11-card10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10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말했나요? 무엇을 보고 알았나요?</a:t>
            </a:r>
            <a:endParaRPr lang="ko-KR" sz="3000" dirty="0"/>
          </a:p>
        </p:txBody>
      </p:sp>
      <p:sp>
        <p:nvSpPr>
          <p:cNvPr id="7" name="S11-chip10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아래가 둥글어요</a:t>
            </a:r>
            <a:endParaRPr lang="ko-KR" sz="2400" dirty="0"/>
          </a:p>
        </p:txBody>
      </p:sp>
      <p:sp>
        <p:nvSpPr>
          <p:cNvPr id="8" name="S11-tile103"/>
          <p:cNvSpPr txBox="1"/>
          <p:nvPr/>
        </p:nvSpPr>
        <p:spPr>
          <a:xfrm>
            <a:off x="2544318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9" name="S11-chip10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아래가 뾰족해요</a:t>
            </a:r>
            <a:endParaRPr lang="ko-KR" sz="2400" dirty="0"/>
          </a:p>
        </p:txBody>
      </p:sp>
      <p:sp>
        <p:nvSpPr>
          <p:cNvPr id="10" name="S11-tile105"/>
          <p:cNvSpPr txBox="1"/>
          <p:nvPr/>
        </p:nvSpPr>
        <p:spPr>
          <a:xfrm>
            <a:off x="8273034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글자를 찾아요</a:t>
            </a:r>
            <a:endParaRPr lang="ko-KR" sz="4000" dirty="0"/>
          </a:p>
        </p:txBody>
      </p:sp>
      <p:sp>
        <p:nvSpPr>
          <p:cNvPr id="3" name="S12-text10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?에 들어갈 글자를 말해요.</a:t>
            </a:r>
            <a:endParaRPr lang="ko-KR" sz="3000" dirty="0"/>
          </a:p>
        </p:txBody>
      </p:sp>
      <p:sp>
        <p:nvSpPr>
          <p:cNvPr id="4" name="S12-card1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2-cardtext1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모르면 앞 글자부터 차례대로 말해 봐요.</a:t>
            </a:r>
            <a:endParaRPr lang="ko-KR" sz="3000" dirty="0"/>
          </a:p>
        </p:txBody>
      </p:sp>
      <p:sp>
        <p:nvSpPr>
          <p:cNvPr id="6" name="S12-chip10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2-tile110"/>
          <p:cNvSpPr txBox="1"/>
          <p:nvPr/>
        </p:nvSpPr>
        <p:spPr>
          <a:xfrm>
            <a:off x="1956816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4000" dirty="0"/>
          </a:p>
        </p:txBody>
      </p:sp>
      <p:sp>
        <p:nvSpPr>
          <p:cNvPr id="8" name="S12-tile111"/>
          <p:cNvSpPr txBox="1"/>
          <p:nvPr/>
        </p:nvSpPr>
        <p:spPr>
          <a:xfrm>
            <a:off x="3072384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4000" dirty="0"/>
          </a:p>
        </p:txBody>
      </p:sp>
      <p:sp>
        <p:nvSpPr>
          <p:cNvPr id="9" name="S12-tile112"/>
          <p:cNvSpPr txBox="1"/>
          <p:nvPr/>
        </p:nvSpPr>
        <p:spPr>
          <a:xfrm>
            <a:off x="4187952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0" name="S12-tile113"/>
          <p:cNvSpPr txBox="1"/>
          <p:nvPr/>
        </p:nvSpPr>
        <p:spPr>
          <a:xfrm>
            <a:off x="5303520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4000" dirty="0"/>
          </a:p>
        </p:txBody>
      </p:sp>
      <p:sp>
        <p:nvSpPr>
          <p:cNvPr id="11" name="S12-chip11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2" name="S12-tile115"/>
          <p:cNvSpPr txBox="1"/>
          <p:nvPr/>
        </p:nvSpPr>
        <p:spPr>
          <a:xfrm>
            <a:off x="1956816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4000" dirty="0"/>
          </a:p>
        </p:txBody>
      </p:sp>
      <p:sp>
        <p:nvSpPr>
          <p:cNvPr id="13" name="S12-tile116"/>
          <p:cNvSpPr txBox="1"/>
          <p:nvPr/>
        </p:nvSpPr>
        <p:spPr>
          <a:xfrm>
            <a:off x="3072384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4000" dirty="0"/>
          </a:p>
        </p:txBody>
      </p:sp>
      <p:sp>
        <p:nvSpPr>
          <p:cNvPr id="14" name="S12-tile117"/>
          <p:cNvSpPr txBox="1"/>
          <p:nvPr/>
        </p:nvSpPr>
        <p:spPr>
          <a:xfrm>
            <a:off x="4187952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5" name="S12-tile118"/>
          <p:cNvSpPr txBox="1"/>
          <p:nvPr/>
        </p:nvSpPr>
        <p:spPr>
          <a:xfrm>
            <a:off x="5303520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4000" dirty="0"/>
          </a:p>
        </p:txBody>
      </p:sp>
      <p:sp>
        <p:nvSpPr>
          <p:cNvPr id="16" name="S12-chip11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7" name="S12-tile120"/>
          <p:cNvSpPr txBox="1"/>
          <p:nvPr/>
        </p:nvSpPr>
        <p:spPr>
          <a:xfrm>
            <a:off x="1956816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4000" dirty="0"/>
          </a:p>
        </p:txBody>
      </p:sp>
      <p:sp>
        <p:nvSpPr>
          <p:cNvPr id="18" name="S12-tile121"/>
          <p:cNvSpPr txBox="1"/>
          <p:nvPr/>
        </p:nvSpPr>
        <p:spPr>
          <a:xfrm>
            <a:off x="3072384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9" name="S12-tile122"/>
          <p:cNvSpPr txBox="1"/>
          <p:nvPr/>
        </p:nvSpPr>
        <p:spPr>
          <a:xfrm>
            <a:off x="4187952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4000" dirty="0"/>
          </a:p>
        </p:txBody>
      </p:sp>
      <p:sp>
        <p:nvSpPr>
          <p:cNvPr id="20" name="S12-tile123"/>
          <p:cNvSpPr txBox="1"/>
          <p:nvPr/>
        </p:nvSpPr>
        <p:spPr>
          <a:xfrm>
            <a:off x="5303520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3-text124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이름을 말해요. ③은 빠진 글자, ④는 굽은 선이 있는 글자를 찾아요.</a:t>
            </a:r>
            <a:endParaRPr lang="ko-KR" sz="3000" dirty="0"/>
          </a:p>
        </p:txBody>
      </p:sp>
      <p:sp>
        <p:nvSpPr>
          <p:cNvPr id="4" name="S13-chip125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3-tile126"/>
          <p:cNvSpPr txBox="1"/>
          <p:nvPr/>
        </p:nvSpPr>
        <p:spPr>
          <a:xfrm>
            <a:off x="1369314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5900" dirty="0"/>
          </a:p>
        </p:txBody>
      </p:sp>
      <p:sp>
        <p:nvSpPr>
          <p:cNvPr id="6" name="S13-tile127"/>
          <p:cNvSpPr txBox="1"/>
          <p:nvPr/>
        </p:nvSpPr>
        <p:spPr>
          <a:xfrm>
            <a:off x="2942082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5900" dirty="0"/>
          </a:p>
        </p:txBody>
      </p:sp>
      <p:sp>
        <p:nvSpPr>
          <p:cNvPr id="7" name="S13-tile128"/>
          <p:cNvSpPr txBox="1"/>
          <p:nvPr/>
        </p:nvSpPr>
        <p:spPr>
          <a:xfrm>
            <a:off x="4514850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8" name="S13-chip129"/>
          <p:cNvSpPr txBox="1"/>
          <p:nvPr/>
        </p:nvSpPr>
        <p:spPr>
          <a:xfrm>
            <a:off x="6277356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3-tile130"/>
          <p:cNvSpPr txBox="1"/>
          <p:nvPr/>
        </p:nvSpPr>
        <p:spPr>
          <a:xfrm>
            <a:off x="7098030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5900" dirty="0"/>
          </a:p>
        </p:txBody>
      </p:sp>
      <p:sp>
        <p:nvSpPr>
          <p:cNvPr id="10" name="S13-tile131"/>
          <p:cNvSpPr txBox="1"/>
          <p:nvPr/>
        </p:nvSpPr>
        <p:spPr>
          <a:xfrm>
            <a:off x="8670798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900" dirty="0"/>
          </a:p>
        </p:txBody>
      </p:sp>
      <p:sp>
        <p:nvSpPr>
          <p:cNvPr id="11" name="S13-tile132"/>
          <p:cNvSpPr txBox="1"/>
          <p:nvPr/>
        </p:nvSpPr>
        <p:spPr>
          <a:xfrm>
            <a:off x="10243566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5900" dirty="0"/>
          </a:p>
        </p:txBody>
      </p:sp>
      <p:sp>
        <p:nvSpPr>
          <p:cNvPr id="12" name="S13-chip133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13-tile134"/>
          <p:cNvSpPr txBox="1"/>
          <p:nvPr/>
        </p:nvSpPr>
        <p:spPr>
          <a:xfrm>
            <a:off x="1369314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14" name="S13-tile135"/>
          <p:cNvSpPr txBox="1"/>
          <p:nvPr/>
        </p:nvSpPr>
        <p:spPr>
          <a:xfrm>
            <a:off x="2942082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5" name="S13-tile136"/>
          <p:cNvSpPr txBox="1"/>
          <p:nvPr/>
        </p:nvSpPr>
        <p:spPr>
          <a:xfrm>
            <a:off x="451485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5900" dirty="0"/>
          </a:p>
        </p:txBody>
      </p:sp>
      <p:sp>
        <p:nvSpPr>
          <p:cNvPr id="16" name="S13-chip137"/>
          <p:cNvSpPr txBox="1"/>
          <p:nvPr/>
        </p:nvSpPr>
        <p:spPr>
          <a:xfrm>
            <a:off x="6277356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7" name="S13-tile138"/>
          <p:cNvSpPr txBox="1"/>
          <p:nvPr/>
        </p:nvSpPr>
        <p:spPr>
          <a:xfrm>
            <a:off x="709803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5900" dirty="0"/>
          </a:p>
        </p:txBody>
      </p:sp>
      <p:sp>
        <p:nvSpPr>
          <p:cNvPr id="18" name="S13-tile139"/>
          <p:cNvSpPr txBox="1"/>
          <p:nvPr/>
        </p:nvSpPr>
        <p:spPr>
          <a:xfrm>
            <a:off x="867079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900" dirty="0"/>
          </a:p>
        </p:txBody>
      </p:sp>
      <p:sp>
        <p:nvSpPr>
          <p:cNvPr id="19" name="S13-tile140"/>
          <p:cNvSpPr txBox="1"/>
          <p:nvPr/>
        </p:nvSpPr>
        <p:spPr>
          <a:xfrm>
            <a:off x="1024356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글자를 골라요</a:t>
            </a:r>
            <a:endParaRPr lang="ko-KR" sz="4000" dirty="0"/>
          </a:p>
        </p:txBody>
      </p:sp>
      <p:sp>
        <p:nvSpPr>
          <p:cNvPr id="3" name="S15-card1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1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글자는? 어떻게 알았나요?</a:t>
            </a:r>
            <a:endParaRPr lang="ko-KR" sz="3000" dirty="0"/>
          </a:p>
        </p:txBody>
      </p:sp>
      <p:sp>
        <p:nvSpPr>
          <p:cNvPr id="5" name="S15-chip143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5-tile144"/>
          <p:cNvSpPr txBox="1"/>
          <p:nvPr/>
        </p:nvSpPr>
        <p:spPr>
          <a:xfrm>
            <a:off x="2896362" y="147447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6300" dirty="0"/>
          </a:p>
        </p:txBody>
      </p:sp>
      <p:sp>
        <p:nvSpPr>
          <p:cNvPr id="7" name="S15-chip145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8" name="S15-tile146"/>
          <p:cNvSpPr txBox="1"/>
          <p:nvPr/>
        </p:nvSpPr>
        <p:spPr>
          <a:xfrm>
            <a:off x="8625078" y="147447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6300" dirty="0"/>
          </a:p>
        </p:txBody>
      </p:sp>
      <p:sp>
        <p:nvSpPr>
          <p:cNvPr id="9" name="S15-chip147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0" name="S15-tile148"/>
          <p:cNvSpPr txBox="1"/>
          <p:nvPr/>
        </p:nvSpPr>
        <p:spPr>
          <a:xfrm>
            <a:off x="2896362" y="350901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6300" dirty="0"/>
          </a:p>
        </p:txBody>
      </p:sp>
      <p:sp>
        <p:nvSpPr>
          <p:cNvPr id="11" name="S15-chip149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2" name="S15-tile150"/>
          <p:cNvSpPr txBox="1"/>
          <p:nvPr/>
        </p:nvSpPr>
        <p:spPr>
          <a:xfrm>
            <a:off x="8625078" y="350901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6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6-card151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6-cardtext152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알파벳은 A부터 Z까지 26글자예요.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닮은 글자는 다른 곳 하나를 찾아 구별해요.</a:t>
            </a:r>
            <a:endParaRPr lang="ko-KR" sz="3000" dirty="0"/>
          </a:p>
        </p:txBody>
      </p:sp>
      <p:sp>
        <p:nvSpPr>
          <p:cNvPr id="5" name="S16-chip153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다른 곳 찾아 구별하기</a:t>
            </a:r>
            <a:endParaRPr lang="ko-KR" sz="2400" dirty="0"/>
          </a:p>
        </p:txBody>
      </p:sp>
      <p:sp>
        <p:nvSpPr>
          <p:cNvPr id="6" name="S16-chip154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U와 V를 같게 보기</a:t>
            </a:r>
            <a:endParaRPr lang="ko-KR" sz="2400" dirty="0"/>
          </a:p>
        </p:txBody>
      </p:sp>
      <p:sp>
        <p:nvSpPr>
          <p:cNvPr id="7" name="S16-text155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6-text156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A부터 Z까지 차례대로 말하기</a:t>
            </a:r>
            <a:endParaRPr lang="ko-KR" sz="2400" dirty="0"/>
          </a:p>
        </p:txBody>
      </p:sp>
      <p:sp>
        <p:nvSpPr>
          <p:cNvPr id="9" name="S16-text157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U와 V의 다른 점은?</a:t>
            </a:r>
            <a:endParaRPr lang="ko-KR" sz="2400" dirty="0"/>
          </a:p>
        </p:txBody>
      </p:sp>
      <p:sp>
        <p:nvSpPr>
          <p:cNvPr id="10" name="S16-text158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W 다음 글자는?</a:t>
            </a:r>
            <a:endParaRPr lang="ko-KR" sz="2400" dirty="0"/>
          </a:p>
        </p:txBody>
      </p:sp>
      <p:sp>
        <p:nvSpPr>
          <p:cNvPr id="11" name="S16-text15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소문자와 첫소리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A부터 M까지 다시</a:t>
            </a:r>
            <a:endParaRPr lang="ko-KR" sz="4000" dirty="0"/>
          </a:p>
        </p:txBody>
      </p:sp>
      <p:sp>
        <p:nvSpPr>
          <p:cNvPr id="3" name="S17-card160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7-cardtext161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따라 말해요.</a:t>
            </a:r>
            <a:endParaRPr lang="ko-KR" sz="3000" dirty="0"/>
          </a:p>
        </p:txBody>
      </p:sp>
      <p:sp>
        <p:nvSpPr>
          <p:cNvPr id="5" name="S17-card162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7-cardtext163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카드를 차례대로 놓아요.</a:t>
            </a:r>
            <a:endParaRPr lang="ko-KR" sz="3000" dirty="0"/>
          </a:p>
        </p:txBody>
      </p:sp>
      <p:sp>
        <p:nvSpPr>
          <p:cNvPr id="7" name="S17-tile164"/>
          <p:cNvSpPr txBox="1"/>
          <p:nvPr/>
        </p:nvSpPr>
        <p:spPr>
          <a:xfrm>
            <a:off x="1330452" y="17388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100" dirty="0"/>
          </a:p>
        </p:txBody>
      </p:sp>
      <p:sp>
        <p:nvSpPr>
          <p:cNvPr id="8" name="S17-tile165"/>
          <p:cNvSpPr txBox="1"/>
          <p:nvPr/>
        </p:nvSpPr>
        <p:spPr>
          <a:xfrm>
            <a:off x="2720340" y="17388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100" dirty="0"/>
          </a:p>
        </p:txBody>
      </p:sp>
      <p:sp>
        <p:nvSpPr>
          <p:cNvPr id="9" name="S17-tile166"/>
          <p:cNvSpPr txBox="1"/>
          <p:nvPr/>
        </p:nvSpPr>
        <p:spPr>
          <a:xfrm>
            <a:off x="4110228" y="17388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100" dirty="0"/>
          </a:p>
        </p:txBody>
      </p:sp>
      <p:sp>
        <p:nvSpPr>
          <p:cNvPr id="10" name="S17-tile167"/>
          <p:cNvSpPr txBox="1"/>
          <p:nvPr/>
        </p:nvSpPr>
        <p:spPr>
          <a:xfrm>
            <a:off x="5500116" y="17388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100" dirty="0"/>
          </a:p>
        </p:txBody>
      </p:sp>
      <p:sp>
        <p:nvSpPr>
          <p:cNvPr id="11" name="S17-tile168"/>
          <p:cNvSpPr txBox="1"/>
          <p:nvPr/>
        </p:nvSpPr>
        <p:spPr>
          <a:xfrm>
            <a:off x="6890004" y="17388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100" dirty="0"/>
          </a:p>
        </p:txBody>
      </p:sp>
      <p:sp>
        <p:nvSpPr>
          <p:cNvPr id="12" name="S17-tile169"/>
          <p:cNvSpPr txBox="1"/>
          <p:nvPr/>
        </p:nvSpPr>
        <p:spPr>
          <a:xfrm>
            <a:off x="8279892" y="17388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100" dirty="0"/>
          </a:p>
        </p:txBody>
      </p:sp>
      <p:sp>
        <p:nvSpPr>
          <p:cNvPr id="13" name="S17-tile170"/>
          <p:cNvSpPr txBox="1"/>
          <p:nvPr/>
        </p:nvSpPr>
        <p:spPr>
          <a:xfrm>
            <a:off x="9669780" y="17388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100" dirty="0"/>
          </a:p>
        </p:txBody>
      </p:sp>
      <p:sp>
        <p:nvSpPr>
          <p:cNvPr id="14" name="S17-tile171"/>
          <p:cNvSpPr txBox="1"/>
          <p:nvPr/>
        </p:nvSpPr>
        <p:spPr>
          <a:xfrm>
            <a:off x="2025396" y="3128772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100" dirty="0"/>
          </a:p>
        </p:txBody>
      </p:sp>
      <p:sp>
        <p:nvSpPr>
          <p:cNvPr id="15" name="S17-tile172"/>
          <p:cNvSpPr txBox="1"/>
          <p:nvPr/>
        </p:nvSpPr>
        <p:spPr>
          <a:xfrm>
            <a:off x="3415284" y="3128772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100" dirty="0"/>
          </a:p>
        </p:txBody>
      </p:sp>
      <p:sp>
        <p:nvSpPr>
          <p:cNvPr id="16" name="S17-tile173"/>
          <p:cNvSpPr txBox="1"/>
          <p:nvPr/>
        </p:nvSpPr>
        <p:spPr>
          <a:xfrm>
            <a:off x="4805172" y="3128772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100" dirty="0"/>
          </a:p>
        </p:txBody>
      </p:sp>
      <p:sp>
        <p:nvSpPr>
          <p:cNvPr id="17" name="S17-tile174"/>
          <p:cNvSpPr txBox="1"/>
          <p:nvPr/>
        </p:nvSpPr>
        <p:spPr>
          <a:xfrm>
            <a:off x="6195060" y="3128772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100" dirty="0"/>
          </a:p>
        </p:txBody>
      </p:sp>
      <p:sp>
        <p:nvSpPr>
          <p:cNvPr id="18" name="S17-tile175"/>
          <p:cNvSpPr txBox="1"/>
          <p:nvPr/>
        </p:nvSpPr>
        <p:spPr>
          <a:xfrm>
            <a:off x="7584948" y="3128772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100" dirty="0"/>
          </a:p>
        </p:txBody>
      </p:sp>
      <p:sp>
        <p:nvSpPr>
          <p:cNvPr id="19" name="S17-tile176"/>
          <p:cNvSpPr txBox="1"/>
          <p:nvPr/>
        </p:nvSpPr>
        <p:spPr>
          <a:xfrm>
            <a:off x="8974836" y="3128772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알파벳 N부터 Z까지</dc:title>
  <dc:subject>KR22-G03-ENG-ABC2-L01</dc:subject>
  <dc:creator>education-ppt</dc:creator>
  <cp:lastModifiedBy>education-ppt</cp:lastModifiedBy>
  <cp:revision>1</cp:revision>
  <dcterms:created xsi:type="dcterms:W3CDTF">2026-10-26T09:07:22Z</dcterms:created>
  <dcterms:modified xsi:type="dcterms:W3CDTF">2026-10-26T09:07:22Z</dcterms:modified>
</cp:coreProperties>
</file>