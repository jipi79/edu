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472980e-83b8-00d4-3c80-e161bfd27b32}">
          <p14:sldIdLst>
            <p14:sldId id="256"/>
            <p14:sldId id="257"/>
          </p14:sldIdLst>
        </p14:section>
        <p14:section name="개념" id="{797e5554-e8c6-fbfd-36dd-614df5082d66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745a7112-d2dc-30ae-e6f1-5aaf9664aeae}">
          <p14:sldIdLst>
            <p14:sldId id="265"/>
            <p14:sldId id="266"/>
            <p14:sldId id="267"/>
          </p14:sldIdLst>
        </p14:section>
        <p14:section name="확인" id="{3805475d-f225-a0c3-ee81-07c2b00a8d1f}">
          <p14:sldIdLst>
            <p14:sldId id="268"/>
            <p14:sldId id="269"/>
          </p14:sldIdLst>
        </p14:section>
        <p14:section name="정리" id="{9f525a30-7192-6147-115a-9d76d44af630}">
          <p14:sldIdLst>
            <p14:sldId id="270"/>
          </p14:sldIdLst>
        </p14:section>
        <p14:section name="보충" id="{f530d655-0945-2f49-06de-b622ef2ec4ab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N부터 Z까지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N부터 Z까지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N과 O</a:t>
            </a:r>
            <a:endParaRPr lang="ko-KR" sz="40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한글 ㅇ과 닮았지만 영어 이름으로 불러요.</a:t>
            </a:r>
            <a:endParaRPr lang="ko-KR" sz="3000" dirty="0"/>
          </a:p>
        </p:txBody>
      </p:sp>
      <p:sp>
        <p:nvSpPr>
          <p:cNvPr id="5" name="S03-card19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곧은 선만 있어요.</a:t>
            </a:r>
            <a:endParaRPr lang="ko-KR" sz="3000" dirty="0"/>
          </a:p>
        </p:txBody>
      </p:sp>
      <p:sp>
        <p:nvSpPr>
          <p:cNvPr id="7" name="S03-card21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2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동그란 굽은 선이에요.</a:t>
            </a:r>
            <a:endParaRPr lang="ko-KR" sz="3000" dirty="0"/>
          </a:p>
        </p:txBody>
      </p:sp>
      <p:sp>
        <p:nvSpPr>
          <p:cNvPr id="9" name="S03-tile23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7900" dirty="0"/>
          </a:p>
        </p:txBody>
      </p:sp>
      <p:sp>
        <p:nvSpPr>
          <p:cNvPr id="10" name="S03-tile24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P와 Q</a:t>
            </a:r>
            <a:endParaRPr lang="ko-KR" sz="4000" dirty="0"/>
          </a:p>
        </p:txBody>
      </p:sp>
      <p:sp>
        <p:nvSpPr>
          <p:cNvPr id="3" name="S04-card2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P는 곧은 선과 굽은 선이 있어요.</a:t>
            </a:r>
            <a:endParaRPr lang="ko-KR" sz="3000" dirty="0"/>
          </a:p>
        </p:txBody>
      </p:sp>
      <p:sp>
        <p:nvSpPr>
          <p:cNvPr id="5" name="S04-card2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Q는 O에 꼬리가 있어요.</a:t>
            </a:r>
            <a:endParaRPr lang="ko-KR" sz="3000" dirty="0"/>
          </a:p>
        </p:txBody>
      </p:sp>
      <p:sp>
        <p:nvSpPr>
          <p:cNvPr id="7" name="S04-tile29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8700" dirty="0"/>
          </a:p>
        </p:txBody>
      </p:sp>
      <p:sp>
        <p:nvSpPr>
          <p:cNvPr id="8" name="S04-tile30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R과 S</a:t>
            </a:r>
            <a:endParaRPr lang="ko-KR" sz="4000" dirty="0"/>
          </a:p>
        </p:txBody>
      </p:sp>
      <p:sp>
        <p:nvSpPr>
          <p:cNvPr id="3" name="S05-card3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R은 P에 다리가 붙어요.</a:t>
            </a:r>
            <a:endParaRPr lang="ko-KR" sz="3000" dirty="0"/>
          </a:p>
        </p:txBody>
      </p:sp>
      <p:sp>
        <p:nvSpPr>
          <p:cNvPr id="5" name="S05-card3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S는 굽은 선 하나예요.</a:t>
            </a:r>
            <a:endParaRPr lang="ko-KR" sz="3000" dirty="0"/>
          </a:p>
        </p:txBody>
      </p:sp>
      <p:sp>
        <p:nvSpPr>
          <p:cNvPr id="7" name="S05-tile35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8700" dirty="0"/>
          </a:p>
        </p:txBody>
      </p:sp>
      <p:sp>
        <p:nvSpPr>
          <p:cNvPr id="8" name="S05-tile36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T와 U</a:t>
            </a:r>
            <a:endParaRPr lang="ko-KR" sz="4000" dirty="0"/>
          </a:p>
        </p:txBody>
      </p:sp>
      <p:sp>
        <p:nvSpPr>
          <p:cNvPr id="3" name="S06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T는 곧은 선 2개예요.</a:t>
            </a:r>
            <a:endParaRPr lang="ko-KR" sz="3000" dirty="0"/>
          </a:p>
        </p:txBody>
      </p:sp>
      <p:sp>
        <p:nvSpPr>
          <p:cNvPr id="5" name="S06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U는 아래가 둥글어요.</a:t>
            </a:r>
            <a:endParaRPr lang="ko-KR" sz="3000" dirty="0"/>
          </a:p>
        </p:txBody>
      </p:sp>
      <p:sp>
        <p:nvSpPr>
          <p:cNvPr id="7" name="S06-tile41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8700" dirty="0"/>
          </a:p>
        </p:txBody>
      </p:sp>
      <p:sp>
        <p:nvSpPr>
          <p:cNvPr id="8" name="S06-tile42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V와 W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V는 아래가 뾰족해요.</a:t>
            </a:r>
            <a:endParaRPr lang="ko-KR" sz="3000" dirty="0"/>
          </a:p>
        </p:txBody>
      </p:sp>
      <p:sp>
        <p:nvSpPr>
          <p:cNvPr id="5" name="S07-card4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W는 V 2개가 붙은 모양이에요.</a:t>
            </a:r>
            <a:endParaRPr lang="ko-KR" sz="3000" dirty="0"/>
          </a:p>
        </p:txBody>
      </p:sp>
      <p:sp>
        <p:nvSpPr>
          <p:cNvPr id="7" name="S07-tile47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8700" dirty="0"/>
          </a:p>
        </p:txBody>
      </p:sp>
      <p:sp>
        <p:nvSpPr>
          <p:cNvPr id="8" name="S07-tile48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X와 Y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X는 곧은 선 2개가 엇갈려요.</a:t>
            </a:r>
            <a:endParaRPr lang="ko-KR" sz="3000" dirty="0"/>
          </a:p>
        </p:txBody>
      </p:sp>
      <p:sp>
        <p:nvSpPr>
          <p:cNvPr id="5" name="S08-card51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Y는 V 아래에 곧은 선이 있어요.</a:t>
            </a:r>
            <a:endParaRPr lang="ko-KR" sz="3000" dirty="0"/>
          </a:p>
        </p:txBody>
      </p:sp>
      <p:sp>
        <p:nvSpPr>
          <p:cNvPr id="7" name="S08-tile53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8700" dirty="0"/>
          </a:p>
        </p:txBody>
      </p:sp>
      <p:sp>
        <p:nvSpPr>
          <p:cNvPr id="8" name="S08-tile54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Z까지 차례대로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Z를 배우고, A부터 Z까지 말해요.</a:t>
            </a:r>
            <a:endParaRPr lang="ko-KR" sz="30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</p:txBody>
      </p:sp>
      <p:sp>
        <p:nvSpPr>
          <p:cNvPr id="6" name="S09-tile58"/>
          <p:cNvSpPr txBox="1"/>
          <p:nvPr/>
        </p:nvSpPr>
        <p:spPr>
          <a:xfrm>
            <a:off x="5486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7" name="S09-tile59"/>
          <p:cNvSpPr txBox="1"/>
          <p:nvPr/>
        </p:nvSpPr>
        <p:spPr>
          <a:xfrm>
            <a:off x="14173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8" name="S09-tile60"/>
          <p:cNvSpPr txBox="1"/>
          <p:nvPr/>
        </p:nvSpPr>
        <p:spPr>
          <a:xfrm>
            <a:off x="22860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9" name="S09-tile61"/>
          <p:cNvSpPr txBox="1"/>
          <p:nvPr/>
        </p:nvSpPr>
        <p:spPr>
          <a:xfrm>
            <a:off x="31546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0" name="S09-tile62"/>
          <p:cNvSpPr txBox="1"/>
          <p:nvPr/>
        </p:nvSpPr>
        <p:spPr>
          <a:xfrm>
            <a:off x="40233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1" name="S09-tile63"/>
          <p:cNvSpPr txBox="1"/>
          <p:nvPr/>
        </p:nvSpPr>
        <p:spPr>
          <a:xfrm>
            <a:off x="48920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2" name="S09-tile64"/>
          <p:cNvSpPr txBox="1"/>
          <p:nvPr/>
        </p:nvSpPr>
        <p:spPr>
          <a:xfrm>
            <a:off x="57607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3" name="S09-tile65"/>
          <p:cNvSpPr txBox="1"/>
          <p:nvPr/>
        </p:nvSpPr>
        <p:spPr>
          <a:xfrm>
            <a:off x="66294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4" name="S09-tile66"/>
          <p:cNvSpPr txBox="1"/>
          <p:nvPr/>
        </p:nvSpPr>
        <p:spPr>
          <a:xfrm>
            <a:off x="74980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5" name="S09-tile67"/>
          <p:cNvSpPr txBox="1"/>
          <p:nvPr/>
        </p:nvSpPr>
        <p:spPr>
          <a:xfrm>
            <a:off x="83667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6" name="S09-tile68"/>
          <p:cNvSpPr txBox="1"/>
          <p:nvPr/>
        </p:nvSpPr>
        <p:spPr>
          <a:xfrm>
            <a:off x="92354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7" name="S09-tile69"/>
          <p:cNvSpPr txBox="1"/>
          <p:nvPr/>
        </p:nvSpPr>
        <p:spPr>
          <a:xfrm>
            <a:off x="101041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8" name="S09-tile70"/>
          <p:cNvSpPr txBox="1"/>
          <p:nvPr/>
        </p:nvSpPr>
        <p:spPr>
          <a:xfrm>
            <a:off x="109728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9" name="S09-tile71"/>
          <p:cNvSpPr txBox="1"/>
          <p:nvPr/>
        </p:nvSpPr>
        <p:spPr>
          <a:xfrm>
            <a:off x="5486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0" name="S09-tile72"/>
          <p:cNvSpPr txBox="1"/>
          <p:nvPr/>
        </p:nvSpPr>
        <p:spPr>
          <a:xfrm>
            <a:off x="14173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1" name="S09-tile73"/>
          <p:cNvSpPr txBox="1"/>
          <p:nvPr/>
        </p:nvSpPr>
        <p:spPr>
          <a:xfrm>
            <a:off x="22860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2" name="S09-tile74"/>
          <p:cNvSpPr txBox="1"/>
          <p:nvPr/>
        </p:nvSpPr>
        <p:spPr>
          <a:xfrm>
            <a:off x="31546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3" name="S09-tile75"/>
          <p:cNvSpPr txBox="1"/>
          <p:nvPr/>
        </p:nvSpPr>
        <p:spPr>
          <a:xfrm>
            <a:off x="40233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4" name="S09-tile76"/>
          <p:cNvSpPr txBox="1"/>
          <p:nvPr/>
        </p:nvSpPr>
        <p:spPr>
          <a:xfrm>
            <a:off x="48920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5" name="S09-tile77"/>
          <p:cNvSpPr txBox="1"/>
          <p:nvPr/>
        </p:nvSpPr>
        <p:spPr>
          <a:xfrm>
            <a:off x="57607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6" name="S09-tile78"/>
          <p:cNvSpPr txBox="1"/>
          <p:nvPr/>
        </p:nvSpPr>
        <p:spPr>
          <a:xfrm>
            <a:off x="66294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7" name="S09-tile79"/>
          <p:cNvSpPr txBox="1"/>
          <p:nvPr/>
        </p:nvSpPr>
        <p:spPr>
          <a:xfrm>
            <a:off x="74980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8" name="S09-tile80"/>
          <p:cNvSpPr txBox="1"/>
          <p:nvPr/>
        </p:nvSpPr>
        <p:spPr>
          <a:xfrm>
            <a:off x="83667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9" name="S09-tile81"/>
          <p:cNvSpPr txBox="1"/>
          <p:nvPr/>
        </p:nvSpPr>
        <p:spPr>
          <a:xfrm>
            <a:off x="92354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0" name="S09-tile82"/>
          <p:cNvSpPr txBox="1"/>
          <p:nvPr/>
        </p:nvSpPr>
        <p:spPr>
          <a:xfrm>
            <a:off x="101041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1" name="S09-tile83"/>
          <p:cNvSpPr txBox="1"/>
          <p:nvPr/>
        </p:nvSpPr>
        <p:spPr>
          <a:xfrm>
            <a:off x="109728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8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0-tile8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6" name="S10-tile8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0-tile8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10-tile8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9" name="S10-tile9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0" name="S10-tile9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1" name="S10-tile9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12" name="S10-tile9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3" name="S10-tile9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4" name="S10-tile9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5" name="S10-tile9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16" name="S10-tile9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U일까요, V일까요?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V를 보고 ‘U’라고 했어요.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0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둥글어요</a:t>
            </a:r>
            <a:endParaRPr lang="ko-KR" sz="2400" dirty="0"/>
          </a:p>
        </p:txBody>
      </p:sp>
      <p:sp>
        <p:nvSpPr>
          <p:cNvPr id="8" name="S11-tile10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9" name="S11-chip10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뾰족해요</a:t>
            </a:r>
            <a:endParaRPr lang="ko-KR" sz="2400" dirty="0"/>
          </a:p>
        </p:txBody>
      </p:sp>
      <p:sp>
        <p:nvSpPr>
          <p:cNvPr id="10" name="S11-tile10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앞 글자부터 차례대로 말해 봐요.</a:t>
            </a:r>
            <a:endParaRPr lang="ko-KR" sz="3000" dirty="0"/>
          </a:p>
        </p:txBody>
      </p:sp>
      <p:sp>
        <p:nvSpPr>
          <p:cNvPr id="6" name="S12-chip1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1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2-tile11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9" name="S12-tile11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1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1" name="S12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1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000" dirty="0"/>
          </a:p>
        </p:txBody>
      </p:sp>
      <p:sp>
        <p:nvSpPr>
          <p:cNvPr id="13" name="S12-tile11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4" name="S12-tile11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1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000" dirty="0"/>
          </a:p>
        </p:txBody>
      </p:sp>
      <p:sp>
        <p:nvSpPr>
          <p:cNvPr id="16" name="S12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2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8" name="S12-tile12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9" name="S12-tile12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4000" dirty="0"/>
          </a:p>
        </p:txBody>
      </p:sp>
      <p:sp>
        <p:nvSpPr>
          <p:cNvPr id="20" name="S12-tile12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2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2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2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6" name="S13-tile12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3-tile12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8" name="S13-chip12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3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0" name="S13-tile13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1" name="S13-tile13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2" name="S13-chip13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3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4" name="S13-tile13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3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6" name="S13-chip13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3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8" name="S13-tile13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19" name="S13-tile14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4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44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7" name="S15-chip14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46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300" dirty="0"/>
          </a:p>
        </p:txBody>
      </p:sp>
      <p:sp>
        <p:nvSpPr>
          <p:cNvPr id="9" name="S15-chip14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48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15-chip14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50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5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다른 곳 하나를 찾아 구별해요.</a:t>
            </a:r>
            <a:endParaRPr lang="ko-KR" sz="3000" dirty="0"/>
          </a:p>
        </p:txBody>
      </p:sp>
      <p:sp>
        <p:nvSpPr>
          <p:cNvPr id="5" name="S16-chip15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곳 찾아 구별하기</a:t>
            </a:r>
            <a:endParaRPr lang="ko-KR" sz="2400" dirty="0"/>
          </a:p>
        </p:txBody>
      </p:sp>
      <p:sp>
        <p:nvSpPr>
          <p:cNvPr id="6" name="S16-chip15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U와 V를 같게 보기</a:t>
            </a:r>
            <a:endParaRPr lang="ko-KR" sz="2400" dirty="0"/>
          </a:p>
        </p:txBody>
      </p:sp>
      <p:sp>
        <p:nvSpPr>
          <p:cNvPr id="7" name="S16-text15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5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Z까지 차례대로 말하기</a:t>
            </a:r>
            <a:endParaRPr lang="ko-KR" sz="2400" dirty="0"/>
          </a:p>
        </p:txBody>
      </p:sp>
      <p:sp>
        <p:nvSpPr>
          <p:cNvPr id="9" name="S16-text15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U와 V의 다른 점은?</a:t>
            </a:r>
            <a:endParaRPr lang="ko-KR" sz="2400" dirty="0"/>
          </a:p>
        </p:txBody>
      </p:sp>
      <p:sp>
        <p:nvSpPr>
          <p:cNvPr id="10" name="S16-text15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W 다음 글자는?</a:t>
            </a:r>
            <a:endParaRPr lang="ko-KR" sz="2400" dirty="0"/>
          </a:p>
        </p:txBody>
      </p:sp>
      <p:sp>
        <p:nvSpPr>
          <p:cNvPr id="11" name="S16-text1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소문자와 첫소리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A부터 M까지 다시</a:t>
            </a:r>
            <a:endParaRPr lang="ko-KR" sz="4000" dirty="0"/>
          </a:p>
        </p:txBody>
      </p:sp>
      <p:sp>
        <p:nvSpPr>
          <p:cNvPr id="3" name="S17-card16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7-cardtext16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7-card16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7-cardtext16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카드를 차례대로 놓아요.</a:t>
            </a:r>
            <a:endParaRPr lang="ko-KR" sz="3000" dirty="0"/>
          </a:p>
        </p:txBody>
      </p:sp>
      <p:sp>
        <p:nvSpPr>
          <p:cNvPr id="7" name="S17-tile164"/>
          <p:cNvSpPr txBox="1"/>
          <p:nvPr/>
        </p:nvSpPr>
        <p:spPr>
          <a:xfrm>
            <a:off x="133045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8" name="S17-tile165"/>
          <p:cNvSpPr txBox="1"/>
          <p:nvPr/>
        </p:nvSpPr>
        <p:spPr>
          <a:xfrm>
            <a:off x="272034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100" dirty="0"/>
          </a:p>
        </p:txBody>
      </p:sp>
      <p:sp>
        <p:nvSpPr>
          <p:cNvPr id="9" name="S17-tile166"/>
          <p:cNvSpPr txBox="1"/>
          <p:nvPr/>
        </p:nvSpPr>
        <p:spPr>
          <a:xfrm>
            <a:off x="4110228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100" dirty="0"/>
          </a:p>
        </p:txBody>
      </p:sp>
      <p:sp>
        <p:nvSpPr>
          <p:cNvPr id="10" name="S17-tile167"/>
          <p:cNvSpPr txBox="1"/>
          <p:nvPr/>
        </p:nvSpPr>
        <p:spPr>
          <a:xfrm>
            <a:off x="5500116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100" dirty="0"/>
          </a:p>
        </p:txBody>
      </p:sp>
      <p:sp>
        <p:nvSpPr>
          <p:cNvPr id="11" name="S17-tile168"/>
          <p:cNvSpPr txBox="1"/>
          <p:nvPr/>
        </p:nvSpPr>
        <p:spPr>
          <a:xfrm>
            <a:off x="6890004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100" dirty="0"/>
          </a:p>
        </p:txBody>
      </p:sp>
      <p:sp>
        <p:nvSpPr>
          <p:cNvPr id="12" name="S17-tile169"/>
          <p:cNvSpPr txBox="1"/>
          <p:nvPr/>
        </p:nvSpPr>
        <p:spPr>
          <a:xfrm>
            <a:off x="827989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7-tile170"/>
          <p:cNvSpPr txBox="1"/>
          <p:nvPr/>
        </p:nvSpPr>
        <p:spPr>
          <a:xfrm>
            <a:off x="966978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100" dirty="0"/>
          </a:p>
        </p:txBody>
      </p:sp>
      <p:sp>
        <p:nvSpPr>
          <p:cNvPr id="14" name="S17-tile171"/>
          <p:cNvSpPr txBox="1"/>
          <p:nvPr/>
        </p:nvSpPr>
        <p:spPr>
          <a:xfrm>
            <a:off x="202539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5" name="S17-tile172"/>
          <p:cNvSpPr txBox="1"/>
          <p:nvPr/>
        </p:nvSpPr>
        <p:spPr>
          <a:xfrm>
            <a:off x="3415284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100" dirty="0"/>
          </a:p>
        </p:txBody>
      </p:sp>
      <p:sp>
        <p:nvSpPr>
          <p:cNvPr id="16" name="S17-tile173"/>
          <p:cNvSpPr txBox="1"/>
          <p:nvPr/>
        </p:nvSpPr>
        <p:spPr>
          <a:xfrm>
            <a:off x="4805172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7" name="S17-tile174"/>
          <p:cNvSpPr txBox="1"/>
          <p:nvPr/>
        </p:nvSpPr>
        <p:spPr>
          <a:xfrm>
            <a:off x="6195060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18" name="S17-tile175"/>
          <p:cNvSpPr txBox="1"/>
          <p:nvPr/>
        </p:nvSpPr>
        <p:spPr>
          <a:xfrm>
            <a:off x="7584948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19" name="S17-tile176"/>
          <p:cNvSpPr txBox="1"/>
          <p:nvPr/>
        </p:nvSpPr>
        <p:spPr>
          <a:xfrm>
            <a:off x="897483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N부터 Z까지</dc:title>
  <dc:subject>KR22-G03-ENG-ABC2-L01</dc:subject>
  <dc:creator>education-ppt</dc:creator>
  <cp:lastModifiedBy>education-ppt</cp:lastModifiedBy>
  <cp:revision>1</cp:revision>
  <dcterms:created xsi:type="dcterms:W3CDTF">2026-10-26T07:33:41Z</dcterms:created>
  <dcterms:modified xsi:type="dcterms:W3CDTF">2026-10-26T07:33:41Z</dcterms:modified>
</cp:coreProperties>
</file>