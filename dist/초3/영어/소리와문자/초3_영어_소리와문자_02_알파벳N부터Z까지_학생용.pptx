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1b244ea-48a6-2de3-8e5f-4029a747bedc}">
          <p14:sldIdLst>
            <p14:sldId id="256"/>
            <p14:sldId id="257"/>
          </p14:sldIdLst>
        </p14:section>
        <p14:section name="개념" id="{b6e18eae-2230-8466-2be0-72a5c6aba72f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연습" id="{51267a53-4a72-3679-0630-a375796e9535}">
          <p14:sldIdLst>
            <p14:sldId id="265"/>
            <p14:sldId id="266"/>
            <p14:sldId id="267"/>
          </p14:sldIdLst>
        </p14:section>
        <p14:section name="확인" id="{2626ea29-3e40-a78b-1745-0697dcc3e311}">
          <p14:sldIdLst>
            <p14:sldId id="268"/>
            <p14:sldId id="269"/>
          </p14:sldIdLst>
        </p14:section>
        <p14:section name="정리" id="{2c280983-cc76-eab4-d897-4acc59dc8944}">
          <p14:sldIdLst>
            <p14:sldId id="270"/>
          </p14:sldIdLst>
        </p14:section>
        <p14:section name="보충" id="{7c319b77-755a-f439-fc62-5c41b7b3cee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N부터 Z까지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N부터 Z까지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알파벳 N부터 Z까지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 N부터 Z까지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 다음에는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글자가 올까요?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N부터 Z까지 글자 이름을 차례대로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곧은 선과 굽은 선을 보고 닮은 글자를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글자 떠올리기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?에 들어갈 글자를 말해요.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300" dirty="0"/>
          </a:p>
        </p:txBody>
      </p:sp>
      <p:sp>
        <p:nvSpPr>
          <p:cNvPr id="6" name="S02-tile10"/>
          <p:cNvSpPr txBox="1"/>
          <p:nvPr/>
        </p:nvSpPr>
        <p:spPr>
          <a:xfrm>
            <a:off x="2766060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300" dirty="0"/>
          </a:p>
        </p:txBody>
      </p:sp>
      <p:sp>
        <p:nvSpPr>
          <p:cNvPr id="7" name="S02-tile11"/>
          <p:cNvSpPr txBox="1"/>
          <p:nvPr/>
        </p:nvSpPr>
        <p:spPr>
          <a:xfrm>
            <a:off x="4187952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300" dirty="0"/>
          </a:p>
        </p:txBody>
      </p:sp>
      <p:sp>
        <p:nvSpPr>
          <p:cNvPr id="8" name="S02-tile12"/>
          <p:cNvSpPr txBox="1"/>
          <p:nvPr/>
        </p:nvSpPr>
        <p:spPr>
          <a:xfrm>
            <a:off x="5609844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3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4"/>
          <p:cNvSpPr txBox="1"/>
          <p:nvPr/>
        </p:nvSpPr>
        <p:spPr>
          <a:xfrm>
            <a:off x="1828800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1" name="S02-tile15"/>
          <p:cNvSpPr txBox="1"/>
          <p:nvPr/>
        </p:nvSpPr>
        <p:spPr>
          <a:xfrm>
            <a:off x="3401568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2" name="S02-tile16"/>
          <p:cNvSpPr txBox="1"/>
          <p:nvPr/>
        </p:nvSpPr>
        <p:spPr>
          <a:xfrm>
            <a:off x="4974336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N과 O</a:t>
            </a:r>
            <a:endParaRPr lang="ko-KR" sz="4000" dirty="0"/>
          </a:p>
        </p:txBody>
      </p:sp>
      <p:sp>
        <p:nvSpPr>
          <p:cNvPr id="3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O는 한글 ㅇ과 닮았지만 영어 이름으로 불러요.</a:t>
            </a:r>
            <a:endParaRPr lang="ko-KR" sz="3000" dirty="0"/>
          </a:p>
        </p:txBody>
      </p:sp>
      <p:sp>
        <p:nvSpPr>
          <p:cNvPr id="5" name="S03-card19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0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N은 곧은 선만 있어요.</a:t>
            </a:r>
            <a:endParaRPr lang="ko-KR" sz="3000" dirty="0"/>
          </a:p>
        </p:txBody>
      </p:sp>
      <p:sp>
        <p:nvSpPr>
          <p:cNvPr id="7" name="S03-card21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22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O는 동그란 굽은 선이에요.</a:t>
            </a:r>
            <a:endParaRPr lang="ko-KR" sz="3000" dirty="0"/>
          </a:p>
        </p:txBody>
      </p:sp>
      <p:sp>
        <p:nvSpPr>
          <p:cNvPr id="9" name="S03-tile23"/>
          <p:cNvSpPr txBox="1"/>
          <p:nvPr/>
        </p:nvSpPr>
        <p:spPr>
          <a:xfrm>
            <a:off x="4165092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7900" dirty="0"/>
          </a:p>
        </p:txBody>
      </p:sp>
      <p:sp>
        <p:nvSpPr>
          <p:cNvPr id="10" name="S03-tile24"/>
          <p:cNvSpPr txBox="1"/>
          <p:nvPr/>
        </p:nvSpPr>
        <p:spPr>
          <a:xfrm>
            <a:off x="6195060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7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P와 Q</a:t>
            </a:r>
            <a:endParaRPr lang="ko-KR" sz="4000" dirty="0"/>
          </a:p>
        </p:txBody>
      </p:sp>
      <p:sp>
        <p:nvSpPr>
          <p:cNvPr id="3" name="S04-card25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P는 곧은 선과 굽은 선이 있어요.</a:t>
            </a:r>
            <a:endParaRPr lang="ko-KR" sz="3000" dirty="0"/>
          </a:p>
        </p:txBody>
      </p:sp>
      <p:sp>
        <p:nvSpPr>
          <p:cNvPr id="5" name="S04-card27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Q는 O에 꼬리가 있어요.</a:t>
            </a:r>
            <a:endParaRPr lang="ko-KR" sz="3000" dirty="0"/>
          </a:p>
        </p:txBody>
      </p:sp>
      <p:sp>
        <p:nvSpPr>
          <p:cNvPr id="7" name="S04-tile29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8700" dirty="0"/>
          </a:p>
        </p:txBody>
      </p:sp>
      <p:sp>
        <p:nvSpPr>
          <p:cNvPr id="8" name="S04-tile30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R과 S</a:t>
            </a:r>
            <a:endParaRPr lang="ko-KR" sz="4000" dirty="0"/>
          </a:p>
        </p:txBody>
      </p:sp>
      <p:sp>
        <p:nvSpPr>
          <p:cNvPr id="3" name="S05-card31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2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R은 P에 다리가 붙어요.</a:t>
            </a:r>
            <a:endParaRPr lang="ko-KR" sz="3000" dirty="0"/>
          </a:p>
        </p:txBody>
      </p:sp>
      <p:sp>
        <p:nvSpPr>
          <p:cNvPr id="5" name="S05-card33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34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S는 굽은 선 하나예요.</a:t>
            </a:r>
            <a:endParaRPr lang="ko-KR" sz="3000" dirty="0"/>
          </a:p>
        </p:txBody>
      </p:sp>
      <p:sp>
        <p:nvSpPr>
          <p:cNvPr id="7" name="S05-tile35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8700" dirty="0"/>
          </a:p>
        </p:txBody>
      </p:sp>
      <p:sp>
        <p:nvSpPr>
          <p:cNvPr id="8" name="S05-tile36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T와 U</a:t>
            </a:r>
            <a:endParaRPr lang="ko-KR" sz="4000" dirty="0"/>
          </a:p>
        </p:txBody>
      </p:sp>
      <p:sp>
        <p:nvSpPr>
          <p:cNvPr id="3" name="S06-card3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T는 곧은 선 2개예요.</a:t>
            </a:r>
            <a:endParaRPr lang="ko-KR" sz="3000" dirty="0"/>
          </a:p>
        </p:txBody>
      </p:sp>
      <p:sp>
        <p:nvSpPr>
          <p:cNvPr id="5" name="S06-card3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U는 아래가 둥글어요.</a:t>
            </a:r>
            <a:endParaRPr lang="ko-KR" sz="3000" dirty="0"/>
          </a:p>
        </p:txBody>
      </p:sp>
      <p:sp>
        <p:nvSpPr>
          <p:cNvPr id="7" name="S06-tile41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8700" dirty="0"/>
          </a:p>
        </p:txBody>
      </p:sp>
      <p:sp>
        <p:nvSpPr>
          <p:cNvPr id="8" name="S06-tile42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V와 W</a:t>
            </a:r>
            <a:endParaRPr lang="ko-KR" sz="4000" dirty="0"/>
          </a:p>
        </p:txBody>
      </p:sp>
      <p:sp>
        <p:nvSpPr>
          <p:cNvPr id="3" name="S07-card43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V는 아래가 뾰족해요.</a:t>
            </a:r>
            <a:endParaRPr lang="ko-KR" sz="3000" dirty="0"/>
          </a:p>
        </p:txBody>
      </p:sp>
      <p:sp>
        <p:nvSpPr>
          <p:cNvPr id="5" name="S07-card45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W는 V 2개가 붙은 모양이에요.</a:t>
            </a:r>
            <a:endParaRPr lang="ko-KR" sz="3000" dirty="0"/>
          </a:p>
        </p:txBody>
      </p:sp>
      <p:sp>
        <p:nvSpPr>
          <p:cNvPr id="7" name="S07-tile47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8700" dirty="0"/>
          </a:p>
        </p:txBody>
      </p:sp>
      <p:sp>
        <p:nvSpPr>
          <p:cNvPr id="8" name="S07-tile48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X와 Y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X는 곧은 선 2개가 엇갈려요.</a:t>
            </a:r>
            <a:endParaRPr lang="ko-KR" sz="3000" dirty="0"/>
          </a:p>
        </p:txBody>
      </p:sp>
      <p:sp>
        <p:nvSpPr>
          <p:cNvPr id="5" name="S08-card51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Y는 V 아래에 곧은 선이 있어요.</a:t>
            </a:r>
            <a:endParaRPr lang="ko-KR" sz="3000" dirty="0"/>
          </a:p>
        </p:txBody>
      </p:sp>
      <p:sp>
        <p:nvSpPr>
          <p:cNvPr id="7" name="S08-tile53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8700" dirty="0"/>
          </a:p>
        </p:txBody>
      </p:sp>
      <p:sp>
        <p:nvSpPr>
          <p:cNvPr id="8" name="S08-tile54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Z까지 차례대로</a:t>
            </a:r>
            <a:endParaRPr lang="ko-KR" sz="4000" dirty="0"/>
          </a:p>
        </p:txBody>
      </p:sp>
      <p:sp>
        <p:nvSpPr>
          <p:cNvPr id="3" name="S09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Z를 배우고, A부터 Z까지 말해요.</a:t>
            </a:r>
            <a:endParaRPr lang="ko-KR" sz="3000" dirty="0"/>
          </a:p>
        </p:txBody>
      </p:sp>
      <p:sp>
        <p:nvSpPr>
          <p:cNvPr id="4" name="S09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알파벳은 A부터 Z까지 26글자예요.</a:t>
            </a:r>
            <a:endParaRPr lang="ko-KR" sz="3000" dirty="0"/>
          </a:p>
        </p:txBody>
      </p:sp>
      <p:sp>
        <p:nvSpPr>
          <p:cNvPr id="6" name="S09-tile58"/>
          <p:cNvSpPr txBox="1"/>
          <p:nvPr/>
        </p:nvSpPr>
        <p:spPr>
          <a:xfrm>
            <a:off x="54864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7" name="S09-tile59"/>
          <p:cNvSpPr txBox="1"/>
          <p:nvPr/>
        </p:nvSpPr>
        <p:spPr>
          <a:xfrm>
            <a:off x="141732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8" name="S09-tile60"/>
          <p:cNvSpPr txBox="1"/>
          <p:nvPr/>
        </p:nvSpPr>
        <p:spPr>
          <a:xfrm>
            <a:off x="228600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9" name="S09-tile61"/>
          <p:cNvSpPr txBox="1"/>
          <p:nvPr/>
        </p:nvSpPr>
        <p:spPr>
          <a:xfrm>
            <a:off x="315468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10" name="S09-tile62"/>
          <p:cNvSpPr txBox="1"/>
          <p:nvPr/>
        </p:nvSpPr>
        <p:spPr>
          <a:xfrm>
            <a:off x="402336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1" name="S09-tile63"/>
          <p:cNvSpPr txBox="1"/>
          <p:nvPr/>
        </p:nvSpPr>
        <p:spPr>
          <a:xfrm>
            <a:off x="489204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2" name="S09-tile64"/>
          <p:cNvSpPr txBox="1"/>
          <p:nvPr/>
        </p:nvSpPr>
        <p:spPr>
          <a:xfrm>
            <a:off x="576072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3" name="S09-tile65"/>
          <p:cNvSpPr txBox="1"/>
          <p:nvPr/>
        </p:nvSpPr>
        <p:spPr>
          <a:xfrm>
            <a:off x="662940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4" name="S09-tile66"/>
          <p:cNvSpPr txBox="1"/>
          <p:nvPr/>
        </p:nvSpPr>
        <p:spPr>
          <a:xfrm>
            <a:off x="749808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5" name="S09-tile67"/>
          <p:cNvSpPr txBox="1"/>
          <p:nvPr/>
        </p:nvSpPr>
        <p:spPr>
          <a:xfrm>
            <a:off x="836676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6" name="S09-tile68"/>
          <p:cNvSpPr txBox="1"/>
          <p:nvPr/>
        </p:nvSpPr>
        <p:spPr>
          <a:xfrm>
            <a:off x="923544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7" name="S09-tile69"/>
          <p:cNvSpPr txBox="1"/>
          <p:nvPr/>
        </p:nvSpPr>
        <p:spPr>
          <a:xfrm>
            <a:off x="1010412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8" name="S09-tile70"/>
          <p:cNvSpPr txBox="1"/>
          <p:nvPr/>
        </p:nvSpPr>
        <p:spPr>
          <a:xfrm>
            <a:off x="1097280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19" name="S09-tile71"/>
          <p:cNvSpPr txBox="1"/>
          <p:nvPr/>
        </p:nvSpPr>
        <p:spPr>
          <a:xfrm>
            <a:off x="54864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20" name="S09-tile72"/>
          <p:cNvSpPr txBox="1"/>
          <p:nvPr/>
        </p:nvSpPr>
        <p:spPr>
          <a:xfrm>
            <a:off x="141732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1" name="S09-tile73"/>
          <p:cNvSpPr txBox="1"/>
          <p:nvPr/>
        </p:nvSpPr>
        <p:spPr>
          <a:xfrm>
            <a:off x="228600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2" name="S09-tile74"/>
          <p:cNvSpPr txBox="1"/>
          <p:nvPr/>
        </p:nvSpPr>
        <p:spPr>
          <a:xfrm>
            <a:off x="315468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3" name="S09-tile75"/>
          <p:cNvSpPr txBox="1"/>
          <p:nvPr/>
        </p:nvSpPr>
        <p:spPr>
          <a:xfrm>
            <a:off x="402336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4" name="S09-tile76"/>
          <p:cNvSpPr txBox="1"/>
          <p:nvPr/>
        </p:nvSpPr>
        <p:spPr>
          <a:xfrm>
            <a:off x="489204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5" name="S09-tile77"/>
          <p:cNvSpPr txBox="1"/>
          <p:nvPr/>
        </p:nvSpPr>
        <p:spPr>
          <a:xfrm>
            <a:off x="576072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6" name="S09-tile78"/>
          <p:cNvSpPr txBox="1"/>
          <p:nvPr/>
        </p:nvSpPr>
        <p:spPr>
          <a:xfrm>
            <a:off x="662940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7" name="S09-tile79"/>
          <p:cNvSpPr txBox="1"/>
          <p:nvPr/>
        </p:nvSpPr>
        <p:spPr>
          <a:xfrm>
            <a:off x="749808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8" name="S09-tile80"/>
          <p:cNvSpPr txBox="1"/>
          <p:nvPr/>
        </p:nvSpPr>
        <p:spPr>
          <a:xfrm>
            <a:off x="836676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29" name="S09-tile81"/>
          <p:cNvSpPr txBox="1"/>
          <p:nvPr/>
        </p:nvSpPr>
        <p:spPr>
          <a:xfrm>
            <a:off x="923544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30" name="S09-tile82"/>
          <p:cNvSpPr txBox="1"/>
          <p:nvPr/>
        </p:nvSpPr>
        <p:spPr>
          <a:xfrm>
            <a:off x="1010412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1" name="S09-tile83"/>
          <p:cNvSpPr txBox="1"/>
          <p:nvPr/>
        </p:nvSpPr>
        <p:spPr>
          <a:xfrm>
            <a:off x="1097280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듣고 짚어요</a:t>
            </a:r>
            <a:endParaRPr lang="ko-KR" sz="4000" dirty="0"/>
          </a:p>
        </p:txBody>
      </p:sp>
      <p:sp>
        <p:nvSpPr>
          <p:cNvPr id="3" name="S10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이름의 글자를 짚어요.</a:t>
            </a:r>
            <a:endParaRPr lang="ko-KR" sz="3000" dirty="0"/>
          </a:p>
        </p:txBody>
      </p:sp>
      <p:sp>
        <p:nvSpPr>
          <p:cNvPr id="4" name="S10-tile85"/>
          <p:cNvSpPr txBox="1"/>
          <p:nvPr/>
        </p:nvSpPr>
        <p:spPr>
          <a:xfrm>
            <a:off x="69037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5" name="S10-tile86"/>
          <p:cNvSpPr txBox="1"/>
          <p:nvPr/>
        </p:nvSpPr>
        <p:spPr>
          <a:xfrm>
            <a:off x="226314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6" name="S10-tile87"/>
          <p:cNvSpPr txBox="1"/>
          <p:nvPr/>
        </p:nvSpPr>
        <p:spPr>
          <a:xfrm>
            <a:off x="3835908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900" dirty="0"/>
          </a:p>
        </p:txBody>
      </p:sp>
      <p:sp>
        <p:nvSpPr>
          <p:cNvPr id="7" name="S10-tile88"/>
          <p:cNvSpPr txBox="1"/>
          <p:nvPr/>
        </p:nvSpPr>
        <p:spPr>
          <a:xfrm>
            <a:off x="5408676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8" name="S10-tile89"/>
          <p:cNvSpPr txBox="1"/>
          <p:nvPr/>
        </p:nvSpPr>
        <p:spPr>
          <a:xfrm>
            <a:off x="6981444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9" name="S10-tile90"/>
          <p:cNvSpPr txBox="1"/>
          <p:nvPr/>
        </p:nvSpPr>
        <p:spPr>
          <a:xfrm>
            <a:off x="855421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0" name="S10-tile91"/>
          <p:cNvSpPr txBox="1"/>
          <p:nvPr/>
        </p:nvSpPr>
        <p:spPr>
          <a:xfrm>
            <a:off x="1012698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11" name="S10-tile92"/>
          <p:cNvSpPr txBox="1"/>
          <p:nvPr/>
        </p:nvSpPr>
        <p:spPr>
          <a:xfrm>
            <a:off x="147675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900" dirty="0"/>
          </a:p>
        </p:txBody>
      </p:sp>
      <p:sp>
        <p:nvSpPr>
          <p:cNvPr id="12" name="S10-tile93"/>
          <p:cNvSpPr txBox="1"/>
          <p:nvPr/>
        </p:nvSpPr>
        <p:spPr>
          <a:xfrm>
            <a:off x="3049524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3" name="S10-tile94"/>
          <p:cNvSpPr txBox="1"/>
          <p:nvPr/>
        </p:nvSpPr>
        <p:spPr>
          <a:xfrm>
            <a:off x="462229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900" dirty="0"/>
          </a:p>
        </p:txBody>
      </p:sp>
      <p:sp>
        <p:nvSpPr>
          <p:cNvPr id="14" name="S10-tile95"/>
          <p:cNvSpPr txBox="1"/>
          <p:nvPr/>
        </p:nvSpPr>
        <p:spPr>
          <a:xfrm>
            <a:off x="619506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5" name="S10-tile96"/>
          <p:cNvSpPr txBox="1"/>
          <p:nvPr/>
        </p:nvSpPr>
        <p:spPr>
          <a:xfrm>
            <a:off x="7767828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900" dirty="0"/>
          </a:p>
        </p:txBody>
      </p:sp>
      <p:sp>
        <p:nvSpPr>
          <p:cNvPr id="16" name="S10-tile97"/>
          <p:cNvSpPr txBox="1"/>
          <p:nvPr/>
        </p:nvSpPr>
        <p:spPr>
          <a:xfrm>
            <a:off x="934059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U일까요, V일까요?</a:t>
            </a:r>
            <a:endParaRPr lang="ko-KR" sz="4000" dirty="0"/>
          </a:p>
        </p:txBody>
      </p:sp>
      <p:sp>
        <p:nvSpPr>
          <p:cNvPr id="3" name="S11-card9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V를 보고 ‘U’라고 했어요.</a:t>
            </a:r>
            <a:endParaRPr lang="ko-KR" sz="3000" dirty="0"/>
          </a:p>
        </p:txBody>
      </p:sp>
      <p:sp>
        <p:nvSpPr>
          <p:cNvPr id="5" name="S11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000" dirty="0"/>
          </a:p>
        </p:txBody>
      </p:sp>
      <p:sp>
        <p:nvSpPr>
          <p:cNvPr id="7" name="S11-chip10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아래가 둥글어요</a:t>
            </a:r>
            <a:endParaRPr lang="ko-KR" sz="2400" dirty="0"/>
          </a:p>
        </p:txBody>
      </p:sp>
      <p:sp>
        <p:nvSpPr>
          <p:cNvPr id="8" name="S11-tile103"/>
          <p:cNvSpPr txBox="1"/>
          <p:nvPr/>
        </p:nvSpPr>
        <p:spPr>
          <a:xfrm>
            <a:off x="2544318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9" name="S11-chip10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아래가 뾰족해요</a:t>
            </a:r>
            <a:endParaRPr lang="ko-KR" sz="2400" dirty="0"/>
          </a:p>
        </p:txBody>
      </p:sp>
      <p:sp>
        <p:nvSpPr>
          <p:cNvPr id="10" name="S11-tile105"/>
          <p:cNvSpPr txBox="1"/>
          <p:nvPr/>
        </p:nvSpPr>
        <p:spPr>
          <a:xfrm>
            <a:off x="8273034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글자를 찾아요</a:t>
            </a:r>
            <a:endParaRPr lang="ko-KR" sz="4000" dirty="0"/>
          </a:p>
        </p:txBody>
      </p:sp>
      <p:sp>
        <p:nvSpPr>
          <p:cNvPr id="3" name="S12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들어갈 글자를 말해요.</a:t>
            </a:r>
            <a:endParaRPr lang="ko-KR" sz="3000" dirty="0"/>
          </a:p>
        </p:txBody>
      </p:sp>
      <p:sp>
        <p:nvSpPr>
          <p:cNvPr id="4" name="S12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 앞 글자부터 차례대로 말해 봐요.</a:t>
            </a:r>
            <a:endParaRPr lang="ko-KR" sz="3000" dirty="0"/>
          </a:p>
        </p:txBody>
      </p:sp>
      <p:sp>
        <p:nvSpPr>
          <p:cNvPr id="6" name="S12-chip10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ile110"/>
          <p:cNvSpPr txBox="1"/>
          <p:nvPr/>
        </p:nvSpPr>
        <p:spPr>
          <a:xfrm>
            <a:off x="195681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8" name="S12-tile111"/>
          <p:cNvSpPr txBox="1"/>
          <p:nvPr/>
        </p:nvSpPr>
        <p:spPr>
          <a:xfrm>
            <a:off x="3072384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000" dirty="0"/>
          </a:p>
        </p:txBody>
      </p:sp>
      <p:sp>
        <p:nvSpPr>
          <p:cNvPr id="9" name="S12-tile112"/>
          <p:cNvSpPr txBox="1"/>
          <p:nvPr/>
        </p:nvSpPr>
        <p:spPr>
          <a:xfrm>
            <a:off x="4187952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0" name="S12-tile113"/>
          <p:cNvSpPr txBox="1"/>
          <p:nvPr/>
        </p:nvSpPr>
        <p:spPr>
          <a:xfrm>
            <a:off x="530352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4000" dirty="0"/>
          </a:p>
        </p:txBody>
      </p:sp>
      <p:sp>
        <p:nvSpPr>
          <p:cNvPr id="11" name="S12-chip1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12-tile115"/>
          <p:cNvSpPr txBox="1"/>
          <p:nvPr/>
        </p:nvSpPr>
        <p:spPr>
          <a:xfrm>
            <a:off x="195681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4000" dirty="0"/>
          </a:p>
        </p:txBody>
      </p:sp>
      <p:sp>
        <p:nvSpPr>
          <p:cNvPr id="13" name="S12-tile116"/>
          <p:cNvSpPr txBox="1"/>
          <p:nvPr/>
        </p:nvSpPr>
        <p:spPr>
          <a:xfrm>
            <a:off x="3072384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000" dirty="0"/>
          </a:p>
        </p:txBody>
      </p:sp>
      <p:sp>
        <p:nvSpPr>
          <p:cNvPr id="14" name="S12-tile117"/>
          <p:cNvSpPr txBox="1"/>
          <p:nvPr/>
        </p:nvSpPr>
        <p:spPr>
          <a:xfrm>
            <a:off x="4187952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5" name="S12-tile118"/>
          <p:cNvSpPr txBox="1"/>
          <p:nvPr/>
        </p:nvSpPr>
        <p:spPr>
          <a:xfrm>
            <a:off x="530352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4000" dirty="0"/>
          </a:p>
        </p:txBody>
      </p:sp>
      <p:sp>
        <p:nvSpPr>
          <p:cNvPr id="16" name="S12-chip1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12-tile120"/>
          <p:cNvSpPr txBox="1"/>
          <p:nvPr/>
        </p:nvSpPr>
        <p:spPr>
          <a:xfrm>
            <a:off x="195681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4000" dirty="0"/>
          </a:p>
        </p:txBody>
      </p:sp>
      <p:sp>
        <p:nvSpPr>
          <p:cNvPr id="18" name="S12-tile121"/>
          <p:cNvSpPr txBox="1"/>
          <p:nvPr/>
        </p:nvSpPr>
        <p:spPr>
          <a:xfrm>
            <a:off x="3072384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9" name="S12-tile122"/>
          <p:cNvSpPr txBox="1"/>
          <p:nvPr/>
        </p:nvSpPr>
        <p:spPr>
          <a:xfrm>
            <a:off x="4187952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4000" dirty="0"/>
          </a:p>
        </p:txBody>
      </p:sp>
      <p:sp>
        <p:nvSpPr>
          <p:cNvPr id="20" name="S12-tile123"/>
          <p:cNvSpPr txBox="1"/>
          <p:nvPr/>
        </p:nvSpPr>
        <p:spPr>
          <a:xfrm>
            <a:off x="530352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text124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 말해요. ③은 빠진 글자, ④는 굽은 선이 있는 글자를 찾아요.</a:t>
            </a:r>
            <a:endParaRPr lang="ko-KR" sz="3000" dirty="0"/>
          </a:p>
        </p:txBody>
      </p:sp>
      <p:sp>
        <p:nvSpPr>
          <p:cNvPr id="4" name="S13-chip125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ile126"/>
          <p:cNvSpPr txBox="1"/>
          <p:nvPr/>
        </p:nvSpPr>
        <p:spPr>
          <a:xfrm>
            <a:off x="1369314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6" name="S13-tile127"/>
          <p:cNvSpPr txBox="1"/>
          <p:nvPr/>
        </p:nvSpPr>
        <p:spPr>
          <a:xfrm>
            <a:off x="2942082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900" dirty="0"/>
          </a:p>
        </p:txBody>
      </p:sp>
      <p:sp>
        <p:nvSpPr>
          <p:cNvPr id="7" name="S13-tile128"/>
          <p:cNvSpPr txBox="1"/>
          <p:nvPr/>
        </p:nvSpPr>
        <p:spPr>
          <a:xfrm>
            <a:off x="451485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8" name="S13-chip129"/>
          <p:cNvSpPr txBox="1"/>
          <p:nvPr/>
        </p:nvSpPr>
        <p:spPr>
          <a:xfrm>
            <a:off x="6277356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ile130"/>
          <p:cNvSpPr txBox="1"/>
          <p:nvPr/>
        </p:nvSpPr>
        <p:spPr>
          <a:xfrm>
            <a:off x="709803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10" name="S13-tile131"/>
          <p:cNvSpPr txBox="1"/>
          <p:nvPr/>
        </p:nvSpPr>
        <p:spPr>
          <a:xfrm>
            <a:off x="8670798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1" name="S13-tile132"/>
          <p:cNvSpPr txBox="1"/>
          <p:nvPr/>
        </p:nvSpPr>
        <p:spPr>
          <a:xfrm>
            <a:off x="10243566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900" dirty="0"/>
          </a:p>
        </p:txBody>
      </p:sp>
      <p:sp>
        <p:nvSpPr>
          <p:cNvPr id="12" name="S13-chip133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13-tile134"/>
          <p:cNvSpPr txBox="1"/>
          <p:nvPr/>
        </p:nvSpPr>
        <p:spPr>
          <a:xfrm>
            <a:off x="1369314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4" name="S13-tile135"/>
          <p:cNvSpPr txBox="1"/>
          <p:nvPr/>
        </p:nvSpPr>
        <p:spPr>
          <a:xfrm>
            <a:off x="2942082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5" name="S13-tile136"/>
          <p:cNvSpPr txBox="1"/>
          <p:nvPr/>
        </p:nvSpPr>
        <p:spPr>
          <a:xfrm>
            <a:off x="451485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16" name="S13-chip137"/>
          <p:cNvSpPr txBox="1"/>
          <p:nvPr/>
        </p:nvSpPr>
        <p:spPr>
          <a:xfrm>
            <a:off x="6277356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7" name="S13-tile138"/>
          <p:cNvSpPr txBox="1"/>
          <p:nvPr/>
        </p:nvSpPr>
        <p:spPr>
          <a:xfrm>
            <a:off x="709803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8" name="S13-tile139"/>
          <p:cNvSpPr txBox="1"/>
          <p:nvPr/>
        </p:nvSpPr>
        <p:spPr>
          <a:xfrm>
            <a:off x="867079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19" name="S13-tile140"/>
          <p:cNvSpPr txBox="1"/>
          <p:nvPr/>
        </p:nvSpPr>
        <p:spPr>
          <a:xfrm>
            <a:off x="1024356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글자를 골라요</a:t>
            </a:r>
            <a:endParaRPr lang="ko-KR" sz="4000" dirty="0"/>
          </a:p>
        </p:txBody>
      </p:sp>
      <p:sp>
        <p:nvSpPr>
          <p:cNvPr id="3" name="S15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글자는? 어떻게 알았나요?</a:t>
            </a:r>
            <a:endParaRPr lang="ko-KR" sz="3000" dirty="0"/>
          </a:p>
        </p:txBody>
      </p:sp>
      <p:sp>
        <p:nvSpPr>
          <p:cNvPr id="5" name="S15-chip14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5-tile144"/>
          <p:cNvSpPr txBox="1"/>
          <p:nvPr/>
        </p:nvSpPr>
        <p:spPr>
          <a:xfrm>
            <a:off x="2896362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300" dirty="0"/>
          </a:p>
        </p:txBody>
      </p:sp>
      <p:sp>
        <p:nvSpPr>
          <p:cNvPr id="7" name="S15-chip14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5-tile146"/>
          <p:cNvSpPr txBox="1"/>
          <p:nvPr/>
        </p:nvSpPr>
        <p:spPr>
          <a:xfrm>
            <a:off x="8625078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6300" dirty="0"/>
          </a:p>
        </p:txBody>
      </p:sp>
      <p:sp>
        <p:nvSpPr>
          <p:cNvPr id="9" name="S15-chip147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5-tile148"/>
          <p:cNvSpPr txBox="1"/>
          <p:nvPr/>
        </p:nvSpPr>
        <p:spPr>
          <a:xfrm>
            <a:off x="2896362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300" dirty="0"/>
          </a:p>
        </p:txBody>
      </p:sp>
      <p:sp>
        <p:nvSpPr>
          <p:cNvPr id="11" name="S15-chip14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5-tile150"/>
          <p:cNvSpPr txBox="1"/>
          <p:nvPr/>
        </p:nvSpPr>
        <p:spPr>
          <a:xfrm>
            <a:off x="8625078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5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5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알파벳은 A부터 Z까지 26글자예요.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글자는 다른 곳 하나를 찾아 구별해요.</a:t>
            </a:r>
            <a:endParaRPr lang="ko-KR" sz="3000" dirty="0"/>
          </a:p>
        </p:txBody>
      </p:sp>
      <p:sp>
        <p:nvSpPr>
          <p:cNvPr id="5" name="S16-chip15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곳 찾아 구별하기</a:t>
            </a:r>
            <a:endParaRPr lang="ko-KR" sz="2400" dirty="0"/>
          </a:p>
        </p:txBody>
      </p:sp>
      <p:sp>
        <p:nvSpPr>
          <p:cNvPr id="6" name="S16-chip15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U와 V를 같게 보기</a:t>
            </a:r>
            <a:endParaRPr lang="ko-KR" sz="2400" dirty="0"/>
          </a:p>
        </p:txBody>
      </p:sp>
      <p:sp>
        <p:nvSpPr>
          <p:cNvPr id="7" name="S16-text15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5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A부터 Z까지 차례대로 말하기</a:t>
            </a:r>
            <a:endParaRPr lang="ko-KR" sz="2400" dirty="0"/>
          </a:p>
        </p:txBody>
      </p:sp>
      <p:sp>
        <p:nvSpPr>
          <p:cNvPr id="9" name="S16-text15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U와 V의 다른 점은?</a:t>
            </a:r>
            <a:endParaRPr lang="ko-KR" sz="2400" dirty="0"/>
          </a:p>
        </p:txBody>
      </p:sp>
      <p:sp>
        <p:nvSpPr>
          <p:cNvPr id="10" name="S16-text15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W 다음 글자는?</a:t>
            </a:r>
            <a:endParaRPr lang="ko-KR" sz="2400" dirty="0"/>
          </a:p>
        </p:txBody>
      </p:sp>
      <p:sp>
        <p:nvSpPr>
          <p:cNvPr id="11" name="S16-text1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소문자와 첫소리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A부터 M까지 다시</a:t>
            </a:r>
            <a:endParaRPr lang="ko-KR" sz="4000" dirty="0"/>
          </a:p>
        </p:txBody>
      </p:sp>
      <p:sp>
        <p:nvSpPr>
          <p:cNvPr id="3" name="S17-card160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7-cardtext161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따라 말해요.</a:t>
            </a:r>
            <a:endParaRPr lang="ko-KR" sz="3000" dirty="0"/>
          </a:p>
        </p:txBody>
      </p:sp>
      <p:sp>
        <p:nvSpPr>
          <p:cNvPr id="5" name="S17-card162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7-cardtext163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카드를 차례대로 놓아요.</a:t>
            </a:r>
            <a:endParaRPr lang="ko-KR" sz="3000" dirty="0"/>
          </a:p>
        </p:txBody>
      </p:sp>
      <p:sp>
        <p:nvSpPr>
          <p:cNvPr id="7" name="S17-tile164"/>
          <p:cNvSpPr txBox="1"/>
          <p:nvPr/>
        </p:nvSpPr>
        <p:spPr>
          <a:xfrm>
            <a:off x="1330452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100" dirty="0"/>
          </a:p>
        </p:txBody>
      </p:sp>
      <p:sp>
        <p:nvSpPr>
          <p:cNvPr id="8" name="S17-tile165"/>
          <p:cNvSpPr txBox="1"/>
          <p:nvPr/>
        </p:nvSpPr>
        <p:spPr>
          <a:xfrm>
            <a:off x="2720340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100" dirty="0"/>
          </a:p>
        </p:txBody>
      </p:sp>
      <p:sp>
        <p:nvSpPr>
          <p:cNvPr id="9" name="S17-tile166"/>
          <p:cNvSpPr txBox="1"/>
          <p:nvPr/>
        </p:nvSpPr>
        <p:spPr>
          <a:xfrm>
            <a:off x="4110228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100" dirty="0"/>
          </a:p>
        </p:txBody>
      </p:sp>
      <p:sp>
        <p:nvSpPr>
          <p:cNvPr id="10" name="S17-tile167"/>
          <p:cNvSpPr txBox="1"/>
          <p:nvPr/>
        </p:nvSpPr>
        <p:spPr>
          <a:xfrm>
            <a:off x="5500116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100" dirty="0"/>
          </a:p>
        </p:txBody>
      </p:sp>
      <p:sp>
        <p:nvSpPr>
          <p:cNvPr id="11" name="S17-tile168"/>
          <p:cNvSpPr txBox="1"/>
          <p:nvPr/>
        </p:nvSpPr>
        <p:spPr>
          <a:xfrm>
            <a:off x="6890004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100" dirty="0"/>
          </a:p>
        </p:txBody>
      </p:sp>
      <p:sp>
        <p:nvSpPr>
          <p:cNvPr id="12" name="S17-tile169"/>
          <p:cNvSpPr txBox="1"/>
          <p:nvPr/>
        </p:nvSpPr>
        <p:spPr>
          <a:xfrm>
            <a:off x="8279892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100" dirty="0"/>
          </a:p>
        </p:txBody>
      </p:sp>
      <p:sp>
        <p:nvSpPr>
          <p:cNvPr id="13" name="S17-tile170"/>
          <p:cNvSpPr txBox="1"/>
          <p:nvPr/>
        </p:nvSpPr>
        <p:spPr>
          <a:xfrm>
            <a:off x="9669780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100" dirty="0"/>
          </a:p>
        </p:txBody>
      </p:sp>
      <p:sp>
        <p:nvSpPr>
          <p:cNvPr id="14" name="S17-tile171"/>
          <p:cNvSpPr txBox="1"/>
          <p:nvPr/>
        </p:nvSpPr>
        <p:spPr>
          <a:xfrm>
            <a:off x="2025396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100" dirty="0"/>
          </a:p>
        </p:txBody>
      </p:sp>
      <p:sp>
        <p:nvSpPr>
          <p:cNvPr id="15" name="S17-tile172"/>
          <p:cNvSpPr txBox="1"/>
          <p:nvPr/>
        </p:nvSpPr>
        <p:spPr>
          <a:xfrm>
            <a:off x="3415284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100" dirty="0"/>
          </a:p>
        </p:txBody>
      </p:sp>
      <p:sp>
        <p:nvSpPr>
          <p:cNvPr id="16" name="S17-tile173"/>
          <p:cNvSpPr txBox="1"/>
          <p:nvPr/>
        </p:nvSpPr>
        <p:spPr>
          <a:xfrm>
            <a:off x="4805172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100" dirty="0"/>
          </a:p>
        </p:txBody>
      </p:sp>
      <p:sp>
        <p:nvSpPr>
          <p:cNvPr id="17" name="S17-tile174"/>
          <p:cNvSpPr txBox="1"/>
          <p:nvPr/>
        </p:nvSpPr>
        <p:spPr>
          <a:xfrm>
            <a:off x="6195060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100" dirty="0"/>
          </a:p>
        </p:txBody>
      </p:sp>
      <p:sp>
        <p:nvSpPr>
          <p:cNvPr id="18" name="S17-tile175"/>
          <p:cNvSpPr txBox="1"/>
          <p:nvPr/>
        </p:nvSpPr>
        <p:spPr>
          <a:xfrm>
            <a:off x="7584948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100" dirty="0"/>
          </a:p>
        </p:txBody>
      </p:sp>
      <p:sp>
        <p:nvSpPr>
          <p:cNvPr id="19" name="S17-tile176"/>
          <p:cNvSpPr txBox="1"/>
          <p:nvPr/>
        </p:nvSpPr>
        <p:spPr>
          <a:xfrm>
            <a:off x="8974836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알파벳 N부터 Z까지</dc:title>
  <dc:subject>KR22-G03-ENG-ABC2-L01</dc:subject>
  <dc:creator>education-ppt</dc:creator>
  <cp:lastModifiedBy>education-ppt</cp:lastModifiedBy>
  <cp:revision>1</cp:revision>
  <dcterms:created xsi:type="dcterms:W3CDTF">2026-10-26T08:22:37Z</dcterms:created>
  <dcterms:modified xsi:type="dcterms:W3CDTF">2026-10-26T08:22:37Z</dcterms:modified>
</cp:coreProperties>
</file>