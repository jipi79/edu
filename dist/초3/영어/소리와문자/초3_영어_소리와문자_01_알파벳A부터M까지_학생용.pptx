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54a9d57-90a9-0885-2fdc-68b880a403bb}">
          <p14:sldIdLst>
            <p14:sldId id="256"/>
            <p14:sldId id="257"/>
          </p14:sldIdLst>
        </p14:section>
        <p14:section name="개념" id="{7d149df6-8ec7-bdb8-7fd8-de3b4ebac55a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연습" id="{5264e3ce-551c-12b3-6d03-5233535a0b27}">
          <p14:sldIdLst>
            <p14:sldId id="265"/>
            <p14:sldId id="266"/>
            <p14:sldId id="267"/>
          </p14:sldIdLst>
        </p14:section>
        <p14:section name="확인" id="{ed6c172a-3b96-4424-5a77-d1e87b5426f4}">
          <p14:sldIdLst>
            <p14:sldId id="268"/>
            <p14:sldId id="269"/>
          </p14:sldIdLst>
        </p14:section>
        <p14:section name="정리" id="{e2bc7262-675d-7da4-dbf7-f58c14aa46ae}">
          <p14:sldIdLst>
            <p14:sldId id="270"/>
          </p14:sldIdLst>
        </p14:section>
        <p14:section name="보충" id="{5b60e128-175a-5f8e-ab7b-0b4041c35ec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알파벳 A부터 M까지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알파벳 A부터 M까지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A, B, C 다음에는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글자가 올까요?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글자 이름을 차례대로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곧은 선과 굽은 선을 보고 닮은 글자를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차례와 선 모양 살피기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?에 들어갈 글자를 말하고, ②는 굽은 선이 있는 글자를 찾아요.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4100" dirty="0"/>
          </a:p>
        </p:txBody>
      </p:sp>
      <p:sp>
        <p:nvSpPr>
          <p:cNvPr id="6" name="S02-tile10"/>
          <p:cNvSpPr txBox="1"/>
          <p:nvPr/>
        </p:nvSpPr>
        <p:spPr>
          <a:xfrm>
            <a:off x="248168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4100" dirty="0"/>
          </a:p>
        </p:txBody>
      </p:sp>
      <p:sp>
        <p:nvSpPr>
          <p:cNvPr id="7" name="S02-tile11"/>
          <p:cNvSpPr txBox="1"/>
          <p:nvPr/>
        </p:nvSpPr>
        <p:spPr>
          <a:xfrm>
            <a:off x="3619195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4100" dirty="0"/>
          </a:p>
        </p:txBody>
      </p:sp>
      <p:sp>
        <p:nvSpPr>
          <p:cNvPr id="8" name="S02-tile12"/>
          <p:cNvSpPr txBox="1"/>
          <p:nvPr/>
        </p:nvSpPr>
        <p:spPr>
          <a:xfrm>
            <a:off x="4756709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4100" dirty="0"/>
          </a:p>
        </p:txBody>
      </p:sp>
      <p:sp>
        <p:nvSpPr>
          <p:cNvPr id="9" name="S02-tile13"/>
          <p:cNvSpPr txBox="1"/>
          <p:nvPr/>
        </p:nvSpPr>
        <p:spPr>
          <a:xfrm>
            <a:off x="5894222" y="2869387"/>
            <a:ext cx="936346" cy="936346"/>
          </a:xfrm>
          <a:prstGeom prst="roundRect">
            <a:avLst>
              <a:gd name="adj" fmla="val 13672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100" dirty="0"/>
          </a:p>
        </p:txBody>
      </p:sp>
      <p:sp>
        <p:nvSpPr>
          <p:cNvPr id="10" name="S02-chip14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tile15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3" name="S02-tile17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B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곧은 선만 있어요.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굽은 선이 2개 있어요.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8700" dirty="0"/>
          </a:p>
        </p:txBody>
      </p:sp>
      <p:sp>
        <p:nvSpPr>
          <p:cNvPr id="8" name="S03-tile23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D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굽은 선 하나예요.</a:t>
            </a:r>
            <a:endParaRPr lang="ko-KR" sz="3000" dirty="0"/>
          </a:p>
        </p:txBody>
      </p:sp>
      <p:sp>
        <p:nvSpPr>
          <p:cNvPr id="5" name="S04-card26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7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D는 곧은 선과 굽은 선이 있어요.</a:t>
            </a:r>
            <a:endParaRPr lang="ko-KR" sz="3000" dirty="0"/>
          </a:p>
        </p:txBody>
      </p:sp>
      <p:sp>
        <p:nvSpPr>
          <p:cNvPr id="7" name="S04-tile28"/>
          <p:cNvSpPr txBox="1"/>
          <p:nvPr/>
        </p:nvSpPr>
        <p:spPr>
          <a:xfrm>
            <a:off x="3982212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8700" dirty="0"/>
          </a:p>
        </p:txBody>
      </p:sp>
      <p:sp>
        <p:nvSpPr>
          <p:cNvPr id="8" name="S04-tile29"/>
          <p:cNvSpPr txBox="1"/>
          <p:nvPr/>
        </p:nvSpPr>
        <p:spPr>
          <a:xfrm>
            <a:off x="6195060" y="2022348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E와 F</a:t>
            </a:r>
            <a:endParaRPr lang="ko-KR" sz="4000" dirty="0"/>
          </a:p>
        </p:txBody>
      </p:sp>
      <p:sp>
        <p:nvSpPr>
          <p:cNvPr id="3" name="S05-card30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1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E는 가로선이 3개예요.</a:t>
            </a:r>
            <a:endParaRPr lang="ko-KR" sz="3000" dirty="0"/>
          </a:p>
        </p:txBody>
      </p:sp>
      <p:sp>
        <p:nvSpPr>
          <p:cNvPr id="5" name="S05-card32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33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F는 가로선이 2개예요.</a:t>
            </a:r>
            <a:endParaRPr lang="ko-KR" sz="3000" dirty="0"/>
          </a:p>
        </p:txBody>
      </p:sp>
      <p:sp>
        <p:nvSpPr>
          <p:cNvPr id="7" name="S05-tile34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8700" dirty="0"/>
          </a:p>
        </p:txBody>
      </p:sp>
      <p:sp>
        <p:nvSpPr>
          <p:cNvPr id="8" name="S05-tile35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G와 H</a:t>
            </a:r>
            <a:endParaRPr lang="ko-KR" sz="4000" dirty="0"/>
          </a:p>
        </p:txBody>
      </p:sp>
      <p:sp>
        <p:nvSpPr>
          <p:cNvPr id="3" name="S06-card3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C에 짧은 선이 붙어요.</a:t>
            </a:r>
            <a:endParaRPr lang="ko-KR" sz="3000" dirty="0"/>
          </a:p>
        </p:txBody>
      </p:sp>
      <p:sp>
        <p:nvSpPr>
          <p:cNvPr id="5" name="S06-card3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H는 곧은 선만 있어요.</a:t>
            </a:r>
            <a:endParaRPr lang="ko-KR" sz="3000" dirty="0"/>
          </a:p>
        </p:txBody>
      </p:sp>
      <p:sp>
        <p:nvSpPr>
          <p:cNvPr id="7" name="S06-tile40"/>
          <p:cNvSpPr txBox="1"/>
          <p:nvPr/>
        </p:nvSpPr>
        <p:spPr>
          <a:xfrm>
            <a:off x="3982212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8700" dirty="0"/>
          </a:p>
        </p:txBody>
      </p:sp>
      <p:sp>
        <p:nvSpPr>
          <p:cNvPr id="8" name="S06-tile41"/>
          <p:cNvSpPr txBox="1"/>
          <p:nvPr/>
        </p:nvSpPr>
        <p:spPr>
          <a:xfrm>
            <a:off x="6195060" y="22174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8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</a:t>
            </a:r>
            <a:endParaRPr lang="ko-KR" sz="4000" dirty="0"/>
          </a:p>
        </p:txBody>
      </p:sp>
      <p:sp>
        <p:nvSpPr>
          <p:cNvPr id="3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한글 ㅣ와 닮았지만 영어 이름으로 불러요.</a:t>
            </a:r>
            <a:endParaRPr lang="ko-KR" sz="3000" dirty="0"/>
          </a:p>
        </p:txBody>
      </p:sp>
      <p:sp>
        <p:nvSpPr>
          <p:cNvPr id="5" name="S07-card4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곧은 선 하나예요.</a:t>
            </a:r>
            <a:endParaRPr lang="ko-KR" sz="3000" dirty="0"/>
          </a:p>
        </p:txBody>
      </p:sp>
      <p:sp>
        <p:nvSpPr>
          <p:cNvPr id="7" name="S07-card4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굽었어요.</a:t>
            </a:r>
            <a:endParaRPr lang="ko-KR" sz="3000" dirty="0"/>
          </a:p>
        </p:txBody>
      </p:sp>
      <p:sp>
        <p:nvSpPr>
          <p:cNvPr id="9" name="S07-tile48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7900" dirty="0"/>
          </a:p>
        </p:txBody>
      </p:sp>
      <p:sp>
        <p:nvSpPr>
          <p:cNvPr id="10" name="S07-tile49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K와 L</a:t>
            </a:r>
            <a:endParaRPr lang="ko-KR" sz="4000" dirty="0"/>
          </a:p>
        </p:txBody>
      </p:sp>
      <p:sp>
        <p:nvSpPr>
          <p:cNvPr id="3" name="S08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한글 ㄴ과 닮았지만 영어 이름으로 불러요.</a:t>
            </a:r>
            <a:endParaRPr lang="ko-KR" sz="3000" dirty="0"/>
          </a:p>
        </p:txBody>
      </p:sp>
      <p:sp>
        <p:nvSpPr>
          <p:cNvPr id="5" name="S08-card5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K는 곧은 선만 있어요.</a:t>
            </a:r>
            <a:endParaRPr lang="ko-KR" sz="3000" dirty="0"/>
          </a:p>
        </p:txBody>
      </p:sp>
      <p:sp>
        <p:nvSpPr>
          <p:cNvPr id="7" name="S08-card5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L은 곧은 선 2개예요.</a:t>
            </a:r>
            <a:endParaRPr lang="ko-KR" sz="3000" dirty="0"/>
          </a:p>
        </p:txBody>
      </p:sp>
      <p:sp>
        <p:nvSpPr>
          <p:cNvPr id="9" name="S08-tile56"/>
          <p:cNvSpPr txBox="1"/>
          <p:nvPr/>
        </p:nvSpPr>
        <p:spPr>
          <a:xfrm>
            <a:off x="4165092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7900" dirty="0"/>
          </a:p>
        </p:txBody>
      </p:sp>
      <p:sp>
        <p:nvSpPr>
          <p:cNvPr id="10" name="S08-tile57"/>
          <p:cNvSpPr txBox="1"/>
          <p:nvPr/>
        </p:nvSpPr>
        <p:spPr>
          <a:xfrm>
            <a:off x="6195060" y="17602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7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M까지 차례대로</a:t>
            </a:r>
            <a:endParaRPr lang="ko-KR" sz="4000" dirty="0"/>
          </a:p>
        </p:txBody>
      </p:sp>
      <p:sp>
        <p:nvSpPr>
          <p:cNvPr id="3" name="S09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M을 배우고, A부터 차례대로 말해요.</a:t>
            </a:r>
            <a:endParaRPr lang="ko-KR" sz="3000" dirty="0"/>
          </a:p>
        </p:txBody>
      </p:sp>
      <p:sp>
        <p:nvSpPr>
          <p:cNvPr id="4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13글자예요.</a:t>
            </a:r>
            <a:endParaRPr lang="ko-KR" sz="3000" dirty="0"/>
          </a:p>
        </p:txBody>
      </p:sp>
      <p:sp>
        <p:nvSpPr>
          <p:cNvPr id="6" name="S09-tile61"/>
          <p:cNvSpPr txBox="1"/>
          <p:nvPr/>
        </p:nvSpPr>
        <p:spPr>
          <a:xfrm>
            <a:off x="69037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9-tile62"/>
          <p:cNvSpPr txBox="1"/>
          <p:nvPr/>
        </p:nvSpPr>
        <p:spPr>
          <a:xfrm>
            <a:off x="226314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9-tile63"/>
          <p:cNvSpPr txBox="1"/>
          <p:nvPr/>
        </p:nvSpPr>
        <p:spPr>
          <a:xfrm>
            <a:off x="383590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9" name="S09-tile64"/>
          <p:cNvSpPr txBox="1"/>
          <p:nvPr/>
        </p:nvSpPr>
        <p:spPr>
          <a:xfrm>
            <a:off x="540867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09-tile65"/>
          <p:cNvSpPr txBox="1"/>
          <p:nvPr/>
        </p:nvSpPr>
        <p:spPr>
          <a:xfrm>
            <a:off x="698144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9-tile66"/>
          <p:cNvSpPr txBox="1"/>
          <p:nvPr/>
        </p:nvSpPr>
        <p:spPr>
          <a:xfrm>
            <a:off x="855421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2" name="S09-tile67"/>
          <p:cNvSpPr txBox="1"/>
          <p:nvPr/>
        </p:nvSpPr>
        <p:spPr>
          <a:xfrm>
            <a:off x="1012698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3" name="S09-tile6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4" name="S09-tile6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5" name="S09-tile7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6" name="S09-tile7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7" name="S09-tile7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8" name="S09-tile7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000" dirty="0"/>
          </a:p>
        </p:txBody>
      </p:sp>
      <p:sp>
        <p:nvSpPr>
          <p:cNvPr id="3" name="S10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글자를 짚어요.</a:t>
            </a:r>
            <a:endParaRPr lang="ko-KR" sz="3000" dirty="0"/>
          </a:p>
        </p:txBody>
      </p:sp>
      <p:sp>
        <p:nvSpPr>
          <p:cNvPr id="4" name="S10-tile75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5" name="S10-tile76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6" name="S10-tile77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7" name="S10-tile78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0-tile79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0-tile80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0" name="S10-tile81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1" name="S10-tile82"/>
          <p:cNvSpPr txBox="1"/>
          <p:nvPr/>
        </p:nvSpPr>
        <p:spPr>
          <a:xfrm>
            <a:off x="147675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0-tile83"/>
          <p:cNvSpPr txBox="1"/>
          <p:nvPr/>
        </p:nvSpPr>
        <p:spPr>
          <a:xfrm>
            <a:off x="304952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10-tile84"/>
          <p:cNvSpPr txBox="1"/>
          <p:nvPr/>
        </p:nvSpPr>
        <p:spPr>
          <a:xfrm>
            <a:off x="462229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4" name="S10-tile85"/>
          <p:cNvSpPr txBox="1"/>
          <p:nvPr/>
        </p:nvSpPr>
        <p:spPr>
          <a:xfrm>
            <a:off x="619506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5" name="S10-tile86"/>
          <p:cNvSpPr txBox="1"/>
          <p:nvPr/>
        </p:nvSpPr>
        <p:spPr>
          <a:xfrm>
            <a:off x="776782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6" name="S10-tile87"/>
          <p:cNvSpPr txBox="1"/>
          <p:nvPr/>
        </p:nvSpPr>
        <p:spPr>
          <a:xfrm>
            <a:off x="934059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E일까요, F일까요?</a:t>
            </a:r>
            <a:endParaRPr lang="ko-KR" sz="4000" dirty="0"/>
          </a:p>
        </p:txBody>
      </p:sp>
      <p:sp>
        <p:nvSpPr>
          <p:cNvPr id="3" name="S11-card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F를 보고 ‘E’라고 했어요.</a:t>
            </a:r>
            <a:endParaRPr lang="ko-KR" sz="3000" dirty="0"/>
          </a:p>
        </p:txBody>
      </p:sp>
      <p:sp>
        <p:nvSpPr>
          <p:cNvPr id="5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3개</a:t>
            </a:r>
            <a:endParaRPr lang="ko-KR" sz="2400" dirty="0"/>
          </a:p>
        </p:txBody>
      </p:sp>
      <p:sp>
        <p:nvSpPr>
          <p:cNvPr id="8" name="S11-tile93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9" name="S11-chip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가로선 2개</a:t>
            </a:r>
            <a:endParaRPr lang="ko-KR" sz="2400" dirty="0"/>
          </a:p>
        </p:txBody>
      </p:sp>
      <p:sp>
        <p:nvSpPr>
          <p:cNvPr id="10" name="S11-tile95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글자를 찾아요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?에 들어갈 글자를 말해요.</a:t>
            </a:r>
            <a:endParaRPr lang="ko-KR" sz="3000" dirty="0"/>
          </a:p>
        </p:txBody>
      </p:sp>
      <p:sp>
        <p:nvSpPr>
          <p:cNvPr id="4" name="S12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모르면 A부터 차례대로 말해 봐요.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ile100"/>
          <p:cNvSpPr txBox="1"/>
          <p:nvPr/>
        </p:nvSpPr>
        <p:spPr>
          <a:xfrm>
            <a:off x="195681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8" name="S12-tile101"/>
          <p:cNvSpPr txBox="1"/>
          <p:nvPr/>
        </p:nvSpPr>
        <p:spPr>
          <a:xfrm>
            <a:off x="3072384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9" name="S12-tile102"/>
          <p:cNvSpPr txBox="1"/>
          <p:nvPr/>
        </p:nvSpPr>
        <p:spPr>
          <a:xfrm>
            <a:off x="4187952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0" name="S12-tile103"/>
          <p:cNvSpPr txBox="1"/>
          <p:nvPr/>
        </p:nvSpPr>
        <p:spPr>
          <a:xfrm>
            <a:off x="530352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1" name="S12-chip10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12-tile105"/>
          <p:cNvSpPr txBox="1"/>
          <p:nvPr/>
        </p:nvSpPr>
        <p:spPr>
          <a:xfrm>
            <a:off x="195681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13" name="S12-tile106"/>
          <p:cNvSpPr txBox="1"/>
          <p:nvPr/>
        </p:nvSpPr>
        <p:spPr>
          <a:xfrm>
            <a:off x="3072384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12-tile107"/>
          <p:cNvSpPr txBox="1"/>
          <p:nvPr/>
        </p:nvSpPr>
        <p:spPr>
          <a:xfrm>
            <a:off x="4187952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5" name="S12-tile108"/>
          <p:cNvSpPr txBox="1"/>
          <p:nvPr/>
        </p:nvSpPr>
        <p:spPr>
          <a:xfrm>
            <a:off x="530352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6" name="S12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12-tile110"/>
          <p:cNvSpPr txBox="1"/>
          <p:nvPr/>
        </p:nvSpPr>
        <p:spPr>
          <a:xfrm>
            <a:off x="195681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12-tile111"/>
          <p:cNvSpPr txBox="1"/>
          <p:nvPr/>
        </p:nvSpPr>
        <p:spPr>
          <a:xfrm>
            <a:off x="3072384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000" dirty="0"/>
          </a:p>
        </p:txBody>
      </p:sp>
      <p:sp>
        <p:nvSpPr>
          <p:cNvPr id="19" name="S12-tile112"/>
          <p:cNvSpPr txBox="1"/>
          <p:nvPr/>
        </p:nvSpPr>
        <p:spPr>
          <a:xfrm>
            <a:off x="4187952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20" name="S12-tile113"/>
          <p:cNvSpPr txBox="1"/>
          <p:nvPr/>
        </p:nvSpPr>
        <p:spPr>
          <a:xfrm>
            <a:off x="530352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3-text114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말해요. ③은 빠진 글자, ④는 굽은 선이 있는 글자를 찾아요.</a:t>
            </a:r>
            <a:endParaRPr lang="ko-KR" sz="3000" dirty="0"/>
          </a:p>
        </p:txBody>
      </p:sp>
      <p:sp>
        <p:nvSpPr>
          <p:cNvPr id="4" name="S13-chip115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3-tile116"/>
          <p:cNvSpPr txBox="1"/>
          <p:nvPr/>
        </p:nvSpPr>
        <p:spPr>
          <a:xfrm>
            <a:off x="1369314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6" name="S13-tile117"/>
          <p:cNvSpPr txBox="1"/>
          <p:nvPr/>
        </p:nvSpPr>
        <p:spPr>
          <a:xfrm>
            <a:off x="2942082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7" name="S13-tile118"/>
          <p:cNvSpPr txBox="1"/>
          <p:nvPr/>
        </p:nvSpPr>
        <p:spPr>
          <a:xfrm>
            <a:off x="451485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8" name="S13-chip119"/>
          <p:cNvSpPr txBox="1"/>
          <p:nvPr/>
        </p:nvSpPr>
        <p:spPr>
          <a:xfrm>
            <a:off x="6277356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ile120"/>
          <p:cNvSpPr txBox="1"/>
          <p:nvPr/>
        </p:nvSpPr>
        <p:spPr>
          <a:xfrm>
            <a:off x="709803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0" name="S13-tile121"/>
          <p:cNvSpPr txBox="1"/>
          <p:nvPr/>
        </p:nvSpPr>
        <p:spPr>
          <a:xfrm>
            <a:off x="867079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13-tile122"/>
          <p:cNvSpPr txBox="1"/>
          <p:nvPr/>
        </p:nvSpPr>
        <p:spPr>
          <a:xfrm>
            <a:off x="1024356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2" name="S13-chip12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3-tile124"/>
          <p:cNvSpPr txBox="1"/>
          <p:nvPr/>
        </p:nvSpPr>
        <p:spPr>
          <a:xfrm>
            <a:off x="1369314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13-tile125"/>
          <p:cNvSpPr txBox="1"/>
          <p:nvPr/>
        </p:nvSpPr>
        <p:spPr>
          <a:xfrm>
            <a:off x="2942082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5" name="S13-tile126"/>
          <p:cNvSpPr txBox="1"/>
          <p:nvPr/>
        </p:nvSpPr>
        <p:spPr>
          <a:xfrm>
            <a:off x="451485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6" name="S13-chip127"/>
          <p:cNvSpPr txBox="1"/>
          <p:nvPr/>
        </p:nvSpPr>
        <p:spPr>
          <a:xfrm>
            <a:off x="6277356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3-tile128"/>
          <p:cNvSpPr txBox="1"/>
          <p:nvPr/>
        </p:nvSpPr>
        <p:spPr>
          <a:xfrm>
            <a:off x="709803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8" name="S13-tile129"/>
          <p:cNvSpPr txBox="1"/>
          <p:nvPr/>
        </p:nvSpPr>
        <p:spPr>
          <a:xfrm>
            <a:off x="867079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9" name="S13-tile130"/>
          <p:cNvSpPr txBox="1"/>
          <p:nvPr/>
        </p:nvSpPr>
        <p:spPr>
          <a:xfrm>
            <a:off x="1024356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5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5-chip13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5-tile134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6300" dirty="0"/>
          </a:p>
        </p:txBody>
      </p:sp>
      <p:sp>
        <p:nvSpPr>
          <p:cNvPr id="7" name="S15-chip13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5-tile136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6300" dirty="0"/>
          </a:p>
        </p:txBody>
      </p:sp>
      <p:sp>
        <p:nvSpPr>
          <p:cNvPr id="9" name="S15-chip137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5-tile138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300" dirty="0"/>
          </a:p>
        </p:txBody>
      </p:sp>
      <p:sp>
        <p:nvSpPr>
          <p:cNvPr id="11" name="S15-chip13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5-tile140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4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4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A부터 M까지 13글자를 배웠어요.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선과 굽은 선을 보면 닮은 글자도 구별해요.</a:t>
            </a:r>
            <a:endParaRPr lang="ko-KR" sz="3000" dirty="0"/>
          </a:p>
        </p:txBody>
      </p:sp>
      <p:sp>
        <p:nvSpPr>
          <p:cNvPr id="5" name="S16-chip14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선을 세어 보고 구별하기</a:t>
            </a:r>
            <a:endParaRPr lang="ko-KR" sz="2400" dirty="0"/>
          </a:p>
        </p:txBody>
      </p:sp>
      <p:sp>
        <p:nvSpPr>
          <p:cNvPr id="6" name="S16-chip14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한글처럼 읽기</a:t>
            </a:r>
            <a:endParaRPr lang="ko-KR" sz="2400" dirty="0"/>
          </a:p>
        </p:txBody>
      </p:sp>
      <p:sp>
        <p:nvSpPr>
          <p:cNvPr id="7" name="S16-text14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4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A부터 M까지 차례대로 말하기</a:t>
            </a:r>
            <a:endParaRPr lang="ko-KR" sz="2400" dirty="0"/>
          </a:p>
        </p:txBody>
      </p:sp>
      <p:sp>
        <p:nvSpPr>
          <p:cNvPr id="9" name="S16-text14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E와 F의 다른 점은?</a:t>
            </a:r>
            <a:endParaRPr lang="ko-KR" sz="2400" dirty="0"/>
          </a:p>
        </p:txBody>
      </p:sp>
      <p:sp>
        <p:nvSpPr>
          <p:cNvPr id="10" name="S16-text14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K 다음 글자는?</a:t>
            </a:r>
            <a:endParaRPr lang="ko-KR" sz="2400" dirty="0"/>
          </a:p>
        </p:txBody>
      </p:sp>
      <p:sp>
        <p:nvSpPr>
          <p:cNvPr id="11" name="S16-text1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알파벳 N부터 Z까지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 모양과 차례</a:t>
            </a:r>
            <a:endParaRPr lang="ko-KR" sz="4000" dirty="0"/>
          </a:p>
        </p:txBody>
      </p:sp>
      <p:sp>
        <p:nvSpPr>
          <p:cNvPr id="3" name="S17-figure150" descr="곧은 선"/>
          <p:cNvSpPr/>
          <p:nvPr/>
        </p:nvSpPr>
        <p:spPr>
          <a:xfrm>
            <a:off x="924047" y="261238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17-label151"/>
          <p:cNvSpPr txBox="1"/>
          <p:nvPr/>
        </p:nvSpPr>
        <p:spPr>
          <a:xfrm>
            <a:off x="548640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400" dirty="0"/>
          </a:p>
        </p:txBody>
      </p:sp>
      <p:sp>
        <p:nvSpPr>
          <p:cNvPr id="5" name="S17-figure152" descr="굽은 선"/>
          <p:cNvSpPr/>
          <p:nvPr/>
        </p:nvSpPr>
        <p:spPr>
          <a:xfrm>
            <a:off x="3605525" y="252462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7-label153"/>
          <p:cNvSpPr txBox="1"/>
          <p:nvPr/>
        </p:nvSpPr>
        <p:spPr>
          <a:xfrm>
            <a:off x="3230118" y="5791200"/>
            <a:ext cx="2681478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굽은 선</a:t>
            </a:r>
            <a:endParaRPr lang="ko-KR" sz="2400" dirty="0"/>
          </a:p>
        </p:txBody>
      </p:sp>
      <p:sp>
        <p:nvSpPr>
          <p:cNvPr id="7" name="S17-card154"/>
          <p:cNvSpPr/>
          <p:nvPr/>
        </p:nvSpPr>
        <p:spPr>
          <a:xfrm>
            <a:off x="6277356" y="2398776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55"/>
          <p:cNvSpPr txBox="1"/>
          <p:nvPr/>
        </p:nvSpPr>
        <p:spPr>
          <a:xfrm>
            <a:off x="6551676" y="2535936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선을 따라 그려요.</a:t>
            </a:r>
            <a:endParaRPr lang="ko-KR" sz="3000" dirty="0"/>
          </a:p>
        </p:txBody>
      </p:sp>
      <p:sp>
        <p:nvSpPr>
          <p:cNvPr id="9" name="S17-card156"/>
          <p:cNvSpPr/>
          <p:nvPr/>
        </p:nvSpPr>
        <p:spPr>
          <a:xfrm>
            <a:off x="6277356" y="3886200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7-cardtext157"/>
          <p:cNvSpPr txBox="1"/>
          <p:nvPr/>
        </p:nvSpPr>
        <p:spPr>
          <a:xfrm>
            <a:off x="6551676" y="4023360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ㅎ까지 차례대로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알파벳 A부터 M까지</dc:title>
  <dc:subject>KR22-G03-ENG-ABC1-L01</dc:subject>
  <dc:creator>education-ppt</dc:creator>
  <cp:lastModifiedBy>education-ppt</cp:lastModifiedBy>
  <cp:revision>1</cp:revision>
  <dcterms:created xsi:type="dcterms:W3CDTF">2026-10-26T09:07:19Z</dcterms:created>
  <dcterms:modified xsi:type="dcterms:W3CDTF">2026-10-26T09:07:19Z</dcterms:modified>
</cp:coreProperties>
</file>