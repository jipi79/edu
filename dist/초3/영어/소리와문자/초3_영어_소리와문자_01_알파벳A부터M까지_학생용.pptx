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1e51760-2130-41a9-3b59-4fb19239398c}">
          <p14:sldIdLst>
            <p14:sldId id="256"/>
            <p14:sldId id="257"/>
          </p14:sldIdLst>
        </p14:section>
        <p14:section name="개념" id="{f8e5b139-f209-0461-094f-071639f56ca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5cc7c346-abb4-e784-a683-e6fc7ee879d4}">
          <p14:sldIdLst>
            <p14:sldId id="265"/>
            <p14:sldId id="266"/>
            <p14:sldId id="267"/>
          </p14:sldIdLst>
        </p14:section>
        <p14:section name="확인" id="{13ec36b9-6c85-b3d5-e4ad-380338711039}">
          <p14:sldIdLst>
            <p14:sldId id="268"/>
            <p14:sldId id="269"/>
          </p14:sldIdLst>
        </p14:section>
        <p14:section name="정리" id="{a000ff1d-6c63-71a8-3723-07d1d17b3ed0}">
          <p14:sldIdLst>
            <p14:sldId id="270"/>
          </p14:sldIdLst>
        </p14:section>
        <p14:section name="보충" id="{0f68b969-fd52-cd1d-e8d1-106aab5969c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3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34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36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3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38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40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4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4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4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4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4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4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4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4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50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51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52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53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54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55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56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57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2026-10-26T07:33:16Z</dcterms:created>
  <dcterms:modified xsi:type="dcterms:W3CDTF">2026-10-26T07:33:16Z</dcterms:modified>
</cp:coreProperties>
</file>