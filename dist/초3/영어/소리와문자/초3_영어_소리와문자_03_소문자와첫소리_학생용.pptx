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4917d1de-1a2c-f4b5-f7aa-2e3a6e28d44d}">
          <p14:sldIdLst>
            <p14:sldId id="256"/>
            <p14:sldId id="257"/>
          </p14:sldIdLst>
        </p14:section>
        <p14:section name="개념" id="{81c54008-ca02-21ee-1c9e-52e479d3cc4b}">
          <p14:sldIdLst>
            <p14:sldId id="258"/>
            <p14:sldId id="259"/>
            <p14:sldId id="260"/>
            <p14:sldId id="261"/>
            <p14:sldId id="262"/>
            <p14:sldId id="264"/>
            <p14:sldId id="265"/>
            <p14:sldId id="267"/>
          </p14:sldIdLst>
        </p14:section>
        <p14:section name="연습" id="{9079e49c-8b08-47e8-30eb-d04f275f4c72}">
          <p14:sldIdLst>
            <p14:sldId id="263"/>
            <p14:sldId id="266"/>
            <p14:sldId id="268"/>
          </p14:sldIdLst>
        </p14:section>
        <p14:section name="개념" id="{d86d6686-a483-68f5-5ddf-786c70c514cf}">
          <p14:sldIdLst/>
        </p14:section>
        <p14:section name="연습" id="{35a33470-b8e4-dc67-df8a-7c12c7976f48}">
          <p14:sldIdLst/>
        </p14:section>
        <p14:section name="개념" id="{72292ae3-ea80-7e6d-71af-a2b893a9c4b3}">
          <p14:sldIdLst/>
        </p14:section>
        <p14:section name="연습" id="{0e43c01a-4cdb-6f57-3a20-3fa6b4b87d26}">
          <p14:sldIdLst/>
        </p14:section>
        <p14:section name="확인" id="{c0ae32a9-c992-282a-4d80-417b57f58fd6}">
          <p14:sldIdLst>
            <p14:sldId id="269"/>
            <p14:sldId id="270"/>
          </p14:sldIdLst>
        </p14:section>
        <p14:section name="정리" id="{a34db9f7-4150-bf15-95fc-dca9e4f1eba0}">
          <p14:sldIdLst>
            <p14:sldId id="271"/>
          </p14:sldIdLst>
        </p14:section>
        <p14:section name="보충" id="{ab7dcadb-677f-683f-f106-770f2503f0d2}">
          <p14:sldIdLst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영어 · 소리와문자 · 3차시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영어 · 소문자와 첫소리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영어 · 소문자와 첫소리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영어 · 소문자와 첫소리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소문자와 첫소리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 글자에도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작은 글자가 있을까요?</a:t>
            </a:r>
            <a:endParaRPr lang="ko-KR" sz="3000" dirty="0"/>
          </a:p>
        </p:txBody>
      </p:sp>
      <p:sp>
        <p:nvSpPr>
          <p:cNvPr id="4" name="S01-tile1"/>
          <p:cNvSpPr txBox="1"/>
          <p:nvPr/>
        </p:nvSpPr>
        <p:spPr>
          <a:xfrm>
            <a:off x="8183880" y="640080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Aa</a:t>
            </a:r>
            <a:endParaRPr lang="ko-KR" sz="5900" dirty="0"/>
          </a:p>
        </p:txBody>
      </p:sp>
      <p:sp>
        <p:nvSpPr>
          <p:cNvPr id="5" name="S01-tile2"/>
          <p:cNvSpPr txBox="1"/>
          <p:nvPr/>
        </p:nvSpPr>
        <p:spPr>
          <a:xfrm>
            <a:off x="9747504" y="640080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Bb</a:t>
            </a:r>
            <a:endParaRPr lang="ko-KR" sz="5900" dirty="0"/>
          </a:p>
        </p:txBody>
      </p:sp>
      <p:sp>
        <p:nvSpPr>
          <p:cNvPr id="6" name="S01-tile3"/>
          <p:cNvSpPr txBox="1"/>
          <p:nvPr/>
        </p:nvSpPr>
        <p:spPr>
          <a:xfrm>
            <a:off x="8183880" y="2203704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Cc</a:t>
            </a:r>
            <a:endParaRPr lang="ko-KR" sz="5900" dirty="0"/>
          </a:p>
        </p:txBody>
      </p:sp>
      <p:sp>
        <p:nvSpPr>
          <p:cNvPr id="7" name="S01-tile4"/>
          <p:cNvSpPr txBox="1"/>
          <p:nvPr/>
        </p:nvSpPr>
        <p:spPr>
          <a:xfrm>
            <a:off x="9747504" y="2203704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Dd</a:t>
            </a:r>
            <a:endParaRPr lang="ko-KR" sz="5900" dirty="0"/>
          </a:p>
        </p:txBody>
      </p:sp>
      <p:sp>
        <p:nvSpPr>
          <p:cNvPr id="8" name="S01-card5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9" name="S01-cardtext6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대문자의 짝이 되는 소문자를 찾고 이름을 말해요.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낱말을 듣고 첫 글자를 골라요.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대문자 떠올리기</a:t>
            </a:r>
            <a:endParaRPr lang="ko-KR" sz="4000" dirty="0"/>
          </a:p>
        </p:txBody>
      </p:sp>
      <p:sp>
        <p:nvSpPr>
          <p:cNvPr id="3" name="S02-text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①은 이름을 말하고, ②는 ?에 들어갈 글자를 말해요.</a:t>
            </a:r>
            <a:endParaRPr lang="ko-KR" sz="3000" dirty="0"/>
          </a:p>
        </p:txBody>
      </p:sp>
      <p:sp>
        <p:nvSpPr>
          <p:cNvPr id="4" name="S02-chip8"/>
          <p:cNvSpPr txBox="1"/>
          <p:nvPr/>
        </p:nvSpPr>
        <p:spPr>
          <a:xfrm>
            <a:off x="548640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2-tile9"/>
          <p:cNvSpPr txBox="1"/>
          <p:nvPr/>
        </p:nvSpPr>
        <p:spPr>
          <a:xfrm>
            <a:off x="1344168" y="2407158"/>
            <a:ext cx="1220724" cy="1220724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5300" dirty="0"/>
          </a:p>
        </p:txBody>
      </p:sp>
      <p:sp>
        <p:nvSpPr>
          <p:cNvPr id="6" name="S02-tile10"/>
          <p:cNvSpPr txBox="1"/>
          <p:nvPr/>
        </p:nvSpPr>
        <p:spPr>
          <a:xfrm>
            <a:off x="2766060" y="2407158"/>
            <a:ext cx="1220724" cy="1220724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</a:t>
            </a:r>
            <a:endParaRPr lang="ko-KR" sz="5300" dirty="0"/>
          </a:p>
        </p:txBody>
      </p:sp>
      <p:sp>
        <p:nvSpPr>
          <p:cNvPr id="7" name="S02-tile11"/>
          <p:cNvSpPr txBox="1"/>
          <p:nvPr/>
        </p:nvSpPr>
        <p:spPr>
          <a:xfrm>
            <a:off x="4187952" y="2407158"/>
            <a:ext cx="1220724" cy="1220724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ko-KR" sz="5300" dirty="0"/>
          </a:p>
        </p:txBody>
      </p:sp>
      <p:sp>
        <p:nvSpPr>
          <p:cNvPr id="8" name="S02-tile12"/>
          <p:cNvSpPr txBox="1"/>
          <p:nvPr/>
        </p:nvSpPr>
        <p:spPr>
          <a:xfrm>
            <a:off x="5609844" y="2407158"/>
            <a:ext cx="1220724" cy="1220724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</a:t>
            </a:r>
            <a:endParaRPr lang="ko-KR" sz="5300" dirty="0"/>
          </a:p>
        </p:txBody>
      </p:sp>
      <p:sp>
        <p:nvSpPr>
          <p:cNvPr id="9" name="S02-chip13"/>
          <p:cNvSpPr txBox="1"/>
          <p:nvPr/>
        </p:nvSpPr>
        <p:spPr>
          <a:xfrm>
            <a:off x="548640" y="49286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0" name="S02-tile14"/>
          <p:cNvSpPr txBox="1"/>
          <p:nvPr/>
        </p:nvSpPr>
        <p:spPr>
          <a:xfrm>
            <a:off x="1344168" y="4601718"/>
            <a:ext cx="1220724" cy="1220724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</a:t>
            </a:r>
            <a:endParaRPr lang="ko-KR" sz="5300" dirty="0"/>
          </a:p>
        </p:txBody>
      </p:sp>
      <p:sp>
        <p:nvSpPr>
          <p:cNvPr id="11" name="S02-tile15"/>
          <p:cNvSpPr txBox="1"/>
          <p:nvPr/>
        </p:nvSpPr>
        <p:spPr>
          <a:xfrm>
            <a:off x="2766060" y="4601718"/>
            <a:ext cx="1220724" cy="1220724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</a:t>
            </a:r>
            <a:endParaRPr lang="ko-KR" sz="5300" dirty="0"/>
          </a:p>
        </p:txBody>
      </p:sp>
      <p:sp>
        <p:nvSpPr>
          <p:cNvPr id="12" name="S02-tile16"/>
          <p:cNvSpPr txBox="1"/>
          <p:nvPr/>
        </p:nvSpPr>
        <p:spPr>
          <a:xfrm>
            <a:off x="4187952" y="4601718"/>
            <a:ext cx="1220724" cy="1220724"/>
          </a:xfrm>
          <a:prstGeom prst="roundRect">
            <a:avLst>
              <a:gd name="adj" fmla="val 10487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5300" dirty="0"/>
          </a:p>
        </p:txBody>
      </p:sp>
      <p:sp>
        <p:nvSpPr>
          <p:cNvPr id="13" name="S02-tile17"/>
          <p:cNvSpPr txBox="1"/>
          <p:nvPr/>
        </p:nvSpPr>
        <p:spPr>
          <a:xfrm>
            <a:off x="5609844" y="4601718"/>
            <a:ext cx="1220724" cy="1220724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</a:t>
            </a:r>
            <a:endParaRPr lang="ko-KR" sz="5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대문자와 소문자</a:t>
            </a:r>
            <a:endParaRPr lang="ko-KR" sz="4000" dirty="0"/>
          </a:p>
        </p:txBody>
      </p:sp>
      <p:sp>
        <p:nvSpPr>
          <p:cNvPr id="3" name="S03-card18"/>
          <p:cNvSpPr/>
          <p:nvPr/>
        </p:nvSpPr>
        <p:spPr>
          <a:xfrm>
            <a:off x="548640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3-cardtext19"/>
          <p:cNvSpPr txBox="1"/>
          <p:nvPr/>
        </p:nvSpPr>
        <p:spPr>
          <a:xfrm>
            <a:off x="822960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짝이 되는 두 글자는 이름이 같아요.</a:t>
            </a:r>
            <a:endParaRPr lang="ko-KR" sz="3000" dirty="0"/>
          </a:p>
        </p:txBody>
      </p:sp>
      <p:sp>
        <p:nvSpPr>
          <p:cNvPr id="5" name="S03-card20"/>
          <p:cNvSpPr/>
          <p:nvPr/>
        </p:nvSpPr>
        <p:spPr>
          <a:xfrm>
            <a:off x="6208776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21"/>
          <p:cNvSpPr txBox="1"/>
          <p:nvPr/>
        </p:nvSpPr>
        <p:spPr>
          <a:xfrm>
            <a:off x="6483096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낱말은 주로 소문자로 써요.</a:t>
            </a:r>
            <a:endParaRPr lang="ko-KR" sz="3000" dirty="0"/>
          </a:p>
        </p:txBody>
      </p:sp>
      <p:sp>
        <p:nvSpPr>
          <p:cNvPr id="7" name="S03-tile22"/>
          <p:cNvSpPr txBox="1"/>
          <p:nvPr/>
        </p:nvSpPr>
        <p:spPr>
          <a:xfrm>
            <a:off x="982980" y="2100072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5900" dirty="0"/>
          </a:p>
        </p:txBody>
      </p:sp>
      <p:sp>
        <p:nvSpPr>
          <p:cNvPr id="8" name="S03-tile23"/>
          <p:cNvSpPr txBox="1"/>
          <p:nvPr/>
        </p:nvSpPr>
        <p:spPr>
          <a:xfrm>
            <a:off x="2555748" y="2100072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5900" dirty="0"/>
          </a:p>
        </p:txBody>
      </p:sp>
      <p:sp>
        <p:nvSpPr>
          <p:cNvPr id="9" name="S03-tile24"/>
          <p:cNvSpPr txBox="1"/>
          <p:nvPr/>
        </p:nvSpPr>
        <p:spPr>
          <a:xfrm>
            <a:off x="4128516" y="2100072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</a:t>
            </a:r>
            <a:endParaRPr lang="ko-KR" sz="5900" dirty="0"/>
          </a:p>
        </p:txBody>
      </p:sp>
      <p:sp>
        <p:nvSpPr>
          <p:cNvPr id="10" name="S03-label25"/>
          <p:cNvSpPr txBox="1"/>
          <p:nvPr/>
        </p:nvSpPr>
        <p:spPr>
          <a:xfrm>
            <a:off x="548640" y="4319016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대문자</a:t>
            </a:r>
            <a:endParaRPr lang="ko-KR" sz="2400" dirty="0"/>
          </a:p>
        </p:txBody>
      </p:sp>
      <p:sp>
        <p:nvSpPr>
          <p:cNvPr id="11" name="S03-tile26"/>
          <p:cNvSpPr txBox="1"/>
          <p:nvPr/>
        </p:nvSpPr>
        <p:spPr>
          <a:xfrm>
            <a:off x="6688836" y="2100072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5900" dirty="0"/>
          </a:p>
        </p:txBody>
      </p:sp>
      <p:sp>
        <p:nvSpPr>
          <p:cNvPr id="12" name="S03-tile27"/>
          <p:cNvSpPr txBox="1"/>
          <p:nvPr/>
        </p:nvSpPr>
        <p:spPr>
          <a:xfrm>
            <a:off x="8261604" y="2100072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5900" dirty="0"/>
          </a:p>
        </p:txBody>
      </p:sp>
      <p:sp>
        <p:nvSpPr>
          <p:cNvPr id="13" name="S03-tile28"/>
          <p:cNvSpPr txBox="1"/>
          <p:nvPr/>
        </p:nvSpPr>
        <p:spPr>
          <a:xfrm>
            <a:off x="9834372" y="2100072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</a:t>
            </a:r>
            <a:endParaRPr lang="ko-KR" sz="5900" dirty="0"/>
          </a:p>
        </p:txBody>
      </p:sp>
      <p:sp>
        <p:nvSpPr>
          <p:cNvPr id="14" name="S03-label29"/>
          <p:cNvSpPr txBox="1"/>
          <p:nvPr/>
        </p:nvSpPr>
        <p:spPr>
          <a:xfrm>
            <a:off x="6254496" y="4319016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소문자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모양이 같은 소문자</a:t>
            </a:r>
            <a:endParaRPr lang="ko-KR" sz="4000" dirty="0"/>
          </a:p>
        </p:txBody>
      </p:sp>
      <p:sp>
        <p:nvSpPr>
          <p:cNvPr id="3" name="S04-text3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위는 대문자, 아래는 소문자예요.</a:t>
            </a:r>
            <a:endParaRPr lang="ko-KR" sz="3000" dirty="0"/>
          </a:p>
        </p:txBody>
      </p:sp>
      <p:sp>
        <p:nvSpPr>
          <p:cNvPr id="4" name="S04-card3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3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크기만 작아지고 모양은 같아요.</a:t>
            </a:r>
            <a:endParaRPr lang="ko-KR" sz="3000" dirty="0"/>
          </a:p>
        </p:txBody>
      </p:sp>
      <p:sp>
        <p:nvSpPr>
          <p:cNvPr id="6" name="S04-tile33"/>
          <p:cNvSpPr txBox="1"/>
          <p:nvPr/>
        </p:nvSpPr>
        <p:spPr>
          <a:xfrm>
            <a:off x="548640" y="2255139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</a:t>
            </a:r>
            <a:endParaRPr lang="ko-KR" sz="5200" dirty="0"/>
          </a:p>
        </p:txBody>
      </p:sp>
      <p:sp>
        <p:nvSpPr>
          <p:cNvPr id="7" name="S04-tile34"/>
          <p:cNvSpPr txBox="1"/>
          <p:nvPr/>
        </p:nvSpPr>
        <p:spPr>
          <a:xfrm>
            <a:off x="1960245" y="2255139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</a:t>
            </a:r>
            <a:endParaRPr lang="ko-KR" sz="5200" dirty="0"/>
          </a:p>
        </p:txBody>
      </p:sp>
      <p:sp>
        <p:nvSpPr>
          <p:cNvPr id="8" name="S04-tile35"/>
          <p:cNvSpPr txBox="1"/>
          <p:nvPr/>
        </p:nvSpPr>
        <p:spPr>
          <a:xfrm>
            <a:off x="3371850" y="2255139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</a:t>
            </a:r>
            <a:endParaRPr lang="ko-KR" sz="5200" dirty="0"/>
          </a:p>
        </p:txBody>
      </p:sp>
      <p:sp>
        <p:nvSpPr>
          <p:cNvPr id="9" name="S04-tile36"/>
          <p:cNvSpPr txBox="1"/>
          <p:nvPr/>
        </p:nvSpPr>
        <p:spPr>
          <a:xfrm>
            <a:off x="4783455" y="2255139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</a:t>
            </a:r>
            <a:endParaRPr lang="ko-KR" sz="5200" dirty="0"/>
          </a:p>
        </p:txBody>
      </p:sp>
      <p:sp>
        <p:nvSpPr>
          <p:cNvPr id="10" name="S04-tile37"/>
          <p:cNvSpPr txBox="1"/>
          <p:nvPr/>
        </p:nvSpPr>
        <p:spPr>
          <a:xfrm>
            <a:off x="6195060" y="2255139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</a:t>
            </a:r>
            <a:endParaRPr lang="ko-KR" sz="5200" dirty="0"/>
          </a:p>
        </p:txBody>
      </p:sp>
      <p:sp>
        <p:nvSpPr>
          <p:cNvPr id="11" name="S04-tile38"/>
          <p:cNvSpPr txBox="1"/>
          <p:nvPr/>
        </p:nvSpPr>
        <p:spPr>
          <a:xfrm>
            <a:off x="7606665" y="2255139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</a:t>
            </a:r>
            <a:endParaRPr lang="ko-KR" sz="5200" dirty="0"/>
          </a:p>
        </p:txBody>
      </p:sp>
      <p:sp>
        <p:nvSpPr>
          <p:cNvPr id="12" name="S04-tile39"/>
          <p:cNvSpPr txBox="1"/>
          <p:nvPr/>
        </p:nvSpPr>
        <p:spPr>
          <a:xfrm>
            <a:off x="9018270" y="2255139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X</a:t>
            </a:r>
            <a:endParaRPr lang="ko-KR" sz="5200" dirty="0"/>
          </a:p>
        </p:txBody>
      </p:sp>
      <p:sp>
        <p:nvSpPr>
          <p:cNvPr id="13" name="S04-tile40"/>
          <p:cNvSpPr txBox="1"/>
          <p:nvPr/>
        </p:nvSpPr>
        <p:spPr>
          <a:xfrm>
            <a:off x="10429875" y="2255139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Z</a:t>
            </a:r>
            <a:endParaRPr lang="ko-KR" sz="5200" dirty="0"/>
          </a:p>
        </p:txBody>
      </p:sp>
      <p:sp>
        <p:nvSpPr>
          <p:cNvPr id="14" name="S04-tile41"/>
          <p:cNvSpPr txBox="1"/>
          <p:nvPr/>
        </p:nvSpPr>
        <p:spPr>
          <a:xfrm>
            <a:off x="548640" y="3666744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</a:t>
            </a:r>
            <a:endParaRPr lang="ko-KR" sz="5200" dirty="0"/>
          </a:p>
        </p:txBody>
      </p:sp>
      <p:sp>
        <p:nvSpPr>
          <p:cNvPr id="15" name="S04-tile42"/>
          <p:cNvSpPr txBox="1"/>
          <p:nvPr/>
        </p:nvSpPr>
        <p:spPr>
          <a:xfrm>
            <a:off x="1960245" y="3666744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</a:t>
            </a:r>
            <a:endParaRPr lang="ko-KR" sz="5200" dirty="0"/>
          </a:p>
        </p:txBody>
      </p:sp>
      <p:sp>
        <p:nvSpPr>
          <p:cNvPr id="16" name="S04-tile43"/>
          <p:cNvSpPr txBox="1"/>
          <p:nvPr/>
        </p:nvSpPr>
        <p:spPr>
          <a:xfrm>
            <a:off x="3371850" y="3666744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</a:t>
            </a:r>
            <a:endParaRPr lang="ko-KR" sz="5200" dirty="0"/>
          </a:p>
        </p:txBody>
      </p:sp>
      <p:sp>
        <p:nvSpPr>
          <p:cNvPr id="17" name="S04-tile44"/>
          <p:cNvSpPr txBox="1"/>
          <p:nvPr/>
        </p:nvSpPr>
        <p:spPr>
          <a:xfrm>
            <a:off x="4783455" y="3666744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</a:t>
            </a:r>
            <a:endParaRPr lang="ko-KR" sz="5200" dirty="0"/>
          </a:p>
        </p:txBody>
      </p:sp>
      <p:sp>
        <p:nvSpPr>
          <p:cNvPr id="18" name="S04-tile45"/>
          <p:cNvSpPr txBox="1"/>
          <p:nvPr/>
        </p:nvSpPr>
        <p:spPr>
          <a:xfrm>
            <a:off x="6195060" y="3666744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</a:t>
            </a:r>
            <a:endParaRPr lang="ko-KR" sz="5200" dirty="0"/>
          </a:p>
        </p:txBody>
      </p:sp>
      <p:sp>
        <p:nvSpPr>
          <p:cNvPr id="19" name="S04-tile46"/>
          <p:cNvSpPr txBox="1"/>
          <p:nvPr/>
        </p:nvSpPr>
        <p:spPr>
          <a:xfrm>
            <a:off x="7606665" y="3666744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</a:t>
            </a:r>
            <a:endParaRPr lang="ko-KR" sz="5200" dirty="0"/>
          </a:p>
        </p:txBody>
      </p:sp>
      <p:sp>
        <p:nvSpPr>
          <p:cNvPr id="20" name="S04-tile47"/>
          <p:cNvSpPr txBox="1"/>
          <p:nvPr/>
        </p:nvSpPr>
        <p:spPr>
          <a:xfrm>
            <a:off x="9018270" y="3666744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x</a:t>
            </a:r>
            <a:endParaRPr lang="ko-KR" sz="5200" dirty="0"/>
          </a:p>
        </p:txBody>
      </p:sp>
      <p:sp>
        <p:nvSpPr>
          <p:cNvPr id="21" name="S04-tile48"/>
          <p:cNvSpPr txBox="1"/>
          <p:nvPr/>
        </p:nvSpPr>
        <p:spPr>
          <a:xfrm>
            <a:off x="10429875" y="3666744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z</a:t>
            </a:r>
            <a:endParaRPr lang="ko-KR" sz="5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모양이 다른 소문자 ①</a:t>
            </a:r>
            <a:endParaRPr lang="ko-KR" sz="4000" dirty="0"/>
          </a:p>
        </p:txBody>
      </p:sp>
      <p:sp>
        <p:nvSpPr>
          <p:cNvPr id="3" name="S05-text4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위는 대문자, 아래는 소문자예요.</a:t>
            </a:r>
            <a:endParaRPr lang="ko-KR" sz="3000" dirty="0"/>
          </a:p>
        </p:txBody>
      </p:sp>
      <p:sp>
        <p:nvSpPr>
          <p:cNvPr id="4" name="S05-card5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5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a와 g는 글꼴마다 모양이 조금 달라요.</a:t>
            </a:r>
            <a:endParaRPr lang="ko-KR" sz="3000" dirty="0"/>
          </a:p>
        </p:txBody>
      </p:sp>
      <p:sp>
        <p:nvSpPr>
          <p:cNvPr id="6" name="S05-tile52"/>
          <p:cNvSpPr txBox="1"/>
          <p:nvPr/>
        </p:nvSpPr>
        <p:spPr>
          <a:xfrm>
            <a:off x="1476756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5900" dirty="0"/>
          </a:p>
        </p:txBody>
      </p:sp>
      <p:sp>
        <p:nvSpPr>
          <p:cNvPr id="7" name="S05-tile53"/>
          <p:cNvSpPr txBox="1"/>
          <p:nvPr/>
        </p:nvSpPr>
        <p:spPr>
          <a:xfrm>
            <a:off x="3049524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5900" dirty="0"/>
          </a:p>
        </p:txBody>
      </p:sp>
      <p:sp>
        <p:nvSpPr>
          <p:cNvPr id="8" name="S05-tile54"/>
          <p:cNvSpPr txBox="1"/>
          <p:nvPr/>
        </p:nvSpPr>
        <p:spPr>
          <a:xfrm>
            <a:off x="4622292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5900" dirty="0"/>
          </a:p>
        </p:txBody>
      </p:sp>
      <p:sp>
        <p:nvSpPr>
          <p:cNvPr id="9" name="S05-tile55"/>
          <p:cNvSpPr txBox="1"/>
          <p:nvPr/>
        </p:nvSpPr>
        <p:spPr>
          <a:xfrm>
            <a:off x="6195060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</a:t>
            </a:r>
            <a:endParaRPr lang="ko-KR" sz="5900" dirty="0"/>
          </a:p>
        </p:txBody>
      </p:sp>
      <p:sp>
        <p:nvSpPr>
          <p:cNvPr id="10" name="S05-tile56"/>
          <p:cNvSpPr txBox="1"/>
          <p:nvPr/>
        </p:nvSpPr>
        <p:spPr>
          <a:xfrm>
            <a:off x="7767828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</a:t>
            </a:r>
            <a:endParaRPr lang="ko-KR" sz="5900" dirty="0"/>
          </a:p>
        </p:txBody>
      </p:sp>
      <p:sp>
        <p:nvSpPr>
          <p:cNvPr id="11" name="S05-tile57"/>
          <p:cNvSpPr txBox="1"/>
          <p:nvPr/>
        </p:nvSpPr>
        <p:spPr>
          <a:xfrm>
            <a:off x="9340596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5900" dirty="0"/>
          </a:p>
        </p:txBody>
      </p:sp>
      <p:sp>
        <p:nvSpPr>
          <p:cNvPr id="12" name="S05-tile58"/>
          <p:cNvSpPr txBox="1"/>
          <p:nvPr/>
        </p:nvSpPr>
        <p:spPr>
          <a:xfrm>
            <a:off x="1476756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5900" dirty="0"/>
          </a:p>
        </p:txBody>
      </p:sp>
      <p:sp>
        <p:nvSpPr>
          <p:cNvPr id="13" name="S05-tile59"/>
          <p:cNvSpPr txBox="1"/>
          <p:nvPr/>
        </p:nvSpPr>
        <p:spPr>
          <a:xfrm>
            <a:off x="3049524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5900" dirty="0"/>
          </a:p>
        </p:txBody>
      </p:sp>
      <p:sp>
        <p:nvSpPr>
          <p:cNvPr id="14" name="S05-tile60"/>
          <p:cNvSpPr txBox="1"/>
          <p:nvPr/>
        </p:nvSpPr>
        <p:spPr>
          <a:xfrm>
            <a:off x="4622292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5900" dirty="0"/>
          </a:p>
        </p:txBody>
      </p:sp>
      <p:sp>
        <p:nvSpPr>
          <p:cNvPr id="15" name="S05-tile61"/>
          <p:cNvSpPr txBox="1"/>
          <p:nvPr/>
        </p:nvSpPr>
        <p:spPr>
          <a:xfrm>
            <a:off x="6195060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</a:t>
            </a:r>
            <a:endParaRPr lang="ko-KR" sz="5900" dirty="0"/>
          </a:p>
        </p:txBody>
      </p:sp>
      <p:sp>
        <p:nvSpPr>
          <p:cNvPr id="16" name="S05-tile62"/>
          <p:cNvSpPr txBox="1"/>
          <p:nvPr/>
        </p:nvSpPr>
        <p:spPr>
          <a:xfrm>
            <a:off x="7767828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</a:t>
            </a:r>
            <a:endParaRPr lang="ko-KR" sz="5900" dirty="0"/>
          </a:p>
        </p:txBody>
      </p:sp>
      <p:sp>
        <p:nvSpPr>
          <p:cNvPr id="17" name="S05-tile63"/>
          <p:cNvSpPr txBox="1"/>
          <p:nvPr/>
        </p:nvSpPr>
        <p:spPr>
          <a:xfrm>
            <a:off x="9340596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모양이 다른 소문자 ②</a:t>
            </a:r>
            <a:endParaRPr lang="ko-KR" sz="4000" dirty="0"/>
          </a:p>
        </p:txBody>
      </p:sp>
      <p:sp>
        <p:nvSpPr>
          <p:cNvPr id="3" name="S06-text6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위는 대문자, 아래는 소문자예요.</a:t>
            </a:r>
            <a:endParaRPr lang="ko-KR" sz="3000" dirty="0"/>
          </a:p>
        </p:txBody>
      </p:sp>
      <p:sp>
        <p:nvSpPr>
          <p:cNvPr id="4" name="S06-card6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6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i와 j는 위에 점이 있어요.</a:t>
            </a:r>
            <a:endParaRPr lang="ko-KR" sz="3000" dirty="0"/>
          </a:p>
        </p:txBody>
      </p:sp>
      <p:sp>
        <p:nvSpPr>
          <p:cNvPr id="6" name="S06-tile67"/>
          <p:cNvSpPr txBox="1"/>
          <p:nvPr/>
        </p:nvSpPr>
        <p:spPr>
          <a:xfrm>
            <a:off x="1476756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</a:t>
            </a:r>
            <a:endParaRPr lang="ko-KR" sz="5900" dirty="0"/>
          </a:p>
        </p:txBody>
      </p:sp>
      <p:sp>
        <p:nvSpPr>
          <p:cNvPr id="7" name="S06-tile68"/>
          <p:cNvSpPr txBox="1"/>
          <p:nvPr/>
        </p:nvSpPr>
        <p:spPr>
          <a:xfrm>
            <a:off x="3049524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</a:t>
            </a:r>
            <a:endParaRPr lang="ko-KR" sz="5900" dirty="0"/>
          </a:p>
        </p:txBody>
      </p:sp>
      <p:sp>
        <p:nvSpPr>
          <p:cNvPr id="8" name="S06-tile69"/>
          <p:cNvSpPr txBox="1"/>
          <p:nvPr/>
        </p:nvSpPr>
        <p:spPr>
          <a:xfrm>
            <a:off x="4622292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</a:t>
            </a:r>
            <a:endParaRPr lang="ko-KR" sz="5900" dirty="0"/>
          </a:p>
        </p:txBody>
      </p:sp>
      <p:sp>
        <p:nvSpPr>
          <p:cNvPr id="9" name="S06-tile70"/>
          <p:cNvSpPr txBox="1"/>
          <p:nvPr/>
        </p:nvSpPr>
        <p:spPr>
          <a:xfrm>
            <a:off x="6195060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</a:t>
            </a:r>
            <a:endParaRPr lang="ko-KR" sz="5900" dirty="0"/>
          </a:p>
        </p:txBody>
      </p:sp>
      <p:sp>
        <p:nvSpPr>
          <p:cNvPr id="10" name="S06-tile71"/>
          <p:cNvSpPr txBox="1"/>
          <p:nvPr/>
        </p:nvSpPr>
        <p:spPr>
          <a:xfrm>
            <a:off x="7767828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</a:t>
            </a:r>
            <a:endParaRPr lang="ko-KR" sz="5900" dirty="0"/>
          </a:p>
        </p:txBody>
      </p:sp>
      <p:sp>
        <p:nvSpPr>
          <p:cNvPr id="11" name="S06-tile72"/>
          <p:cNvSpPr txBox="1"/>
          <p:nvPr/>
        </p:nvSpPr>
        <p:spPr>
          <a:xfrm>
            <a:off x="9340596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</a:t>
            </a:r>
            <a:endParaRPr lang="ko-KR" sz="5900" dirty="0"/>
          </a:p>
        </p:txBody>
      </p:sp>
      <p:sp>
        <p:nvSpPr>
          <p:cNvPr id="12" name="S06-tile73"/>
          <p:cNvSpPr txBox="1"/>
          <p:nvPr/>
        </p:nvSpPr>
        <p:spPr>
          <a:xfrm>
            <a:off x="1476756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</a:t>
            </a:r>
            <a:endParaRPr lang="ko-KR" sz="5900" dirty="0"/>
          </a:p>
        </p:txBody>
      </p:sp>
      <p:sp>
        <p:nvSpPr>
          <p:cNvPr id="13" name="S06-tile74"/>
          <p:cNvSpPr txBox="1"/>
          <p:nvPr/>
        </p:nvSpPr>
        <p:spPr>
          <a:xfrm>
            <a:off x="3049524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</a:t>
            </a:r>
            <a:endParaRPr lang="ko-KR" sz="5900" dirty="0"/>
          </a:p>
        </p:txBody>
      </p:sp>
      <p:sp>
        <p:nvSpPr>
          <p:cNvPr id="14" name="S06-tile75"/>
          <p:cNvSpPr txBox="1"/>
          <p:nvPr/>
        </p:nvSpPr>
        <p:spPr>
          <a:xfrm>
            <a:off x="4622292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</a:t>
            </a:r>
            <a:endParaRPr lang="ko-KR" sz="5900" dirty="0"/>
          </a:p>
        </p:txBody>
      </p:sp>
      <p:sp>
        <p:nvSpPr>
          <p:cNvPr id="15" name="S06-tile76"/>
          <p:cNvSpPr txBox="1"/>
          <p:nvPr/>
        </p:nvSpPr>
        <p:spPr>
          <a:xfrm>
            <a:off x="6195060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</a:t>
            </a:r>
            <a:endParaRPr lang="ko-KR" sz="5900" dirty="0"/>
          </a:p>
        </p:txBody>
      </p:sp>
      <p:sp>
        <p:nvSpPr>
          <p:cNvPr id="16" name="S06-tile77"/>
          <p:cNvSpPr txBox="1"/>
          <p:nvPr/>
        </p:nvSpPr>
        <p:spPr>
          <a:xfrm>
            <a:off x="7767828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</a:t>
            </a:r>
            <a:endParaRPr lang="ko-KR" sz="5900" dirty="0"/>
          </a:p>
        </p:txBody>
      </p:sp>
      <p:sp>
        <p:nvSpPr>
          <p:cNvPr id="17" name="S06-tile78"/>
          <p:cNvSpPr txBox="1"/>
          <p:nvPr/>
        </p:nvSpPr>
        <p:spPr>
          <a:xfrm>
            <a:off x="9340596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모양이 다른 소문자 ③</a:t>
            </a:r>
            <a:endParaRPr lang="ko-KR" sz="4000" dirty="0"/>
          </a:p>
        </p:txBody>
      </p:sp>
      <p:sp>
        <p:nvSpPr>
          <p:cNvPr id="3" name="S07-text7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위는 대문자, 아래는 소문자예요.</a:t>
            </a:r>
            <a:endParaRPr lang="ko-KR" sz="3000" dirty="0"/>
          </a:p>
        </p:txBody>
      </p:sp>
      <p:sp>
        <p:nvSpPr>
          <p:cNvPr id="4" name="S07-card8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8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p, q, y는 아래로 꼬리가 내려와요.</a:t>
            </a:r>
            <a:endParaRPr lang="ko-KR" sz="3000" dirty="0"/>
          </a:p>
        </p:txBody>
      </p:sp>
      <p:sp>
        <p:nvSpPr>
          <p:cNvPr id="6" name="S07-tile82"/>
          <p:cNvSpPr txBox="1"/>
          <p:nvPr/>
        </p:nvSpPr>
        <p:spPr>
          <a:xfrm>
            <a:off x="1476756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</a:t>
            </a:r>
            <a:endParaRPr lang="ko-KR" sz="5900" dirty="0"/>
          </a:p>
        </p:txBody>
      </p:sp>
      <p:sp>
        <p:nvSpPr>
          <p:cNvPr id="7" name="S07-tile83"/>
          <p:cNvSpPr txBox="1"/>
          <p:nvPr/>
        </p:nvSpPr>
        <p:spPr>
          <a:xfrm>
            <a:off x="3049524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</a:t>
            </a:r>
            <a:endParaRPr lang="ko-KR" sz="5900" dirty="0"/>
          </a:p>
        </p:txBody>
      </p:sp>
      <p:sp>
        <p:nvSpPr>
          <p:cNvPr id="8" name="S07-tile84"/>
          <p:cNvSpPr txBox="1"/>
          <p:nvPr/>
        </p:nvSpPr>
        <p:spPr>
          <a:xfrm>
            <a:off x="4622292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ko-KR" sz="5900" dirty="0"/>
          </a:p>
        </p:txBody>
      </p:sp>
      <p:sp>
        <p:nvSpPr>
          <p:cNvPr id="9" name="S07-tile85"/>
          <p:cNvSpPr txBox="1"/>
          <p:nvPr/>
        </p:nvSpPr>
        <p:spPr>
          <a:xfrm>
            <a:off x="6195060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</a:t>
            </a:r>
            <a:endParaRPr lang="ko-KR" sz="5900" dirty="0"/>
          </a:p>
        </p:txBody>
      </p:sp>
      <p:sp>
        <p:nvSpPr>
          <p:cNvPr id="10" name="S07-tile86"/>
          <p:cNvSpPr txBox="1"/>
          <p:nvPr/>
        </p:nvSpPr>
        <p:spPr>
          <a:xfrm>
            <a:off x="7767828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</a:t>
            </a:r>
            <a:endParaRPr lang="ko-KR" sz="5900" dirty="0"/>
          </a:p>
        </p:txBody>
      </p:sp>
      <p:sp>
        <p:nvSpPr>
          <p:cNvPr id="11" name="S07-tile87"/>
          <p:cNvSpPr txBox="1"/>
          <p:nvPr/>
        </p:nvSpPr>
        <p:spPr>
          <a:xfrm>
            <a:off x="9340596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</a:t>
            </a:r>
            <a:endParaRPr lang="ko-KR" sz="5900" dirty="0"/>
          </a:p>
        </p:txBody>
      </p:sp>
      <p:sp>
        <p:nvSpPr>
          <p:cNvPr id="12" name="S07-tile88"/>
          <p:cNvSpPr txBox="1"/>
          <p:nvPr/>
        </p:nvSpPr>
        <p:spPr>
          <a:xfrm>
            <a:off x="1476756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</a:t>
            </a:r>
            <a:endParaRPr lang="ko-KR" sz="5900" dirty="0"/>
          </a:p>
        </p:txBody>
      </p:sp>
      <p:sp>
        <p:nvSpPr>
          <p:cNvPr id="13" name="S07-tile89"/>
          <p:cNvSpPr txBox="1"/>
          <p:nvPr/>
        </p:nvSpPr>
        <p:spPr>
          <a:xfrm>
            <a:off x="3049524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</a:t>
            </a:r>
            <a:endParaRPr lang="ko-KR" sz="5900" dirty="0"/>
          </a:p>
        </p:txBody>
      </p:sp>
      <p:sp>
        <p:nvSpPr>
          <p:cNvPr id="14" name="S07-tile90"/>
          <p:cNvSpPr txBox="1"/>
          <p:nvPr/>
        </p:nvSpPr>
        <p:spPr>
          <a:xfrm>
            <a:off x="4622292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ko-KR" sz="5900" dirty="0"/>
          </a:p>
        </p:txBody>
      </p:sp>
      <p:sp>
        <p:nvSpPr>
          <p:cNvPr id="15" name="S07-tile91"/>
          <p:cNvSpPr txBox="1"/>
          <p:nvPr/>
        </p:nvSpPr>
        <p:spPr>
          <a:xfrm>
            <a:off x="6195060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</a:t>
            </a:r>
            <a:endParaRPr lang="ko-KR" sz="5900" dirty="0"/>
          </a:p>
        </p:txBody>
      </p:sp>
      <p:sp>
        <p:nvSpPr>
          <p:cNvPr id="16" name="S07-tile92"/>
          <p:cNvSpPr txBox="1"/>
          <p:nvPr/>
        </p:nvSpPr>
        <p:spPr>
          <a:xfrm>
            <a:off x="7767828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</a:t>
            </a:r>
            <a:endParaRPr lang="ko-KR" sz="5900" dirty="0"/>
          </a:p>
        </p:txBody>
      </p:sp>
      <p:sp>
        <p:nvSpPr>
          <p:cNvPr id="17" name="S07-tile93"/>
          <p:cNvSpPr txBox="1"/>
          <p:nvPr/>
        </p:nvSpPr>
        <p:spPr>
          <a:xfrm>
            <a:off x="9340596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짝을 찾아요</a:t>
            </a:r>
            <a:endParaRPr lang="ko-KR" sz="4000" dirty="0"/>
          </a:p>
        </p:txBody>
      </p:sp>
      <p:sp>
        <p:nvSpPr>
          <p:cNvPr id="3" name="S08-text9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색칠한 대문자의 짝을 찾아 이름을 말해요.</a:t>
            </a:r>
            <a:endParaRPr lang="ko-KR" sz="3000" dirty="0"/>
          </a:p>
        </p:txBody>
      </p:sp>
      <p:sp>
        <p:nvSpPr>
          <p:cNvPr id="4" name="S08-chip95"/>
          <p:cNvSpPr txBox="1"/>
          <p:nvPr/>
        </p:nvSpPr>
        <p:spPr>
          <a:xfrm>
            <a:off x="548640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8-tile96"/>
          <p:cNvSpPr txBox="1"/>
          <p:nvPr/>
        </p:nvSpPr>
        <p:spPr>
          <a:xfrm>
            <a:off x="1344168" y="2522030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4300" dirty="0"/>
          </a:p>
        </p:txBody>
      </p:sp>
      <p:sp>
        <p:nvSpPr>
          <p:cNvPr id="6" name="S08-tile97"/>
          <p:cNvSpPr txBox="1"/>
          <p:nvPr/>
        </p:nvSpPr>
        <p:spPr>
          <a:xfrm>
            <a:off x="2536317" y="2522030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ko-KR" sz="4300" dirty="0"/>
          </a:p>
        </p:txBody>
      </p:sp>
      <p:sp>
        <p:nvSpPr>
          <p:cNvPr id="7" name="S08-tile98"/>
          <p:cNvSpPr txBox="1"/>
          <p:nvPr/>
        </p:nvSpPr>
        <p:spPr>
          <a:xfrm>
            <a:off x="3728466" y="2522030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4300" dirty="0"/>
          </a:p>
        </p:txBody>
      </p:sp>
      <p:sp>
        <p:nvSpPr>
          <p:cNvPr id="8" name="S08-tile99"/>
          <p:cNvSpPr txBox="1"/>
          <p:nvPr/>
        </p:nvSpPr>
        <p:spPr>
          <a:xfrm>
            <a:off x="4920615" y="2522030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</a:t>
            </a:r>
            <a:endParaRPr lang="ko-KR" sz="4300" dirty="0"/>
          </a:p>
        </p:txBody>
      </p:sp>
      <p:sp>
        <p:nvSpPr>
          <p:cNvPr id="9" name="S08-chip100"/>
          <p:cNvSpPr txBox="1"/>
          <p:nvPr/>
        </p:nvSpPr>
        <p:spPr>
          <a:xfrm>
            <a:off x="6277356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0" name="S08-tile101"/>
          <p:cNvSpPr txBox="1"/>
          <p:nvPr/>
        </p:nvSpPr>
        <p:spPr>
          <a:xfrm>
            <a:off x="7072884" y="2522030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</a:t>
            </a:r>
            <a:endParaRPr lang="ko-KR" sz="4300" dirty="0"/>
          </a:p>
        </p:txBody>
      </p:sp>
      <p:sp>
        <p:nvSpPr>
          <p:cNvPr id="11" name="S08-tile102"/>
          <p:cNvSpPr txBox="1"/>
          <p:nvPr/>
        </p:nvSpPr>
        <p:spPr>
          <a:xfrm>
            <a:off x="8265033" y="2522030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</a:t>
            </a:r>
            <a:endParaRPr lang="ko-KR" sz="4300" dirty="0"/>
          </a:p>
        </p:txBody>
      </p:sp>
      <p:sp>
        <p:nvSpPr>
          <p:cNvPr id="12" name="S08-tile103"/>
          <p:cNvSpPr txBox="1"/>
          <p:nvPr/>
        </p:nvSpPr>
        <p:spPr>
          <a:xfrm>
            <a:off x="9457182" y="2522030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</a:t>
            </a:r>
            <a:endParaRPr lang="ko-KR" sz="4300" dirty="0"/>
          </a:p>
        </p:txBody>
      </p:sp>
      <p:sp>
        <p:nvSpPr>
          <p:cNvPr id="13" name="S08-tile104"/>
          <p:cNvSpPr txBox="1"/>
          <p:nvPr/>
        </p:nvSpPr>
        <p:spPr>
          <a:xfrm>
            <a:off x="10649331" y="2522030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</a:t>
            </a:r>
            <a:endParaRPr lang="ko-KR" sz="4300" dirty="0"/>
          </a:p>
        </p:txBody>
      </p:sp>
      <p:sp>
        <p:nvSpPr>
          <p:cNvPr id="14" name="S08-chip105"/>
          <p:cNvSpPr txBox="1"/>
          <p:nvPr/>
        </p:nvSpPr>
        <p:spPr>
          <a:xfrm>
            <a:off x="548640" y="49286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5" name="S08-tile106"/>
          <p:cNvSpPr txBox="1"/>
          <p:nvPr/>
        </p:nvSpPr>
        <p:spPr>
          <a:xfrm>
            <a:off x="1344168" y="4716589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</a:t>
            </a:r>
            <a:endParaRPr lang="ko-KR" sz="4300" dirty="0"/>
          </a:p>
        </p:txBody>
      </p:sp>
      <p:sp>
        <p:nvSpPr>
          <p:cNvPr id="16" name="S08-tile107"/>
          <p:cNvSpPr txBox="1"/>
          <p:nvPr/>
        </p:nvSpPr>
        <p:spPr>
          <a:xfrm>
            <a:off x="2536317" y="4716589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</a:t>
            </a:r>
            <a:endParaRPr lang="ko-KR" sz="4300" dirty="0"/>
          </a:p>
        </p:txBody>
      </p:sp>
      <p:sp>
        <p:nvSpPr>
          <p:cNvPr id="17" name="S08-tile108"/>
          <p:cNvSpPr txBox="1"/>
          <p:nvPr/>
        </p:nvSpPr>
        <p:spPr>
          <a:xfrm>
            <a:off x="3728466" y="4716589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</a:t>
            </a:r>
            <a:endParaRPr lang="ko-KR" sz="4300" dirty="0"/>
          </a:p>
        </p:txBody>
      </p:sp>
      <p:sp>
        <p:nvSpPr>
          <p:cNvPr id="18" name="S08-tile109"/>
          <p:cNvSpPr txBox="1"/>
          <p:nvPr/>
        </p:nvSpPr>
        <p:spPr>
          <a:xfrm>
            <a:off x="4920615" y="4716589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</a:t>
            </a:r>
            <a:endParaRPr lang="ko-KR" sz="4300" dirty="0"/>
          </a:p>
        </p:txBody>
      </p:sp>
      <p:sp>
        <p:nvSpPr>
          <p:cNvPr id="19" name="S08-chip110"/>
          <p:cNvSpPr txBox="1"/>
          <p:nvPr/>
        </p:nvSpPr>
        <p:spPr>
          <a:xfrm>
            <a:off x="6277356" y="49286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20" name="S08-tile111"/>
          <p:cNvSpPr txBox="1"/>
          <p:nvPr/>
        </p:nvSpPr>
        <p:spPr>
          <a:xfrm>
            <a:off x="7072884" y="4716589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</a:t>
            </a:r>
            <a:endParaRPr lang="ko-KR" sz="4300" dirty="0"/>
          </a:p>
        </p:txBody>
      </p:sp>
      <p:sp>
        <p:nvSpPr>
          <p:cNvPr id="21" name="S08-tile112"/>
          <p:cNvSpPr txBox="1"/>
          <p:nvPr/>
        </p:nvSpPr>
        <p:spPr>
          <a:xfrm>
            <a:off x="8265033" y="4716589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4300" dirty="0"/>
          </a:p>
        </p:txBody>
      </p:sp>
      <p:sp>
        <p:nvSpPr>
          <p:cNvPr id="22" name="S08-tile113"/>
          <p:cNvSpPr txBox="1"/>
          <p:nvPr/>
        </p:nvSpPr>
        <p:spPr>
          <a:xfrm>
            <a:off x="9457182" y="4716589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</a:t>
            </a:r>
            <a:endParaRPr lang="ko-KR" sz="4300" dirty="0"/>
          </a:p>
        </p:txBody>
      </p:sp>
      <p:sp>
        <p:nvSpPr>
          <p:cNvPr id="23" name="S08-tile114"/>
          <p:cNvSpPr txBox="1"/>
          <p:nvPr/>
        </p:nvSpPr>
        <p:spPr>
          <a:xfrm>
            <a:off x="10649331" y="4716589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</a:t>
            </a:r>
            <a:endParaRPr lang="ko-KR" sz="4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b, d, p, q</a:t>
            </a:r>
            <a:endParaRPr lang="ko-KR" sz="4000" dirty="0"/>
          </a:p>
        </p:txBody>
      </p:sp>
      <p:sp>
        <p:nvSpPr>
          <p:cNvPr id="3" name="S09-card115"/>
          <p:cNvSpPr/>
          <p:nvPr/>
        </p:nvSpPr>
        <p:spPr>
          <a:xfrm>
            <a:off x="548640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116"/>
          <p:cNvSpPr txBox="1"/>
          <p:nvPr/>
        </p:nvSpPr>
        <p:spPr>
          <a:xfrm>
            <a:off x="822960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b와 p는 B, P처럼 볼록한 곳이 오른쪽에 있어요.</a:t>
            </a:r>
            <a:endParaRPr lang="ko-KR" sz="3000" dirty="0"/>
          </a:p>
        </p:txBody>
      </p:sp>
      <p:sp>
        <p:nvSpPr>
          <p:cNvPr id="5" name="S09-card117"/>
          <p:cNvSpPr/>
          <p:nvPr/>
        </p:nvSpPr>
        <p:spPr>
          <a:xfrm>
            <a:off x="6208776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9-cardtext118"/>
          <p:cNvSpPr txBox="1"/>
          <p:nvPr/>
        </p:nvSpPr>
        <p:spPr>
          <a:xfrm>
            <a:off x="6483096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d와 q는 볼록한 곳이 왼쪽에 있어요.</a:t>
            </a:r>
            <a:endParaRPr lang="ko-KR" sz="3000" dirty="0"/>
          </a:p>
        </p:txBody>
      </p:sp>
      <p:sp>
        <p:nvSpPr>
          <p:cNvPr id="7" name="S09-tile119"/>
          <p:cNvSpPr txBox="1"/>
          <p:nvPr/>
        </p:nvSpPr>
        <p:spPr>
          <a:xfrm>
            <a:off x="2683764" y="2250948"/>
            <a:ext cx="1554480" cy="155448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6700" dirty="0"/>
          </a:p>
        </p:txBody>
      </p:sp>
      <p:sp>
        <p:nvSpPr>
          <p:cNvPr id="8" name="S09-tile120"/>
          <p:cNvSpPr txBox="1"/>
          <p:nvPr/>
        </p:nvSpPr>
        <p:spPr>
          <a:xfrm>
            <a:off x="4439412" y="2250948"/>
            <a:ext cx="1554480" cy="155448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6700" dirty="0"/>
          </a:p>
        </p:txBody>
      </p:sp>
      <p:sp>
        <p:nvSpPr>
          <p:cNvPr id="9" name="S09-tile121"/>
          <p:cNvSpPr txBox="1"/>
          <p:nvPr/>
        </p:nvSpPr>
        <p:spPr>
          <a:xfrm>
            <a:off x="6195060" y="2250948"/>
            <a:ext cx="1554480" cy="155448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</a:t>
            </a:r>
            <a:endParaRPr lang="ko-KR" sz="6700" dirty="0"/>
          </a:p>
        </p:txBody>
      </p:sp>
      <p:sp>
        <p:nvSpPr>
          <p:cNvPr id="10" name="S09-tile122"/>
          <p:cNvSpPr txBox="1"/>
          <p:nvPr/>
        </p:nvSpPr>
        <p:spPr>
          <a:xfrm>
            <a:off x="7950708" y="2250948"/>
            <a:ext cx="1554480" cy="155448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ko-KR" sz="6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m과 n, i와 j</a:t>
            </a:r>
            <a:endParaRPr lang="ko-KR" sz="4000" dirty="0"/>
          </a:p>
        </p:txBody>
      </p:sp>
      <p:sp>
        <p:nvSpPr>
          <p:cNvPr id="3" name="S10-card123"/>
          <p:cNvSpPr/>
          <p:nvPr/>
        </p:nvSpPr>
        <p:spPr>
          <a:xfrm>
            <a:off x="548640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124"/>
          <p:cNvSpPr txBox="1"/>
          <p:nvPr/>
        </p:nvSpPr>
        <p:spPr>
          <a:xfrm>
            <a:off x="822960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m은 봉우리가 2개,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n은 1개예요.</a:t>
            </a:r>
            <a:endParaRPr lang="ko-KR" sz="3000" dirty="0"/>
          </a:p>
        </p:txBody>
      </p:sp>
      <p:sp>
        <p:nvSpPr>
          <p:cNvPr id="5" name="S10-card125"/>
          <p:cNvSpPr/>
          <p:nvPr/>
        </p:nvSpPr>
        <p:spPr>
          <a:xfrm>
            <a:off x="6208776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0-cardtext126"/>
          <p:cNvSpPr txBox="1"/>
          <p:nvPr/>
        </p:nvSpPr>
        <p:spPr>
          <a:xfrm>
            <a:off x="6483096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i는 곧게 내려오고,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j는 아래가 굽어요.</a:t>
            </a:r>
            <a:endParaRPr lang="ko-KR" sz="3000" dirty="0"/>
          </a:p>
        </p:txBody>
      </p:sp>
      <p:sp>
        <p:nvSpPr>
          <p:cNvPr id="7" name="S10-tile127"/>
          <p:cNvSpPr txBox="1"/>
          <p:nvPr/>
        </p:nvSpPr>
        <p:spPr>
          <a:xfrm>
            <a:off x="2683764" y="2250948"/>
            <a:ext cx="1554480" cy="155448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</a:t>
            </a:r>
            <a:endParaRPr lang="ko-KR" sz="6700" dirty="0"/>
          </a:p>
        </p:txBody>
      </p:sp>
      <p:sp>
        <p:nvSpPr>
          <p:cNvPr id="8" name="S10-tile128"/>
          <p:cNvSpPr txBox="1"/>
          <p:nvPr/>
        </p:nvSpPr>
        <p:spPr>
          <a:xfrm>
            <a:off x="4439412" y="2250948"/>
            <a:ext cx="1554480" cy="155448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</a:t>
            </a:r>
            <a:endParaRPr lang="ko-KR" sz="6700" dirty="0"/>
          </a:p>
        </p:txBody>
      </p:sp>
      <p:sp>
        <p:nvSpPr>
          <p:cNvPr id="9" name="S10-tile129"/>
          <p:cNvSpPr txBox="1"/>
          <p:nvPr/>
        </p:nvSpPr>
        <p:spPr>
          <a:xfrm>
            <a:off x="6195060" y="2250948"/>
            <a:ext cx="1554480" cy="155448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</a:t>
            </a:r>
            <a:endParaRPr lang="ko-KR" sz="6700" dirty="0"/>
          </a:p>
        </p:txBody>
      </p:sp>
      <p:sp>
        <p:nvSpPr>
          <p:cNvPr id="10" name="S10-tile130"/>
          <p:cNvSpPr txBox="1"/>
          <p:nvPr/>
        </p:nvSpPr>
        <p:spPr>
          <a:xfrm>
            <a:off x="7950708" y="2250948"/>
            <a:ext cx="1554480" cy="155448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</a:t>
            </a:r>
            <a:endParaRPr lang="ko-KR" sz="6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b일까요, d일까요?</a:t>
            </a:r>
            <a:endParaRPr lang="ko-KR" sz="4000" dirty="0"/>
          </a:p>
        </p:txBody>
      </p:sp>
      <p:sp>
        <p:nvSpPr>
          <p:cNvPr id="3" name="S11-card131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132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d를 보고 ‘b’라고 했어요.</a:t>
            </a:r>
            <a:endParaRPr lang="ko-KR" sz="3000" dirty="0"/>
          </a:p>
        </p:txBody>
      </p:sp>
      <p:sp>
        <p:nvSpPr>
          <p:cNvPr id="5" name="S11-card13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1-cardtext13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바르게 말했나요? 무엇을 보고 알았나요?</a:t>
            </a:r>
            <a:endParaRPr lang="ko-KR" sz="3000" dirty="0"/>
          </a:p>
        </p:txBody>
      </p:sp>
      <p:sp>
        <p:nvSpPr>
          <p:cNvPr id="7" name="S11-chip135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볼록한 곳이 오른쪽</a:t>
            </a:r>
            <a:endParaRPr lang="ko-KR" sz="2400" dirty="0"/>
          </a:p>
        </p:txBody>
      </p:sp>
      <p:sp>
        <p:nvSpPr>
          <p:cNvPr id="8" name="S11-tile136"/>
          <p:cNvSpPr txBox="1"/>
          <p:nvPr/>
        </p:nvSpPr>
        <p:spPr>
          <a:xfrm>
            <a:off x="2544318" y="34518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5900" dirty="0"/>
          </a:p>
        </p:txBody>
      </p:sp>
      <p:sp>
        <p:nvSpPr>
          <p:cNvPr id="9" name="S11-chip137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볼록한 곳이 왼쪽</a:t>
            </a:r>
            <a:endParaRPr lang="ko-KR" sz="2400" dirty="0"/>
          </a:p>
        </p:txBody>
      </p:sp>
      <p:sp>
        <p:nvSpPr>
          <p:cNvPr id="10" name="S11-tile138"/>
          <p:cNvSpPr txBox="1"/>
          <p:nvPr/>
        </p:nvSpPr>
        <p:spPr>
          <a:xfrm>
            <a:off x="8273034" y="34518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낱말의 첫소리</a:t>
            </a:r>
            <a:endParaRPr lang="ko-KR" sz="4000" dirty="0"/>
          </a:p>
        </p:txBody>
      </p:sp>
      <p:sp>
        <p:nvSpPr>
          <p:cNvPr id="3" name="S12-card13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2-cardtext14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낱말의 맨 처음 소리를 듣고 첫 글자를 찾아요.</a:t>
            </a:r>
            <a:endParaRPr lang="ko-KR" sz="3000" dirty="0"/>
          </a:p>
        </p:txBody>
      </p:sp>
      <p:sp>
        <p:nvSpPr>
          <p:cNvPr id="5" name="S12-word141"/>
          <p:cNvSpPr txBox="1"/>
          <p:nvPr/>
        </p:nvSpPr>
        <p:spPr>
          <a:xfrm>
            <a:off x="548640" y="134874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apple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</a:t>
            </a:r>
            <a:endParaRPr lang="ko-KR" sz="3400" dirty="0"/>
          </a:p>
        </p:txBody>
      </p:sp>
      <p:sp>
        <p:nvSpPr>
          <p:cNvPr id="6" name="S12-word142"/>
          <p:cNvSpPr txBox="1"/>
          <p:nvPr/>
        </p:nvSpPr>
        <p:spPr>
          <a:xfrm>
            <a:off x="4337304" y="134874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bag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가방</a:t>
            </a:r>
            <a:endParaRPr lang="ko-KR" sz="3400" dirty="0"/>
          </a:p>
        </p:txBody>
      </p:sp>
      <p:sp>
        <p:nvSpPr>
          <p:cNvPr id="7" name="S12-word143"/>
          <p:cNvSpPr txBox="1"/>
          <p:nvPr/>
        </p:nvSpPr>
        <p:spPr>
          <a:xfrm>
            <a:off x="8125968" y="134874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cat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고양이</a:t>
            </a:r>
            <a:endParaRPr lang="ko-KR" sz="3400" dirty="0"/>
          </a:p>
        </p:txBody>
      </p:sp>
      <p:sp>
        <p:nvSpPr>
          <p:cNvPr id="8" name="S12-word144"/>
          <p:cNvSpPr txBox="1"/>
          <p:nvPr/>
        </p:nvSpPr>
        <p:spPr>
          <a:xfrm>
            <a:off x="548640" y="336042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dog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</a:t>
            </a:r>
            <a:endParaRPr lang="ko-KR" sz="3400" dirty="0"/>
          </a:p>
        </p:txBody>
      </p:sp>
      <p:sp>
        <p:nvSpPr>
          <p:cNvPr id="9" name="S12-word145"/>
          <p:cNvSpPr txBox="1"/>
          <p:nvPr/>
        </p:nvSpPr>
        <p:spPr>
          <a:xfrm>
            <a:off x="4337304" y="336042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egg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달걀</a:t>
            </a:r>
            <a:endParaRPr lang="ko-KR" sz="3400" dirty="0"/>
          </a:p>
        </p:txBody>
      </p:sp>
      <p:sp>
        <p:nvSpPr>
          <p:cNvPr id="10" name="S12-word146"/>
          <p:cNvSpPr txBox="1"/>
          <p:nvPr/>
        </p:nvSpPr>
        <p:spPr>
          <a:xfrm>
            <a:off x="8125968" y="336042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fish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물고기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글자를 골라요</a:t>
            </a:r>
            <a:endParaRPr lang="ko-KR" sz="4000" dirty="0"/>
          </a:p>
        </p:txBody>
      </p:sp>
      <p:sp>
        <p:nvSpPr>
          <p:cNvPr id="3" name="S13-text14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말하는 낱말의 첫 글자를 골라요.</a:t>
            </a:r>
            <a:endParaRPr lang="ko-KR" sz="3000" dirty="0"/>
          </a:p>
        </p:txBody>
      </p:sp>
      <p:sp>
        <p:nvSpPr>
          <p:cNvPr id="4" name="S13-card14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3-cardtext14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낱말을 천천히 따라 말하며 맨 처음 소리를 들어요.</a:t>
            </a:r>
            <a:endParaRPr lang="ko-KR" sz="3000" dirty="0"/>
          </a:p>
        </p:txBody>
      </p:sp>
      <p:sp>
        <p:nvSpPr>
          <p:cNvPr id="6" name="S13-chip150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13-tile151"/>
          <p:cNvSpPr txBox="1"/>
          <p:nvPr/>
        </p:nvSpPr>
        <p:spPr>
          <a:xfrm>
            <a:off x="2514600" y="201168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4000" dirty="0"/>
          </a:p>
        </p:txBody>
      </p:sp>
      <p:sp>
        <p:nvSpPr>
          <p:cNvPr id="8" name="S13-tile152"/>
          <p:cNvSpPr txBox="1"/>
          <p:nvPr/>
        </p:nvSpPr>
        <p:spPr>
          <a:xfrm>
            <a:off x="3630168" y="201168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4000" dirty="0"/>
          </a:p>
        </p:txBody>
      </p:sp>
      <p:sp>
        <p:nvSpPr>
          <p:cNvPr id="9" name="S13-tile153"/>
          <p:cNvSpPr txBox="1"/>
          <p:nvPr/>
        </p:nvSpPr>
        <p:spPr>
          <a:xfrm>
            <a:off x="4745736" y="201168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</a:t>
            </a:r>
            <a:endParaRPr lang="ko-KR" sz="4000" dirty="0"/>
          </a:p>
        </p:txBody>
      </p:sp>
      <p:sp>
        <p:nvSpPr>
          <p:cNvPr id="10" name="S13-chip154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1" name="S13-tile155"/>
          <p:cNvSpPr txBox="1"/>
          <p:nvPr/>
        </p:nvSpPr>
        <p:spPr>
          <a:xfrm>
            <a:off x="2514600" y="310896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4000" dirty="0"/>
          </a:p>
        </p:txBody>
      </p:sp>
      <p:sp>
        <p:nvSpPr>
          <p:cNvPr id="12" name="S13-tile156"/>
          <p:cNvSpPr txBox="1"/>
          <p:nvPr/>
        </p:nvSpPr>
        <p:spPr>
          <a:xfrm>
            <a:off x="3630168" y="310896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</a:t>
            </a:r>
            <a:endParaRPr lang="ko-KR" sz="4000" dirty="0"/>
          </a:p>
        </p:txBody>
      </p:sp>
      <p:sp>
        <p:nvSpPr>
          <p:cNvPr id="13" name="S13-tile157"/>
          <p:cNvSpPr txBox="1"/>
          <p:nvPr/>
        </p:nvSpPr>
        <p:spPr>
          <a:xfrm>
            <a:off x="4745736" y="310896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</a:t>
            </a:r>
            <a:endParaRPr lang="ko-KR" sz="4000" dirty="0"/>
          </a:p>
        </p:txBody>
      </p:sp>
      <p:sp>
        <p:nvSpPr>
          <p:cNvPr id="14" name="S13-chip158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5" name="S13-tile159"/>
          <p:cNvSpPr txBox="1"/>
          <p:nvPr/>
        </p:nvSpPr>
        <p:spPr>
          <a:xfrm>
            <a:off x="2514600" y="420624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</a:t>
            </a:r>
            <a:endParaRPr lang="ko-KR" sz="4000" dirty="0"/>
          </a:p>
        </p:txBody>
      </p:sp>
      <p:sp>
        <p:nvSpPr>
          <p:cNvPr id="16" name="S13-tile160"/>
          <p:cNvSpPr txBox="1"/>
          <p:nvPr/>
        </p:nvSpPr>
        <p:spPr>
          <a:xfrm>
            <a:off x="3630168" y="420624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</a:t>
            </a:r>
            <a:endParaRPr lang="ko-KR" sz="4000" dirty="0"/>
          </a:p>
        </p:txBody>
      </p:sp>
      <p:sp>
        <p:nvSpPr>
          <p:cNvPr id="17" name="S13-tile161"/>
          <p:cNvSpPr txBox="1"/>
          <p:nvPr/>
        </p:nvSpPr>
        <p:spPr>
          <a:xfrm>
            <a:off x="4745736" y="420624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</a:t>
            </a:r>
            <a:endParaRPr lang="ko-KR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4-text16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①은 이름을 말하고, ②③은 듣고 짚어요. ④는 M의 짝을 찾아요.</a:t>
            </a:r>
            <a:endParaRPr lang="ko-KR" sz="3000" dirty="0"/>
          </a:p>
        </p:txBody>
      </p:sp>
      <p:sp>
        <p:nvSpPr>
          <p:cNvPr id="4" name="S14-chip163"/>
          <p:cNvSpPr txBox="1"/>
          <p:nvPr/>
        </p:nvSpPr>
        <p:spPr>
          <a:xfrm>
            <a:off x="548640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4-tile164"/>
          <p:cNvSpPr txBox="1"/>
          <p:nvPr/>
        </p:nvSpPr>
        <p:spPr>
          <a:xfrm>
            <a:off x="1344168" y="2522030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</a:t>
            </a:r>
            <a:endParaRPr lang="ko-KR" sz="4300" dirty="0"/>
          </a:p>
        </p:txBody>
      </p:sp>
      <p:sp>
        <p:nvSpPr>
          <p:cNvPr id="6" name="S14-tile165"/>
          <p:cNvSpPr txBox="1"/>
          <p:nvPr/>
        </p:nvSpPr>
        <p:spPr>
          <a:xfrm>
            <a:off x="2536317" y="2522030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</a:t>
            </a:r>
            <a:endParaRPr lang="ko-KR" sz="4300" dirty="0"/>
          </a:p>
        </p:txBody>
      </p:sp>
      <p:sp>
        <p:nvSpPr>
          <p:cNvPr id="7" name="S14-tile166"/>
          <p:cNvSpPr txBox="1"/>
          <p:nvPr/>
        </p:nvSpPr>
        <p:spPr>
          <a:xfrm>
            <a:off x="3728466" y="2522030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</a:t>
            </a:r>
            <a:endParaRPr lang="ko-KR" sz="4300" dirty="0"/>
          </a:p>
        </p:txBody>
      </p:sp>
      <p:sp>
        <p:nvSpPr>
          <p:cNvPr id="8" name="S14-tile167"/>
          <p:cNvSpPr txBox="1"/>
          <p:nvPr/>
        </p:nvSpPr>
        <p:spPr>
          <a:xfrm>
            <a:off x="4920615" y="2522030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4300" dirty="0"/>
          </a:p>
        </p:txBody>
      </p:sp>
      <p:sp>
        <p:nvSpPr>
          <p:cNvPr id="9" name="S14-chip168"/>
          <p:cNvSpPr txBox="1"/>
          <p:nvPr/>
        </p:nvSpPr>
        <p:spPr>
          <a:xfrm>
            <a:off x="6277356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0" name="S14-tile169"/>
          <p:cNvSpPr txBox="1"/>
          <p:nvPr/>
        </p:nvSpPr>
        <p:spPr>
          <a:xfrm>
            <a:off x="7072884" y="2522030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</a:t>
            </a:r>
            <a:endParaRPr lang="ko-KR" sz="4300" dirty="0"/>
          </a:p>
        </p:txBody>
      </p:sp>
      <p:sp>
        <p:nvSpPr>
          <p:cNvPr id="11" name="S14-tile170"/>
          <p:cNvSpPr txBox="1"/>
          <p:nvPr/>
        </p:nvSpPr>
        <p:spPr>
          <a:xfrm>
            <a:off x="8265033" y="2522030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</a:t>
            </a:r>
            <a:endParaRPr lang="ko-KR" sz="4300" dirty="0"/>
          </a:p>
        </p:txBody>
      </p:sp>
      <p:sp>
        <p:nvSpPr>
          <p:cNvPr id="12" name="S14-tile171"/>
          <p:cNvSpPr txBox="1"/>
          <p:nvPr/>
        </p:nvSpPr>
        <p:spPr>
          <a:xfrm>
            <a:off x="9457182" y="2522030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</a:t>
            </a:r>
            <a:endParaRPr lang="ko-KR" sz="4300" dirty="0"/>
          </a:p>
        </p:txBody>
      </p:sp>
      <p:sp>
        <p:nvSpPr>
          <p:cNvPr id="13" name="S14-tile172"/>
          <p:cNvSpPr txBox="1"/>
          <p:nvPr/>
        </p:nvSpPr>
        <p:spPr>
          <a:xfrm>
            <a:off x="10649331" y="2522030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</a:t>
            </a:r>
            <a:endParaRPr lang="ko-KR" sz="4300" dirty="0"/>
          </a:p>
        </p:txBody>
      </p:sp>
      <p:sp>
        <p:nvSpPr>
          <p:cNvPr id="14" name="S14-chip173"/>
          <p:cNvSpPr txBox="1"/>
          <p:nvPr/>
        </p:nvSpPr>
        <p:spPr>
          <a:xfrm>
            <a:off x="548640" y="49286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5" name="S14-tile174"/>
          <p:cNvSpPr txBox="1"/>
          <p:nvPr/>
        </p:nvSpPr>
        <p:spPr>
          <a:xfrm>
            <a:off x="1344168" y="4716589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4300" dirty="0"/>
          </a:p>
        </p:txBody>
      </p:sp>
      <p:sp>
        <p:nvSpPr>
          <p:cNvPr id="16" name="S14-tile175"/>
          <p:cNvSpPr txBox="1"/>
          <p:nvPr/>
        </p:nvSpPr>
        <p:spPr>
          <a:xfrm>
            <a:off x="2536317" y="4716589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</a:t>
            </a:r>
            <a:endParaRPr lang="ko-KR" sz="4300" dirty="0"/>
          </a:p>
        </p:txBody>
      </p:sp>
      <p:sp>
        <p:nvSpPr>
          <p:cNvPr id="17" name="S14-tile176"/>
          <p:cNvSpPr txBox="1"/>
          <p:nvPr/>
        </p:nvSpPr>
        <p:spPr>
          <a:xfrm>
            <a:off x="3728466" y="4716589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</a:t>
            </a:r>
            <a:endParaRPr lang="ko-KR" sz="4300" dirty="0"/>
          </a:p>
        </p:txBody>
      </p:sp>
      <p:sp>
        <p:nvSpPr>
          <p:cNvPr id="18" name="S14-tile177"/>
          <p:cNvSpPr txBox="1"/>
          <p:nvPr/>
        </p:nvSpPr>
        <p:spPr>
          <a:xfrm>
            <a:off x="4920615" y="4716589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</a:t>
            </a:r>
            <a:endParaRPr lang="ko-KR" sz="4300" dirty="0"/>
          </a:p>
        </p:txBody>
      </p:sp>
      <p:sp>
        <p:nvSpPr>
          <p:cNvPr id="19" name="S14-chip178"/>
          <p:cNvSpPr txBox="1"/>
          <p:nvPr/>
        </p:nvSpPr>
        <p:spPr>
          <a:xfrm>
            <a:off x="6277356" y="49286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20" name="S14-tile179"/>
          <p:cNvSpPr txBox="1"/>
          <p:nvPr/>
        </p:nvSpPr>
        <p:spPr>
          <a:xfrm>
            <a:off x="7072884" y="4716589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</a:t>
            </a:r>
            <a:endParaRPr lang="ko-KR" sz="4300" dirty="0"/>
          </a:p>
        </p:txBody>
      </p:sp>
      <p:sp>
        <p:nvSpPr>
          <p:cNvPr id="21" name="S14-tile180"/>
          <p:cNvSpPr txBox="1"/>
          <p:nvPr/>
        </p:nvSpPr>
        <p:spPr>
          <a:xfrm>
            <a:off x="8265033" y="4716589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</a:t>
            </a:r>
            <a:endParaRPr lang="ko-KR" sz="4300" dirty="0"/>
          </a:p>
        </p:txBody>
      </p:sp>
      <p:sp>
        <p:nvSpPr>
          <p:cNvPr id="22" name="S14-tile181"/>
          <p:cNvSpPr txBox="1"/>
          <p:nvPr/>
        </p:nvSpPr>
        <p:spPr>
          <a:xfrm>
            <a:off x="9457182" y="4716589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</a:t>
            </a:r>
            <a:endParaRPr lang="ko-KR" sz="4300" dirty="0"/>
          </a:p>
        </p:txBody>
      </p:sp>
      <p:sp>
        <p:nvSpPr>
          <p:cNvPr id="23" name="S14-tile182"/>
          <p:cNvSpPr txBox="1"/>
          <p:nvPr/>
        </p:nvSpPr>
        <p:spPr>
          <a:xfrm>
            <a:off x="10649331" y="4716589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</a:t>
            </a:r>
            <a:endParaRPr lang="ko-KR" sz="4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말하는 글자를 골라요</a:t>
            </a:r>
            <a:endParaRPr lang="ko-KR" sz="4000" dirty="0"/>
          </a:p>
        </p:txBody>
      </p:sp>
      <p:sp>
        <p:nvSpPr>
          <p:cNvPr id="3" name="S16-card18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6-cardtext18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말하는 글자는? 어떻게 알았나요?</a:t>
            </a:r>
            <a:endParaRPr lang="ko-KR" sz="3000" dirty="0"/>
          </a:p>
        </p:txBody>
      </p:sp>
      <p:sp>
        <p:nvSpPr>
          <p:cNvPr id="5" name="S16-chip185"/>
          <p:cNvSpPr txBox="1"/>
          <p:nvPr/>
        </p:nvSpPr>
        <p:spPr>
          <a:xfrm>
            <a:off x="548640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6" name="S16-tile186"/>
          <p:cNvSpPr txBox="1"/>
          <p:nvPr/>
        </p:nvSpPr>
        <p:spPr>
          <a:xfrm>
            <a:off x="2896362" y="147447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6300" dirty="0"/>
          </a:p>
        </p:txBody>
      </p:sp>
      <p:sp>
        <p:nvSpPr>
          <p:cNvPr id="7" name="S16-chip187"/>
          <p:cNvSpPr txBox="1"/>
          <p:nvPr/>
        </p:nvSpPr>
        <p:spPr>
          <a:xfrm>
            <a:off x="6277356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8" name="S16-tile188"/>
          <p:cNvSpPr txBox="1"/>
          <p:nvPr/>
        </p:nvSpPr>
        <p:spPr>
          <a:xfrm>
            <a:off x="8625078" y="147447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6300" dirty="0"/>
          </a:p>
        </p:txBody>
      </p:sp>
      <p:sp>
        <p:nvSpPr>
          <p:cNvPr id="9" name="S16-chip189"/>
          <p:cNvSpPr txBox="1"/>
          <p:nvPr/>
        </p:nvSpPr>
        <p:spPr>
          <a:xfrm>
            <a:off x="548640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0" name="S16-tile190"/>
          <p:cNvSpPr txBox="1"/>
          <p:nvPr/>
        </p:nvSpPr>
        <p:spPr>
          <a:xfrm>
            <a:off x="2896362" y="350901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</a:t>
            </a:r>
            <a:endParaRPr lang="ko-KR" sz="6300" dirty="0"/>
          </a:p>
        </p:txBody>
      </p:sp>
      <p:sp>
        <p:nvSpPr>
          <p:cNvPr id="11" name="S16-chip191"/>
          <p:cNvSpPr txBox="1"/>
          <p:nvPr/>
        </p:nvSpPr>
        <p:spPr>
          <a:xfrm>
            <a:off x="6277356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000" dirty="0"/>
          </a:p>
        </p:txBody>
      </p:sp>
      <p:sp>
        <p:nvSpPr>
          <p:cNvPr id="12" name="S16-tile192"/>
          <p:cNvSpPr txBox="1"/>
          <p:nvPr/>
        </p:nvSpPr>
        <p:spPr>
          <a:xfrm>
            <a:off x="8625078" y="350901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ko-KR" sz="6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7-card193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7-cardtext194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대문자와 소문자는 짝이고, 이름이 같아요.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낱말을 듣고 첫소리로 첫 글자를 찾아요.</a:t>
            </a:r>
            <a:endParaRPr lang="ko-KR" sz="3000" dirty="0"/>
          </a:p>
        </p:txBody>
      </p:sp>
      <p:sp>
        <p:nvSpPr>
          <p:cNvPr id="5" name="S17-chip195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볼록한 곳의 방향 보기</a:t>
            </a:r>
            <a:endParaRPr lang="ko-KR" sz="2400" dirty="0"/>
          </a:p>
        </p:txBody>
      </p:sp>
      <p:sp>
        <p:nvSpPr>
          <p:cNvPr id="6" name="S17-chip196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b와 d를 같게 보기</a:t>
            </a:r>
            <a:endParaRPr lang="ko-KR" sz="2400" dirty="0"/>
          </a:p>
        </p:txBody>
      </p:sp>
      <p:sp>
        <p:nvSpPr>
          <p:cNvPr id="7" name="S17-text197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7-text198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b와 d의 다른 점은?</a:t>
            </a:r>
            <a:endParaRPr lang="ko-KR" sz="2400" dirty="0"/>
          </a:p>
        </p:txBody>
      </p:sp>
      <p:sp>
        <p:nvSpPr>
          <p:cNvPr id="9" name="S17-text199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G의 짝 소문자는?</a:t>
            </a:r>
            <a:endParaRPr lang="ko-KR" sz="2400" dirty="0"/>
          </a:p>
        </p:txBody>
      </p:sp>
      <p:sp>
        <p:nvSpPr>
          <p:cNvPr id="10" name="S17-text200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dog의 첫 글자는?</a:t>
            </a:r>
            <a:endParaRPr lang="ko-KR" sz="2400" dirty="0"/>
          </a:p>
        </p:txBody>
      </p:sp>
      <p:sp>
        <p:nvSpPr>
          <p:cNvPr id="11" name="S17-text201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인사하기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대문자 다시 보기</a:t>
            </a:r>
            <a:endParaRPr lang="ko-KR" sz="4000" dirty="0"/>
          </a:p>
        </p:txBody>
      </p:sp>
      <p:sp>
        <p:nvSpPr>
          <p:cNvPr id="3" name="S18-card202"/>
          <p:cNvSpPr/>
          <p:nvPr/>
        </p:nvSpPr>
        <p:spPr>
          <a:xfrm>
            <a:off x="548640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8-cardtext203"/>
          <p:cNvSpPr txBox="1"/>
          <p:nvPr/>
        </p:nvSpPr>
        <p:spPr>
          <a:xfrm>
            <a:off x="822960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소리를 듣고 따라 말해요.</a:t>
            </a:r>
            <a:endParaRPr lang="ko-KR" sz="3000" dirty="0"/>
          </a:p>
        </p:txBody>
      </p:sp>
      <p:sp>
        <p:nvSpPr>
          <p:cNvPr id="5" name="S18-card204"/>
          <p:cNvSpPr/>
          <p:nvPr/>
        </p:nvSpPr>
        <p:spPr>
          <a:xfrm>
            <a:off x="6208776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8-cardtext205"/>
          <p:cNvSpPr txBox="1"/>
          <p:nvPr/>
        </p:nvSpPr>
        <p:spPr>
          <a:xfrm>
            <a:off x="6483096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카드를 차례대로 놓아요.</a:t>
            </a:r>
            <a:endParaRPr lang="ko-KR" sz="3000" dirty="0"/>
          </a:p>
        </p:txBody>
      </p:sp>
      <p:sp>
        <p:nvSpPr>
          <p:cNvPr id="7" name="S18-tile206"/>
          <p:cNvSpPr txBox="1"/>
          <p:nvPr/>
        </p:nvSpPr>
        <p:spPr>
          <a:xfrm>
            <a:off x="54864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2900" dirty="0"/>
          </a:p>
        </p:txBody>
      </p:sp>
      <p:sp>
        <p:nvSpPr>
          <p:cNvPr id="8" name="S18-tile207"/>
          <p:cNvSpPr txBox="1"/>
          <p:nvPr/>
        </p:nvSpPr>
        <p:spPr>
          <a:xfrm>
            <a:off x="141732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2900" dirty="0"/>
          </a:p>
        </p:txBody>
      </p:sp>
      <p:sp>
        <p:nvSpPr>
          <p:cNvPr id="9" name="S18-tile208"/>
          <p:cNvSpPr txBox="1"/>
          <p:nvPr/>
        </p:nvSpPr>
        <p:spPr>
          <a:xfrm>
            <a:off x="228600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</a:t>
            </a:r>
            <a:endParaRPr lang="ko-KR" sz="2900" dirty="0"/>
          </a:p>
        </p:txBody>
      </p:sp>
      <p:sp>
        <p:nvSpPr>
          <p:cNvPr id="10" name="S18-tile209"/>
          <p:cNvSpPr txBox="1"/>
          <p:nvPr/>
        </p:nvSpPr>
        <p:spPr>
          <a:xfrm>
            <a:off x="315468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2900" dirty="0"/>
          </a:p>
        </p:txBody>
      </p:sp>
      <p:sp>
        <p:nvSpPr>
          <p:cNvPr id="11" name="S18-tile210"/>
          <p:cNvSpPr txBox="1"/>
          <p:nvPr/>
        </p:nvSpPr>
        <p:spPr>
          <a:xfrm>
            <a:off x="402336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</a:t>
            </a:r>
            <a:endParaRPr lang="ko-KR" sz="2900" dirty="0"/>
          </a:p>
        </p:txBody>
      </p:sp>
      <p:sp>
        <p:nvSpPr>
          <p:cNvPr id="12" name="S18-tile211"/>
          <p:cNvSpPr txBox="1"/>
          <p:nvPr/>
        </p:nvSpPr>
        <p:spPr>
          <a:xfrm>
            <a:off x="489204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</a:t>
            </a:r>
            <a:endParaRPr lang="ko-KR" sz="2900" dirty="0"/>
          </a:p>
        </p:txBody>
      </p:sp>
      <p:sp>
        <p:nvSpPr>
          <p:cNvPr id="13" name="S18-tile212"/>
          <p:cNvSpPr txBox="1"/>
          <p:nvPr/>
        </p:nvSpPr>
        <p:spPr>
          <a:xfrm>
            <a:off x="576072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2900" dirty="0"/>
          </a:p>
        </p:txBody>
      </p:sp>
      <p:sp>
        <p:nvSpPr>
          <p:cNvPr id="14" name="S18-tile213"/>
          <p:cNvSpPr txBox="1"/>
          <p:nvPr/>
        </p:nvSpPr>
        <p:spPr>
          <a:xfrm>
            <a:off x="662940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</a:t>
            </a:r>
            <a:endParaRPr lang="ko-KR" sz="2900" dirty="0"/>
          </a:p>
        </p:txBody>
      </p:sp>
      <p:sp>
        <p:nvSpPr>
          <p:cNvPr id="15" name="S18-tile214"/>
          <p:cNvSpPr txBox="1"/>
          <p:nvPr/>
        </p:nvSpPr>
        <p:spPr>
          <a:xfrm>
            <a:off x="749808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</a:t>
            </a:r>
            <a:endParaRPr lang="ko-KR" sz="2900" dirty="0"/>
          </a:p>
        </p:txBody>
      </p:sp>
      <p:sp>
        <p:nvSpPr>
          <p:cNvPr id="16" name="S18-tile215"/>
          <p:cNvSpPr txBox="1"/>
          <p:nvPr/>
        </p:nvSpPr>
        <p:spPr>
          <a:xfrm>
            <a:off x="836676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</a:t>
            </a:r>
            <a:endParaRPr lang="ko-KR" sz="2900" dirty="0"/>
          </a:p>
        </p:txBody>
      </p:sp>
      <p:sp>
        <p:nvSpPr>
          <p:cNvPr id="17" name="S18-tile216"/>
          <p:cNvSpPr txBox="1"/>
          <p:nvPr/>
        </p:nvSpPr>
        <p:spPr>
          <a:xfrm>
            <a:off x="923544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</a:t>
            </a:r>
            <a:endParaRPr lang="ko-KR" sz="2900" dirty="0"/>
          </a:p>
        </p:txBody>
      </p:sp>
      <p:sp>
        <p:nvSpPr>
          <p:cNvPr id="18" name="S18-tile217"/>
          <p:cNvSpPr txBox="1"/>
          <p:nvPr/>
        </p:nvSpPr>
        <p:spPr>
          <a:xfrm>
            <a:off x="1010412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</a:t>
            </a:r>
            <a:endParaRPr lang="ko-KR" sz="2900" dirty="0"/>
          </a:p>
        </p:txBody>
      </p:sp>
      <p:sp>
        <p:nvSpPr>
          <p:cNvPr id="19" name="S18-tile218"/>
          <p:cNvSpPr txBox="1"/>
          <p:nvPr/>
        </p:nvSpPr>
        <p:spPr>
          <a:xfrm>
            <a:off x="1097280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</a:t>
            </a:r>
            <a:endParaRPr lang="ko-KR" sz="2900" dirty="0"/>
          </a:p>
        </p:txBody>
      </p:sp>
      <p:sp>
        <p:nvSpPr>
          <p:cNvPr id="20" name="S18-tile219"/>
          <p:cNvSpPr txBox="1"/>
          <p:nvPr/>
        </p:nvSpPr>
        <p:spPr>
          <a:xfrm>
            <a:off x="54864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</a:t>
            </a:r>
            <a:endParaRPr lang="ko-KR" sz="2900" dirty="0"/>
          </a:p>
        </p:txBody>
      </p:sp>
      <p:sp>
        <p:nvSpPr>
          <p:cNvPr id="21" name="S18-tile220"/>
          <p:cNvSpPr txBox="1"/>
          <p:nvPr/>
        </p:nvSpPr>
        <p:spPr>
          <a:xfrm>
            <a:off x="141732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</a:t>
            </a:r>
            <a:endParaRPr lang="ko-KR" sz="2900" dirty="0"/>
          </a:p>
        </p:txBody>
      </p:sp>
      <p:sp>
        <p:nvSpPr>
          <p:cNvPr id="22" name="S18-tile221"/>
          <p:cNvSpPr txBox="1"/>
          <p:nvPr/>
        </p:nvSpPr>
        <p:spPr>
          <a:xfrm>
            <a:off x="228600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</a:t>
            </a:r>
            <a:endParaRPr lang="ko-KR" sz="2900" dirty="0"/>
          </a:p>
        </p:txBody>
      </p:sp>
      <p:sp>
        <p:nvSpPr>
          <p:cNvPr id="23" name="S18-tile222"/>
          <p:cNvSpPr txBox="1"/>
          <p:nvPr/>
        </p:nvSpPr>
        <p:spPr>
          <a:xfrm>
            <a:off x="315468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ko-KR" sz="2900" dirty="0"/>
          </a:p>
        </p:txBody>
      </p:sp>
      <p:sp>
        <p:nvSpPr>
          <p:cNvPr id="24" name="S18-tile223"/>
          <p:cNvSpPr txBox="1"/>
          <p:nvPr/>
        </p:nvSpPr>
        <p:spPr>
          <a:xfrm>
            <a:off x="402336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</a:t>
            </a:r>
            <a:endParaRPr lang="ko-KR" sz="2900" dirty="0"/>
          </a:p>
        </p:txBody>
      </p:sp>
      <p:sp>
        <p:nvSpPr>
          <p:cNvPr id="25" name="S18-tile224"/>
          <p:cNvSpPr txBox="1"/>
          <p:nvPr/>
        </p:nvSpPr>
        <p:spPr>
          <a:xfrm>
            <a:off x="489204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</a:t>
            </a:r>
            <a:endParaRPr lang="ko-KR" sz="2900" dirty="0"/>
          </a:p>
        </p:txBody>
      </p:sp>
      <p:sp>
        <p:nvSpPr>
          <p:cNvPr id="26" name="S18-tile225"/>
          <p:cNvSpPr txBox="1"/>
          <p:nvPr/>
        </p:nvSpPr>
        <p:spPr>
          <a:xfrm>
            <a:off x="576072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</a:t>
            </a:r>
            <a:endParaRPr lang="ko-KR" sz="2900" dirty="0"/>
          </a:p>
        </p:txBody>
      </p:sp>
      <p:sp>
        <p:nvSpPr>
          <p:cNvPr id="27" name="S18-tile226"/>
          <p:cNvSpPr txBox="1"/>
          <p:nvPr/>
        </p:nvSpPr>
        <p:spPr>
          <a:xfrm>
            <a:off x="662940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</a:t>
            </a:r>
            <a:endParaRPr lang="ko-KR" sz="2900" dirty="0"/>
          </a:p>
        </p:txBody>
      </p:sp>
      <p:sp>
        <p:nvSpPr>
          <p:cNvPr id="28" name="S18-tile227"/>
          <p:cNvSpPr txBox="1"/>
          <p:nvPr/>
        </p:nvSpPr>
        <p:spPr>
          <a:xfrm>
            <a:off x="749808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</a:t>
            </a:r>
            <a:endParaRPr lang="ko-KR" sz="2900" dirty="0"/>
          </a:p>
        </p:txBody>
      </p:sp>
      <p:sp>
        <p:nvSpPr>
          <p:cNvPr id="29" name="S18-tile228"/>
          <p:cNvSpPr txBox="1"/>
          <p:nvPr/>
        </p:nvSpPr>
        <p:spPr>
          <a:xfrm>
            <a:off x="836676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</a:t>
            </a:r>
            <a:endParaRPr lang="ko-KR" sz="2900" dirty="0"/>
          </a:p>
        </p:txBody>
      </p:sp>
      <p:sp>
        <p:nvSpPr>
          <p:cNvPr id="30" name="S18-tile229"/>
          <p:cNvSpPr txBox="1"/>
          <p:nvPr/>
        </p:nvSpPr>
        <p:spPr>
          <a:xfrm>
            <a:off x="923544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X</a:t>
            </a:r>
            <a:endParaRPr lang="ko-KR" sz="2900" dirty="0"/>
          </a:p>
        </p:txBody>
      </p:sp>
      <p:sp>
        <p:nvSpPr>
          <p:cNvPr id="31" name="S18-tile230"/>
          <p:cNvSpPr txBox="1"/>
          <p:nvPr/>
        </p:nvSpPr>
        <p:spPr>
          <a:xfrm>
            <a:off x="1010412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</a:t>
            </a:r>
            <a:endParaRPr lang="ko-KR" sz="2900" dirty="0"/>
          </a:p>
        </p:txBody>
      </p:sp>
      <p:sp>
        <p:nvSpPr>
          <p:cNvPr id="32" name="S18-tile231"/>
          <p:cNvSpPr txBox="1"/>
          <p:nvPr/>
        </p:nvSpPr>
        <p:spPr>
          <a:xfrm>
            <a:off x="1097280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Z</a:t>
            </a:r>
            <a:endParaRPr lang="ko-KR" sz="2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영어 소문자와 첫소리</dc:title>
  <dc:subject>KR22-G03-ENG-LOWER-L01</dc:subject>
  <dc:creator>education-ppt</dc:creator>
  <cp:lastModifiedBy>education-ppt</cp:lastModifiedBy>
  <cp:revision>1</cp:revision>
  <dcterms:created xsi:type="dcterms:W3CDTF">2026-10-26T08:22:40Z</dcterms:created>
  <dcterms:modified xsi:type="dcterms:W3CDTF">2026-10-26T08:22:40Z</dcterms:modified>
</cp:coreProperties>
</file>