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7b1710c-f10b-865d-9eb3-084134dcd8e4}">
          <p14:sldIdLst>
            <p14:sldId id="256"/>
            <p14:sldId id="257"/>
          </p14:sldIdLst>
        </p14:section>
        <p14:section name="개념" id="{7efdbe52-9684-4f34-4637-e4b26ce1bdb5}">
          <p14:sldIdLst>
            <p14:sldId id="258"/>
            <p14:sldId id="259"/>
            <p14:sldId id="260"/>
            <p14:sldId id="261"/>
            <p14:sldId id="262"/>
            <p14:sldId id="264"/>
            <p14:sldId id="265"/>
            <p14:sldId id="267"/>
          </p14:sldIdLst>
        </p14:section>
        <p14:section name="연습" id="{f18e9f2e-64cb-38ee-5b91-3bc41bb9bfc2}">
          <p14:sldIdLst>
            <p14:sldId id="263"/>
            <p14:sldId id="266"/>
            <p14:sldId id="268"/>
          </p14:sldIdLst>
        </p14:section>
        <p14:section name="개념" id="{e2cafb5b-8ced-1500-a4f0-84df1f202f3e}">
          <p14:sldIdLst/>
        </p14:section>
        <p14:section name="연습" id="{b66248cb-fe5a-6e04-9f5e-24dcd5d2db3a}">
          <p14:sldIdLst/>
        </p14:section>
        <p14:section name="개념" id="{fe518326-1d49-eba5-eb61-6aa99efd4fae}">
          <p14:sldIdLst/>
        </p14:section>
        <p14:section name="연습" id="{e7d0bffa-55af-4363-c7b9-f5e527e44543}">
          <p14:sldIdLst/>
        </p14:section>
        <p14:section name="확인" id="{0cb968ba-fc75-d86d-73f6-8ba7731a9238}">
          <p14:sldIdLst>
            <p14:sldId id="269"/>
            <p14:sldId id="270"/>
          </p14:sldIdLst>
        </p14:section>
        <p14:section name="정리" id="{df784cd3-faf8-4f69-9597-b0870297a225}">
          <p14:sldIdLst>
            <p14:sldId id="271"/>
          </p14:sldIdLst>
        </p14:section>
        <p14:section name="보충" id="{0d2b6929-553a-27d1-d44e-ed231d9a389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소문자와 첫소리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소문자와 첫소리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소문자와 첫소리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소문자와 첫소리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글자에도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글자가 있을까요?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대문자의 짝이 되는 소문자를 찾고 이름을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듣고 첫 글자를 골라요.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?에 들어갈 글자를 말해요.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300" dirty="0"/>
          </a:p>
        </p:txBody>
      </p:sp>
      <p:sp>
        <p:nvSpPr>
          <p:cNvPr id="6" name="S02-tile10"/>
          <p:cNvSpPr txBox="1"/>
          <p:nvPr/>
        </p:nvSpPr>
        <p:spPr>
          <a:xfrm>
            <a:off x="2766060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300" dirty="0"/>
          </a:p>
        </p:txBody>
      </p:sp>
      <p:sp>
        <p:nvSpPr>
          <p:cNvPr id="7" name="S02-tile11"/>
          <p:cNvSpPr txBox="1"/>
          <p:nvPr/>
        </p:nvSpPr>
        <p:spPr>
          <a:xfrm>
            <a:off x="4187952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300" dirty="0"/>
          </a:p>
        </p:txBody>
      </p:sp>
      <p:sp>
        <p:nvSpPr>
          <p:cNvPr id="8" name="S02-tile12"/>
          <p:cNvSpPr txBox="1"/>
          <p:nvPr/>
        </p:nvSpPr>
        <p:spPr>
          <a:xfrm>
            <a:off x="5609844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3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4"/>
          <p:cNvSpPr txBox="1"/>
          <p:nvPr/>
        </p:nvSpPr>
        <p:spPr>
          <a:xfrm>
            <a:off x="1344168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300" dirty="0"/>
          </a:p>
        </p:txBody>
      </p:sp>
      <p:sp>
        <p:nvSpPr>
          <p:cNvPr id="11" name="S02-tile15"/>
          <p:cNvSpPr txBox="1"/>
          <p:nvPr/>
        </p:nvSpPr>
        <p:spPr>
          <a:xfrm>
            <a:off x="2766060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300" dirty="0"/>
          </a:p>
        </p:txBody>
      </p:sp>
      <p:sp>
        <p:nvSpPr>
          <p:cNvPr id="12" name="S02-tile16"/>
          <p:cNvSpPr txBox="1"/>
          <p:nvPr/>
        </p:nvSpPr>
        <p:spPr>
          <a:xfrm>
            <a:off x="4187952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300" dirty="0"/>
          </a:p>
        </p:txBody>
      </p:sp>
      <p:sp>
        <p:nvSpPr>
          <p:cNvPr id="13" name="S02-tile17"/>
          <p:cNvSpPr txBox="1"/>
          <p:nvPr/>
        </p:nvSpPr>
        <p:spPr>
          <a:xfrm>
            <a:off x="5609844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대문자와 소문자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되는 두 글자는 이름이 같아요.</a:t>
            </a:r>
            <a:endParaRPr lang="ko-KR" sz="3000" dirty="0"/>
          </a:p>
        </p:txBody>
      </p:sp>
      <p:sp>
        <p:nvSpPr>
          <p:cNvPr id="5" name="S03-card20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1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낱말은 주로 소문자로 써요.</a:t>
            </a:r>
            <a:endParaRPr lang="ko-KR" sz="3000" dirty="0"/>
          </a:p>
        </p:txBody>
      </p:sp>
      <p:sp>
        <p:nvSpPr>
          <p:cNvPr id="7" name="S03-tile22"/>
          <p:cNvSpPr txBox="1"/>
          <p:nvPr/>
        </p:nvSpPr>
        <p:spPr>
          <a:xfrm>
            <a:off x="982980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8" name="S03-tile23"/>
          <p:cNvSpPr txBox="1"/>
          <p:nvPr/>
        </p:nvSpPr>
        <p:spPr>
          <a:xfrm>
            <a:off x="2555748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9" name="S03-tile24"/>
          <p:cNvSpPr txBox="1"/>
          <p:nvPr/>
        </p:nvSpPr>
        <p:spPr>
          <a:xfrm>
            <a:off x="4128516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10" name="S03-label25"/>
          <p:cNvSpPr txBox="1"/>
          <p:nvPr/>
        </p:nvSpPr>
        <p:spPr>
          <a:xfrm>
            <a:off x="548640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</a:t>
            </a:r>
            <a:endParaRPr lang="ko-KR" sz="2400" dirty="0"/>
          </a:p>
        </p:txBody>
      </p:sp>
      <p:sp>
        <p:nvSpPr>
          <p:cNvPr id="11" name="S03-tile26"/>
          <p:cNvSpPr txBox="1"/>
          <p:nvPr/>
        </p:nvSpPr>
        <p:spPr>
          <a:xfrm>
            <a:off x="6688836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2" name="S03-tile27"/>
          <p:cNvSpPr txBox="1"/>
          <p:nvPr/>
        </p:nvSpPr>
        <p:spPr>
          <a:xfrm>
            <a:off x="8261604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3" name="S03-tile28"/>
          <p:cNvSpPr txBox="1"/>
          <p:nvPr/>
        </p:nvSpPr>
        <p:spPr>
          <a:xfrm>
            <a:off x="9834372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14" name="S03-label29"/>
          <p:cNvSpPr txBox="1"/>
          <p:nvPr/>
        </p:nvSpPr>
        <p:spPr>
          <a:xfrm>
            <a:off x="6254496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같은 소문자</a:t>
            </a:r>
            <a:endParaRPr lang="ko-KR" sz="4000" dirty="0"/>
          </a:p>
        </p:txBody>
      </p:sp>
      <p:sp>
        <p:nvSpPr>
          <p:cNvPr id="3" name="S04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크기만 작아지고 모양은 같아요.</a:t>
            </a:r>
            <a:endParaRPr lang="ko-KR" sz="3000" dirty="0"/>
          </a:p>
        </p:txBody>
      </p:sp>
      <p:sp>
        <p:nvSpPr>
          <p:cNvPr id="6" name="S04-tile33"/>
          <p:cNvSpPr txBox="1"/>
          <p:nvPr/>
        </p:nvSpPr>
        <p:spPr>
          <a:xfrm>
            <a:off x="54864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200" dirty="0"/>
          </a:p>
        </p:txBody>
      </p:sp>
      <p:sp>
        <p:nvSpPr>
          <p:cNvPr id="7" name="S04-tile34"/>
          <p:cNvSpPr txBox="1"/>
          <p:nvPr/>
        </p:nvSpPr>
        <p:spPr>
          <a:xfrm>
            <a:off x="196024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200" dirty="0"/>
          </a:p>
        </p:txBody>
      </p:sp>
      <p:sp>
        <p:nvSpPr>
          <p:cNvPr id="8" name="S04-tile35"/>
          <p:cNvSpPr txBox="1"/>
          <p:nvPr/>
        </p:nvSpPr>
        <p:spPr>
          <a:xfrm>
            <a:off x="337185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200" dirty="0"/>
          </a:p>
        </p:txBody>
      </p:sp>
      <p:sp>
        <p:nvSpPr>
          <p:cNvPr id="9" name="S04-tile36"/>
          <p:cNvSpPr txBox="1"/>
          <p:nvPr/>
        </p:nvSpPr>
        <p:spPr>
          <a:xfrm>
            <a:off x="478345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200" dirty="0"/>
          </a:p>
        </p:txBody>
      </p:sp>
      <p:sp>
        <p:nvSpPr>
          <p:cNvPr id="10" name="S04-tile37"/>
          <p:cNvSpPr txBox="1"/>
          <p:nvPr/>
        </p:nvSpPr>
        <p:spPr>
          <a:xfrm>
            <a:off x="619506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200" dirty="0"/>
          </a:p>
        </p:txBody>
      </p:sp>
      <p:sp>
        <p:nvSpPr>
          <p:cNvPr id="11" name="S04-tile38"/>
          <p:cNvSpPr txBox="1"/>
          <p:nvPr/>
        </p:nvSpPr>
        <p:spPr>
          <a:xfrm>
            <a:off x="760666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200" dirty="0"/>
          </a:p>
        </p:txBody>
      </p:sp>
      <p:sp>
        <p:nvSpPr>
          <p:cNvPr id="12" name="S04-tile39"/>
          <p:cNvSpPr txBox="1"/>
          <p:nvPr/>
        </p:nvSpPr>
        <p:spPr>
          <a:xfrm>
            <a:off x="901827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200" dirty="0"/>
          </a:p>
        </p:txBody>
      </p:sp>
      <p:sp>
        <p:nvSpPr>
          <p:cNvPr id="13" name="S04-tile40"/>
          <p:cNvSpPr txBox="1"/>
          <p:nvPr/>
        </p:nvSpPr>
        <p:spPr>
          <a:xfrm>
            <a:off x="1042987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200" dirty="0"/>
          </a:p>
        </p:txBody>
      </p:sp>
      <p:sp>
        <p:nvSpPr>
          <p:cNvPr id="14" name="S04-tile41"/>
          <p:cNvSpPr txBox="1"/>
          <p:nvPr/>
        </p:nvSpPr>
        <p:spPr>
          <a:xfrm>
            <a:off x="54864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200" dirty="0"/>
          </a:p>
        </p:txBody>
      </p:sp>
      <p:sp>
        <p:nvSpPr>
          <p:cNvPr id="15" name="S04-tile42"/>
          <p:cNvSpPr txBox="1"/>
          <p:nvPr/>
        </p:nvSpPr>
        <p:spPr>
          <a:xfrm>
            <a:off x="196024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200" dirty="0"/>
          </a:p>
        </p:txBody>
      </p:sp>
      <p:sp>
        <p:nvSpPr>
          <p:cNvPr id="16" name="S04-tile43"/>
          <p:cNvSpPr txBox="1"/>
          <p:nvPr/>
        </p:nvSpPr>
        <p:spPr>
          <a:xfrm>
            <a:off x="337185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200" dirty="0"/>
          </a:p>
        </p:txBody>
      </p:sp>
      <p:sp>
        <p:nvSpPr>
          <p:cNvPr id="17" name="S04-tile44"/>
          <p:cNvSpPr txBox="1"/>
          <p:nvPr/>
        </p:nvSpPr>
        <p:spPr>
          <a:xfrm>
            <a:off x="478345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200" dirty="0"/>
          </a:p>
        </p:txBody>
      </p:sp>
      <p:sp>
        <p:nvSpPr>
          <p:cNvPr id="18" name="S04-tile45"/>
          <p:cNvSpPr txBox="1"/>
          <p:nvPr/>
        </p:nvSpPr>
        <p:spPr>
          <a:xfrm>
            <a:off x="619506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200" dirty="0"/>
          </a:p>
        </p:txBody>
      </p:sp>
      <p:sp>
        <p:nvSpPr>
          <p:cNvPr id="19" name="S04-tile46"/>
          <p:cNvSpPr txBox="1"/>
          <p:nvPr/>
        </p:nvSpPr>
        <p:spPr>
          <a:xfrm>
            <a:off x="760666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200" dirty="0"/>
          </a:p>
        </p:txBody>
      </p:sp>
      <p:sp>
        <p:nvSpPr>
          <p:cNvPr id="20" name="S04-tile47"/>
          <p:cNvSpPr txBox="1"/>
          <p:nvPr/>
        </p:nvSpPr>
        <p:spPr>
          <a:xfrm>
            <a:off x="901827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200" dirty="0"/>
          </a:p>
        </p:txBody>
      </p:sp>
      <p:sp>
        <p:nvSpPr>
          <p:cNvPr id="21" name="S04-tile48"/>
          <p:cNvSpPr txBox="1"/>
          <p:nvPr/>
        </p:nvSpPr>
        <p:spPr>
          <a:xfrm>
            <a:off x="1042987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소문자 ①</a:t>
            </a:r>
            <a:endParaRPr lang="ko-KR" sz="4000" dirty="0"/>
          </a:p>
        </p:txBody>
      </p:sp>
      <p:sp>
        <p:nvSpPr>
          <p:cNvPr id="3" name="S05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5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a와 g는 글꼴마다 모양이 조금 달라요.</a:t>
            </a:r>
            <a:endParaRPr lang="ko-KR" sz="3000" dirty="0"/>
          </a:p>
        </p:txBody>
      </p:sp>
      <p:sp>
        <p:nvSpPr>
          <p:cNvPr id="6" name="S05-tile52"/>
          <p:cNvSpPr txBox="1"/>
          <p:nvPr/>
        </p:nvSpPr>
        <p:spPr>
          <a:xfrm>
            <a:off x="147675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7" name="S05-tile53"/>
          <p:cNvSpPr txBox="1"/>
          <p:nvPr/>
        </p:nvSpPr>
        <p:spPr>
          <a:xfrm>
            <a:off x="304952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8" name="S05-tile54"/>
          <p:cNvSpPr txBox="1"/>
          <p:nvPr/>
        </p:nvSpPr>
        <p:spPr>
          <a:xfrm>
            <a:off x="462229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9" name="S05-tile55"/>
          <p:cNvSpPr txBox="1"/>
          <p:nvPr/>
        </p:nvSpPr>
        <p:spPr>
          <a:xfrm>
            <a:off x="619506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0" name="S05-tile56"/>
          <p:cNvSpPr txBox="1"/>
          <p:nvPr/>
        </p:nvSpPr>
        <p:spPr>
          <a:xfrm>
            <a:off x="776782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1" name="S05-tile57"/>
          <p:cNvSpPr txBox="1"/>
          <p:nvPr/>
        </p:nvSpPr>
        <p:spPr>
          <a:xfrm>
            <a:off x="934059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2" name="S05-tile58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3" name="S05-tile59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4" name="S05-tile60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5" name="S05-tile61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6" name="S05-tile62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7" name="S05-tile63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소문자 ②</a:t>
            </a:r>
            <a:endParaRPr lang="ko-KR" sz="4000" dirty="0"/>
          </a:p>
        </p:txBody>
      </p:sp>
      <p:sp>
        <p:nvSpPr>
          <p:cNvPr id="3" name="S06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6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i와 j는 위에 점이 있어요.</a:t>
            </a:r>
            <a:endParaRPr lang="ko-KR" sz="3000" dirty="0"/>
          </a:p>
        </p:txBody>
      </p:sp>
      <p:sp>
        <p:nvSpPr>
          <p:cNvPr id="6" name="S06-tile67"/>
          <p:cNvSpPr txBox="1"/>
          <p:nvPr/>
        </p:nvSpPr>
        <p:spPr>
          <a:xfrm>
            <a:off x="147675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7" name="S06-tile68"/>
          <p:cNvSpPr txBox="1"/>
          <p:nvPr/>
        </p:nvSpPr>
        <p:spPr>
          <a:xfrm>
            <a:off x="304952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8" name="S06-tile69"/>
          <p:cNvSpPr txBox="1"/>
          <p:nvPr/>
        </p:nvSpPr>
        <p:spPr>
          <a:xfrm>
            <a:off x="462229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9" name="S06-tile70"/>
          <p:cNvSpPr txBox="1"/>
          <p:nvPr/>
        </p:nvSpPr>
        <p:spPr>
          <a:xfrm>
            <a:off x="619506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0" name="S06-tile71"/>
          <p:cNvSpPr txBox="1"/>
          <p:nvPr/>
        </p:nvSpPr>
        <p:spPr>
          <a:xfrm>
            <a:off x="776782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1" name="S06-tile72"/>
          <p:cNvSpPr txBox="1"/>
          <p:nvPr/>
        </p:nvSpPr>
        <p:spPr>
          <a:xfrm>
            <a:off x="934059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12" name="S06-tile73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3" name="S06-tile74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4" name="S06-tile75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5" name="S06-tile76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6" name="S06-tile77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7" name="S06-tile78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소문자 ③</a:t>
            </a:r>
            <a:endParaRPr lang="ko-KR" sz="4000" dirty="0"/>
          </a:p>
        </p:txBody>
      </p:sp>
      <p:sp>
        <p:nvSpPr>
          <p:cNvPr id="3" name="S07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7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p, q, y는 아래로 꼬리가 내려와요.</a:t>
            </a:r>
            <a:endParaRPr lang="ko-KR" sz="3000" dirty="0"/>
          </a:p>
        </p:txBody>
      </p:sp>
      <p:sp>
        <p:nvSpPr>
          <p:cNvPr id="6" name="S07-tile82"/>
          <p:cNvSpPr txBox="1"/>
          <p:nvPr/>
        </p:nvSpPr>
        <p:spPr>
          <a:xfrm>
            <a:off x="147675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7" name="S07-tile83"/>
          <p:cNvSpPr txBox="1"/>
          <p:nvPr/>
        </p:nvSpPr>
        <p:spPr>
          <a:xfrm>
            <a:off x="304952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8" name="S07-tile84"/>
          <p:cNvSpPr txBox="1"/>
          <p:nvPr/>
        </p:nvSpPr>
        <p:spPr>
          <a:xfrm>
            <a:off x="462229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9" name="S07-tile85"/>
          <p:cNvSpPr txBox="1"/>
          <p:nvPr/>
        </p:nvSpPr>
        <p:spPr>
          <a:xfrm>
            <a:off x="619506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0" name="S07-tile86"/>
          <p:cNvSpPr txBox="1"/>
          <p:nvPr/>
        </p:nvSpPr>
        <p:spPr>
          <a:xfrm>
            <a:off x="776782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1" name="S07-tile87"/>
          <p:cNvSpPr txBox="1"/>
          <p:nvPr/>
        </p:nvSpPr>
        <p:spPr>
          <a:xfrm>
            <a:off x="934059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12" name="S07-tile88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13" name="S07-tile89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4" name="S07-tile90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15" name="S07-tile91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6" name="S07-tile92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7" name="S07-tile93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짝을 찾아요</a:t>
            </a:r>
            <a:endParaRPr lang="ko-KR" sz="4000" dirty="0"/>
          </a:p>
        </p:txBody>
      </p:sp>
      <p:sp>
        <p:nvSpPr>
          <p:cNvPr id="3" name="S08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대문자의 짝을 찾아 이름을 말해요.</a:t>
            </a:r>
            <a:endParaRPr lang="ko-KR" sz="3000" dirty="0"/>
          </a:p>
        </p:txBody>
      </p:sp>
      <p:sp>
        <p:nvSpPr>
          <p:cNvPr id="4" name="S08-chip95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8-tile96"/>
          <p:cNvSpPr txBox="1"/>
          <p:nvPr/>
        </p:nvSpPr>
        <p:spPr>
          <a:xfrm>
            <a:off x="1344168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300" dirty="0"/>
          </a:p>
        </p:txBody>
      </p:sp>
      <p:sp>
        <p:nvSpPr>
          <p:cNvPr id="6" name="S08-tile97"/>
          <p:cNvSpPr txBox="1"/>
          <p:nvPr/>
        </p:nvSpPr>
        <p:spPr>
          <a:xfrm>
            <a:off x="2536317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4300" dirty="0"/>
          </a:p>
        </p:txBody>
      </p:sp>
      <p:sp>
        <p:nvSpPr>
          <p:cNvPr id="7" name="S08-tile98"/>
          <p:cNvSpPr txBox="1"/>
          <p:nvPr/>
        </p:nvSpPr>
        <p:spPr>
          <a:xfrm>
            <a:off x="3728466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300" dirty="0"/>
          </a:p>
        </p:txBody>
      </p:sp>
      <p:sp>
        <p:nvSpPr>
          <p:cNvPr id="8" name="S08-tile99"/>
          <p:cNvSpPr txBox="1"/>
          <p:nvPr/>
        </p:nvSpPr>
        <p:spPr>
          <a:xfrm>
            <a:off x="4920615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300" dirty="0"/>
          </a:p>
        </p:txBody>
      </p:sp>
      <p:sp>
        <p:nvSpPr>
          <p:cNvPr id="9" name="S08-chip100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8-tile101"/>
          <p:cNvSpPr txBox="1"/>
          <p:nvPr/>
        </p:nvSpPr>
        <p:spPr>
          <a:xfrm>
            <a:off x="7072884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300" dirty="0"/>
          </a:p>
        </p:txBody>
      </p:sp>
      <p:sp>
        <p:nvSpPr>
          <p:cNvPr id="11" name="S08-tile102"/>
          <p:cNvSpPr txBox="1"/>
          <p:nvPr/>
        </p:nvSpPr>
        <p:spPr>
          <a:xfrm>
            <a:off x="8265033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12" name="S08-tile103"/>
          <p:cNvSpPr txBox="1"/>
          <p:nvPr/>
        </p:nvSpPr>
        <p:spPr>
          <a:xfrm>
            <a:off x="9457182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300" dirty="0"/>
          </a:p>
        </p:txBody>
      </p:sp>
      <p:sp>
        <p:nvSpPr>
          <p:cNvPr id="13" name="S08-tile104"/>
          <p:cNvSpPr txBox="1"/>
          <p:nvPr/>
        </p:nvSpPr>
        <p:spPr>
          <a:xfrm>
            <a:off x="10649331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4300" dirty="0"/>
          </a:p>
        </p:txBody>
      </p:sp>
      <p:sp>
        <p:nvSpPr>
          <p:cNvPr id="14" name="S08-chip105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8-tile106"/>
          <p:cNvSpPr txBox="1"/>
          <p:nvPr/>
        </p:nvSpPr>
        <p:spPr>
          <a:xfrm>
            <a:off x="1344168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300" dirty="0"/>
          </a:p>
        </p:txBody>
      </p:sp>
      <p:sp>
        <p:nvSpPr>
          <p:cNvPr id="16" name="S08-tile107"/>
          <p:cNvSpPr txBox="1"/>
          <p:nvPr/>
        </p:nvSpPr>
        <p:spPr>
          <a:xfrm>
            <a:off x="2536317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17" name="S08-tile108"/>
          <p:cNvSpPr txBox="1"/>
          <p:nvPr/>
        </p:nvSpPr>
        <p:spPr>
          <a:xfrm>
            <a:off x="3728466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4300" dirty="0"/>
          </a:p>
        </p:txBody>
      </p:sp>
      <p:sp>
        <p:nvSpPr>
          <p:cNvPr id="18" name="S08-tile109"/>
          <p:cNvSpPr txBox="1"/>
          <p:nvPr/>
        </p:nvSpPr>
        <p:spPr>
          <a:xfrm>
            <a:off x="4920615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300" dirty="0"/>
          </a:p>
        </p:txBody>
      </p:sp>
      <p:sp>
        <p:nvSpPr>
          <p:cNvPr id="19" name="S08-chip110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08-tile111"/>
          <p:cNvSpPr txBox="1"/>
          <p:nvPr/>
        </p:nvSpPr>
        <p:spPr>
          <a:xfrm>
            <a:off x="7072884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300" dirty="0"/>
          </a:p>
        </p:txBody>
      </p:sp>
      <p:sp>
        <p:nvSpPr>
          <p:cNvPr id="21" name="S08-tile112"/>
          <p:cNvSpPr txBox="1"/>
          <p:nvPr/>
        </p:nvSpPr>
        <p:spPr>
          <a:xfrm>
            <a:off x="8265033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300" dirty="0"/>
          </a:p>
        </p:txBody>
      </p:sp>
      <p:sp>
        <p:nvSpPr>
          <p:cNvPr id="22" name="S08-tile113"/>
          <p:cNvSpPr txBox="1"/>
          <p:nvPr/>
        </p:nvSpPr>
        <p:spPr>
          <a:xfrm>
            <a:off x="9457182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300" dirty="0"/>
          </a:p>
        </p:txBody>
      </p:sp>
      <p:sp>
        <p:nvSpPr>
          <p:cNvPr id="23" name="S08-tile114"/>
          <p:cNvSpPr txBox="1"/>
          <p:nvPr/>
        </p:nvSpPr>
        <p:spPr>
          <a:xfrm>
            <a:off x="10649331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b, d, p, q</a:t>
            </a:r>
            <a:endParaRPr lang="ko-KR" sz="4000" dirty="0"/>
          </a:p>
        </p:txBody>
      </p:sp>
      <p:sp>
        <p:nvSpPr>
          <p:cNvPr id="3" name="S09-card115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16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b와 p는 B, P처럼 볼록한 곳이 오른쪽에 있어요.</a:t>
            </a:r>
            <a:endParaRPr lang="ko-KR" sz="3000" dirty="0"/>
          </a:p>
        </p:txBody>
      </p:sp>
      <p:sp>
        <p:nvSpPr>
          <p:cNvPr id="5" name="S09-card117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18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d와 q는 볼록한 곳이 왼쪽에 있어요.</a:t>
            </a:r>
            <a:endParaRPr lang="ko-KR" sz="3000" dirty="0"/>
          </a:p>
        </p:txBody>
      </p:sp>
      <p:sp>
        <p:nvSpPr>
          <p:cNvPr id="7" name="S09-tile119"/>
          <p:cNvSpPr txBox="1"/>
          <p:nvPr/>
        </p:nvSpPr>
        <p:spPr>
          <a:xfrm>
            <a:off x="2683764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700" dirty="0"/>
          </a:p>
        </p:txBody>
      </p:sp>
      <p:sp>
        <p:nvSpPr>
          <p:cNvPr id="8" name="S09-tile120"/>
          <p:cNvSpPr txBox="1"/>
          <p:nvPr/>
        </p:nvSpPr>
        <p:spPr>
          <a:xfrm>
            <a:off x="4439412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700" dirty="0"/>
          </a:p>
        </p:txBody>
      </p:sp>
      <p:sp>
        <p:nvSpPr>
          <p:cNvPr id="9" name="S09-tile121"/>
          <p:cNvSpPr txBox="1"/>
          <p:nvPr/>
        </p:nvSpPr>
        <p:spPr>
          <a:xfrm>
            <a:off x="6195060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700" dirty="0"/>
          </a:p>
        </p:txBody>
      </p:sp>
      <p:sp>
        <p:nvSpPr>
          <p:cNvPr id="10" name="S09-tile122"/>
          <p:cNvSpPr txBox="1"/>
          <p:nvPr/>
        </p:nvSpPr>
        <p:spPr>
          <a:xfrm>
            <a:off x="7950708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6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m과 n, i와 j</a:t>
            </a:r>
            <a:endParaRPr lang="ko-KR" sz="4000" dirty="0"/>
          </a:p>
        </p:txBody>
      </p:sp>
      <p:sp>
        <p:nvSpPr>
          <p:cNvPr id="3" name="S10-card123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24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m은 봉우리가 2개,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n은 1개예요.</a:t>
            </a:r>
            <a:endParaRPr lang="ko-KR" sz="3000" dirty="0"/>
          </a:p>
        </p:txBody>
      </p:sp>
      <p:sp>
        <p:nvSpPr>
          <p:cNvPr id="5" name="S10-card125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26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곧게 내려오고,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j는 아래가 굽어요.</a:t>
            </a:r>
            <a:endParaRPr lang="ko-KR" sz="3000" dirty="0"/>
          </a:p>
        </p:txBody>
      </p:sp>
      <p:sp>
        <p:nvSpPr>
          <p:cNvPr id="7" name="S10-tile127"/>
          <p:cNvSpPr txBox="1"/>
          <p:nvPr/>
        </p:nvSpPr>
        <p:spPr>
          <a:xfrm>
            <a:off x="2683764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6700" dirty="0"/>
          </a:p>
        </p:txBody>
      </p:sp>
      <p:sp>
        <p:nvSpPr>
          <p:cNvPr id="8" name="S10-tile128"/>
          <p:cNvSpPr txBox="1"/>
          <p:nvPr/>
        </p:nvSpPr>
        <p:spPr>
          <a:xfrm>
            <a:off x="4439412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6700" dirty="0"/>
          </a:p>
        </p:txBody>
      </p:sp>
      <p:sp>
        <p:nvSpPr>
          <p:cNvPr id="9" name="S10-tile129"/>
          <p:cNvSpPr txBox="1"/>
          <p:nvPr/>
        </p:nvSpPr>
        <p:spPr>
          <a:xfrm>
            <a:off x="6195060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6700" dirty="0"/>
          </a:p>
        </p:txBody>
      </p:sp>
      <p:sp>
        <p:nvSpPr>
          <p:cNvPr id="10" name="S10-tile130"/>
          <p:cNvSpPr txBox="1"/>
          <p:nvPr/>
        </p:nvSpPr>
        <p:spPr>
          <a:xfrm>
            <a:off x="7950708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6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b일까요, d일까요?</a:t>
            </a:r>
            <a:endParaRPr lang="ko-KR" sz="4000" dirty="0"/>
          </a:p>
        </p:txBody>
      </p:sp>
      <p:sp>
        <p:nvSpPr>
          <p:cNvPr id="3" name="S11-card1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d를 보고 ‘b’라고 했어요.</a:t>
            </a:r>
            <a:endParaRPr lang="ko-KR" sz="3000" dirty="0"/>
          </a:p>
        </p:txBody>
      </p:sp>
      <p:sp>
        <p:nvSpPr>
          <p:cNvPr id="5" name="S11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000" dirty="0"/>
          </a:p>
        </p:txBody>
      </p:sp>
      <p:sp>
        <p:nvSpPr>
          <p:cNvPr id="7" name="S11-chip1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볼록한 곳이 오른쪽</a:t>
            </a:r>
            <a:endParaRPr lang="ko-KR" sz="2400" dirty="0"/>
          </a:p>
        </p:txBody>
      </p:sp>
      <p:sp>
        <p:nvSpPr>
          <p:cNvPr id="8" name="S11-tile136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9" name="S11-chip1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볼록한 곳이 왼쪽</a:t>
            </a:r>
            <a:endParaRPr lang="ko-KR" sz="2400" dirty="0"/>
          </a:p>
        </p:txBody>
      </p:sp>
      <p:sp>
        <p:nvSpPr>
          <p:cNvPr id="10" name="S11-tile138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첫소리</a:t>
            </a:r>
            <a:endParaRPr lang="ko-KR" sz="4000" dirty="0"/>
          </a:p>
        </p:txBody>
      </p:sp>
      <p:sp>
        <p:nvSpPr>
          <p:cNvPr id="3" name="S12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맨 처음 소리를 듣고 첫 글자를 찾아요.</a:t>
            </a:r>
            <a:endParaRPr lang="ko-KR" sz="3000" dirty="0"/>
          </a:p>
        </p:txBody>
      </p:sp>
      <p:sp>
        <p:nvSpPr>
          <p:cNvPr id="5" name="S12-word141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6" name="S12-word142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7" name="S12-word143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8" name="S12-word144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9" name="S12-word145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egg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달걀</a:t>
            </a:r>
            <a:endParaRPr lang="ko-KR" sz="3400" dirty="0"/>
          </a:p>
        </p:txBody>
      </p:sp>
      <p:sp>
        <p:nvSpPr>
          <p:cNvPr id="10" name="S12-word146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글자를 골라요</a:t>
            </a:r>
            <a:endParaRPr lang="ko-KR" sz="4000" dirty="0"/>
          </a:p>
        </p:txBody>
      </p:sp>
      <p:sp>
        <p:nvSpPr>
          <p:cNvPr id="3" name="S13-text1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낱말의 첫 글자를 골라요.</a:t>
            </a:r>
            <a:endParaRPr lang="ko-KR" sz="3000" dirty="0"/>
          </a:p>
        </p:txBody>
      </p:sp>
      <p:sp>
        <p:nvSpPr>
          <p:cNvPr id="4" name="S13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천천히 따라 말하며 맨 처음 소리를 들어요.</a:t>
            </a:r>
            <a:endParaRPr lang="ko-KR" sz="3000" dirty="0"/>
          </a:p>
        </p:txBody>
      </p:sp>
      <p:sp>
        <p:nvSpPr>
          <p:cNvPr id="6" name="S13-chip1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ile151"/>
          <p:cNvSpPr txBox="1"/>
          <p:nvPr/>
        </p:nvSpPr>
        <p:spPr>
          <a:xfrm>
            <a:off x="251460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8" name="S13-tile152"/>
          <p:cNvSpPr txBox="1"/>
          <p:nvPr/>
        </p:nvSpPr>
        <p:spPr>
          <a:xfrm>
            <a:off x="3630168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9" name="S13-tile153"/>
          <p:cNvSpPr txBox="1"/>
          <p:nvPr/>
        </p:nvSpPr>
        <p:spPr>
          <a:xfrm>
            <a:off x="474573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0" name="S13-chip1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3-tile155"/>
          <p:cNvSpPr txBox="1"/>
          <p:nvPr/>
        </p:nvSpPr>
        <p:spPr>
          <a:xfrm>
            <a:off x="251460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000" dirty="0"/>
          </a:p>
        </p:txBody>
      </p:sp>
      <p:sp>
        <p:nvSpPr>
          <p:cNvPr id="12" name="S13-tile156"/>
          <p:cNvSpPr txBox="1"/>
          <p:nvPr/>
        </p:nvSpPr>
        <p:spPr>
          <a:xfrm>
            <a:off x="3630168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000" dirty="0"/>
          </a:p>
        </p:txBody>
      </p:sp>
      <p:sp>
        <p:nvSpPr>
          <p:cNvPr id="13" name="S13-tile157"/>
          <p:cNvSpPr txBox="1"/>
          <p:nvPr/>
        </p:nvSpPr>
        <p:spPr>
          <a:xfrm>
            <a:off x="474573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000" dirty="0"/>
          </a:p>
        </p:txBody>
      </p:sp>
      <p:sp>
        <p:nvSpPr>
          <p:cNvPr id="14" name="S13-chip15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3-tile159"/>
          <p:cNvSpPr txBox="1"/>
          <p:nvPr/>
        </p:nvSpPr>
        <p:spPr>
          <a:xfrm>
            <a:off x="251460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4000" dirty="0"/>
          </a:p>
        </p:txBody>
      </p:sp>
      <p:sp>
        <p:nvSpPr>
          <p:cNvPr id="16" name="S13-tile160"/>
          <p:cNvSpPr txBox="1"/>
          <p:nvPr/>
        </p:nvSpPr>
        <p:spPr>
          <a:xfrm>
            <a:off x="3630168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4000" dirty="0"/>
          </a:p>
        </p:txBody>
      </p:sp>
      <p:sp>
        <p:nvSpPr>
          <p:cNvPr id="17" name="S13-tile161"/>
          <p:cNvSpPr txBox="1"/>
          <p:nvPr/>
        </p:nvSpPr>
        <p:spPr>
          <a:xfrm>
            <a:off x="474573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text1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②③은 듣고 짚어요. ④는 M의 짝을 찾아요.</a:t>
            </a:r>
            <a:endParaRPr lang="ko-KR" sz="3000" dirty="0"/>
          </a:p>
        </p:txBody>
      </p:sp>
      <p:sp>
        <p:nvSpPr>
          <p:cNvPr id="4" name="S14-chip163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4-tile164"/>
          <p:cNvSpPr txBox="1"/>
          <p:nvPr/>
        </p:nvSpPr>
        <p:spPr>
          <a:xfrm>
            <a:off x="1344168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300" dirty="0"/>
          </a:p>
        </p:txBody>
      </p:sp>
      <p:sp>
        <p:nvSpPr>
          <p:cNvPr id="6" name="S14-tile165"/>
          <p:cNvSpPr txBox="1"/>
          <p:nvPr/>
        </p:nvSpPr>
        <p:spPr>
          <a:xfrm>
            <a:off x="2536317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300" dirty="0"/>
          </a:p>
        </p:txBody>
      </p:sp>
      <p:sp>
        <p:nvSpPr>
          <p:cNvPr id="7" name="S14-tile166"/>
          <p:cNvSpPr txBox="1"/>
          <p:nvPr/>
        </p:nvSpPr>
        <p:spPr>
          <a:xfrm>
            <a:off x="3728466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4300" dirty="0"/>
          </a:p>
        </p:txBody>
      </p:sp>
      <p:sp>
        <p:nvSpPr>
          <p:cNvPr id="8" name="S14-tile167"/>
          <p:cNvSpPr txBox="1"/>
          <p:nvPr/>
        </p:nvSpPr>
        <p:spPr>
          <a:xfrm>
            <a:off x="4920615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300" dirty="0"/>
          </a:p>
        </p:txBody>
      </p:sp>
      <p:sp>
        <p:nvSpPr>
          <p:cNvPr id="9" name="S14-chip168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4-tile169"/>
          <p:cNvSpPr txBox="1"/>
          <p:nvPr/>
        </p:nvSpPr>
        <p:spPr>
          <a:xfrm>
            <a:off x="7072884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300" dirty="0"/>
          </a:p>
        </p:txBody>
      </p:sp>
      <p:sp>
        <p:nvSpPr>
          <p:cNvPr id="11" name="S14-tile170"/>
          <p:cNvSpPr txBox="1"/>
          <p:nvPr/>
        </p:nvSpPr>
        <p:spPr>
          <a:xfrm>
            <a:off x="8265033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12" name="S14-tile171"/>
          <p:cNvSpPr txBox="1"/>
          <p:nvPr/>
        </p:nvSpPr>
        <p:spPr>
          <a:xfrm>
            <a:off x="9457182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4300" dirty="0"/>
          </a:p>
        </p:txBody>
      </p:sp>
      <p:sp>
        <p:nvSpPr>
          <p:cNvPr id="13" name="S14-tile172"/>
          <p:cNvSpPr txBox="1"/>
          <p:nvPr/>
        </p:nvSpPr>
        <p:spPr>
          <a:xfrm>
            <a:off x="10649331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300" dirty="0"/>
          </a:p>
        </p:txBody>
      </p:sp>
      <p:sp>
        <p:nvSpPr>
          <p:cNvPr id="14" name="S14-chip17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4-tile174"/>
          <p:cNvSpPr txBox="1"/>
          <p:nvPr/>
        </p:nvSpPr>
        <p:spPr>
          <a:xfrm>
            <a:off x="1344168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300" dirty="0"/>
          </a:p>
        </p:txBody>
      </p:sp>
      <p:sp>
        <p:nvSpPr>
          <p:cNvPr id="16" name="S14-tile175"/>
          <p:cNvSpPr txBox="1"/>
          <p:nvPr/>
        </p:nvSpPr>
        <p:spPr>
          <a:xfrm>
            <a:off x="2536317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4300" dirty="0"/>
          </a:p>
        </p:txBody>
      </p:sp>
      <p:sp>
        <p:nvSpPr>
          <p:cNvPr id="17" name="S14-tile176"/>
          <p:cNvSpPr txBox="1"/>
          <p:nvPr/>
        </p:nvSpPr>
        <p:spPr>
          <a:xfrm>
            <a:off x="3728466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300" dirty="0"/>
          </a:p>
        </p:txBody>
      </p:sp>
      <p:sp>
        <p:nvSpPr>
          <p:cNvPr id="18" name="S14-tile177"/>
          <p:cNvSpPr txBox="1"/>
          <p:nvPr/>
        </p:nvSpPr>
        <p:spPr>
          <a:xfrm>
            <a:off x="4920615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300" dirty="0"/>
          </a:p>
        </p:txBody>
      </p:sp>
      <p:sp>
        <p:nvSpPr>
          <p:cNvPr id="19" name="S14-chip178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14-tile179"/>
          <p:cNvSpPr txBox="1"/>
          <p:nvPr/>
        </p:nvSpPr>
        <p:spPr>
          <a:xfrm>
            <a:off x="7072884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300" dirty="0"/>
          </a:p>
        </p:txBody>
      </p:sp>
      <p:sp>
        <p:nvSpPr>
          <p:cNvPr id="21" name="S14-tile180"/>
          <p:cNvSpPr txBox="1"/>
          <p:nvPr/>
        </p:nvSpPr>
        <p:spPr>
          <a:xfrm>
            <a:off x="8265033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22" name="S14-tile181"/>
          <p:cNvSpPr txBox="1"/>
          <p:nvPr/>
        </p:nvSpPr>
        <p:spPr>
          <a:xfrm>
            <a:off x="9457182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300" dirty="0"/>
          </a:p>
        </p:txBody>
      </p:sp>
      <p:sp>
        <p:nvSpPr>
          <p:cNvPr id="23" name="S14-tile182"/>
          <p:cNvSpPr txBox="1"/>
          <p:nvPr/>
        </p:nvSpPr>
        <p:spPr>
          <a:xfrm>
            <a:off x="10649331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4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글자를 골라요</a:t>
            </a:r>
            <a:endParaRPr lang="ko-KR" sz="4000" dirty="0"/>
          </a:p>
        </p:txBody>
      </p:sp>
      <p:sp>
        <p:nvSpPr>
          <p:cNvPr id="3" name="S16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글자는? 어떻게 알았나요?</a:t>
            </a:r>
            <a:endParaRPr lang="ko-KR" sz="3000" dirty="0"/>
          </a:p>
        </p:txBody>
      </p:sp>
      <p:sp>
        <p:nvSpPr>
          <p:cNvPr id="5" name="S16-chip18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6-tile186"/>
          <p:cNvSpPr txBox="1"/>
          <p:nvPr/>
        </p:nvSpPr>
        <p:spPr>
          <a:xfrm>
            <a:off x="2896362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300" dirty="0"/>
          </a:p>
        </p:txBody>
      </p:sp>
      <p:sp>
        <p:nvSpPr>
          <p:cNvPr id="7" name="S16-chip187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6-tile188"/>
          <p:cNvSpPr txBox="1"/>
          <p:nvPr/>
        </p:nvSpPr>
        <p:spPr>
          <a:xfrm>
            <a:off x="8625078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300" dirty="0"/>
          </a:p>
        </p:txBody>
      </p:sp>
      <p:sp>
        <p:nvSpPr>
          <p:cNvPr id="9" name="S16-chip18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6-tile190"/>
          <p:cNvSpPr txBox="1"/>
          <p:nvPr/>
        </p:nvSpPr>
        <p:spPr>
          <a:xfrm>
            <a:off x="2896362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300" dirty="0"/>
          </a:p>
        </p:txBody>
      </p:sp>
      <p:sp>
        <p:nvSpPr>
          <p:cNvPr id="11" name="S16-chip191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6-tile192"/>
          <p:cNvSpPr txBox="1"/>
          <p:nvPr/>
        </p:nvSpPr>
        <p:spPr>
          <a:xfrm>
            <a:off x="8625078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9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9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대문자와 소문자는 짝이고, 이름이 같아요.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듣고 첫소리로 첫 글자를 찾아요.</a:t>
            </a:r>
            <a:endParaRPr lang="ko-KR" sz="3000" dirty="0"/>
          </a:p>
        </p:txBody>
      </p:sp>
      <p:sp>
        <p:nvSpPr>
          <p:cNvPr id="5" name="S17-chip19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볼록한 곳의 방향 보기</a:t>
            </a:r>
            <a:endParaRPr lang="ko-KR" sz="2400" dirty="0"/>
          </a:p>
        </p:txBody>
      </p:sp>
      <p:sp>
        <p:nvSpPr>
          <p:cNvPr id="6" name="S17-chip19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b와 d를 같게 보기</a:t>
            </a:r>
            <a:endParaRPr lang="ko-KR" sz="2400" dirty="0"/>
          </a:p>
        </p:txBody>
      </p:sp>
      <p:sp>
        <p:nvSpPr>
          <p:cNvPr id="7" name="S17-text19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9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b와 d의 다른 점은?</a:t>
            </a:r>
            <a:endParaRPr lang="ko-KR" sz="2400" dirty="0"/>
          </a:p>
        </p:txBody>
      </p:sp>
      <p:sp>
        <p:nvSpPr>
          <p:cNvPr id="9" name="S17-text19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G의 짝 소문자는?</a:t>
            </a:r>
            <a:endParaRPr lang="ko-KR" sz="2400" dirty="0"/>
          </a:p>
        </p:txBody>
      </p:sp>
      <p:sp>
        <p:nvSpPr>
          <p:cNvPr id="10" name="S17-text20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dog의 첫 글자는?</a:t>
            </a:r>
            <a:endParaRPr lang="ko-KR" sz="2400" dirty="0"/>
          </a:p>
        </p:txBody>
      </p:sp>
      <p:sp>
        <p:nvSpPr>
          <p:cNvPr id="11" name="S17-text2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자음 글자의 소리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대문자 다시 보기</a:t>
            </a:r>
            <a:endParaRPr lang="ko-KR" sz="4000" dirty="0"/>
          </a:p>
        </p:txBody>
      </p:sp>
      <p:sp>
        <p:nvSpPr>
          <p:cNvPr id="3" name="S18-card202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8-cardtext203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따라 말해요.</a:t>
            </a:r>
            <a:endParaRPr lang="ko-KR" sz="3000" dirty="0"/>
          </a:p>
        </p:txBody>
      </p:sp>
      <p:sp>
        <p:nvSpPr>
          <p:cNvPr id="5" name="S18-card204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8-cardtext205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차례대로 놓아요.</a:t>
            </a:r>
            <a:endParaRPr lang="ko-KR" sz="3000" dirty="0"/>
          </a:p>
        </p:txBody>
      </p:sp>
      <p:sp>
        <p:nvSpPr>
          <p:cNvPr id="7" name="S18-tile206"/>
          <p:cNvSpPr txBox="1"/>
          <p:nvPr/>
        </p:nvSpPr>
        <p:spPr>
          <a:xfrm>
            <a:off x="5486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8" name="S18-tile207"/>
          <p:cNvSpPr txBox="1"/>
          <p:nvPr/>
        </p:nvSpPr>
        <p:spPr>
          <a:xfrm>
            <a:off x="14173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9" name="S18-tile208"/>
          <p:cNvSpPr txBox="1"/>
          <p:nvPr/>
        </p:nvSpPr>
        <p:spPr>
          <a:xfrm>
            <a:off x="22860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10" name="S18-tile209"/>
          <p:cNvSpPr txBox="1"/>
          <p:nvPr/>
        </p:nvSpPr>
        <p:spPr>
          <a:xfrm>
            <a:off x="31546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11" name="S18-tile210"/>
          <p:cNvSpPr txBox="1"/>
          <p:nvPr/>
        </p:nvSpPr>
        <p:spPr>
          <a:xfrm>
            <a:off x="40233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2" name="S18-tile211"/>
          <p:cNvSpPr txBox="1"/>
          <p:nvPr/>
        </p:nvSpPr>
        <p:spPr>
          <a:xfrm>
            <a:off x="48920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3" name="S18-tile212"/>
          <p:cNvSpPr txBox="1"/>
          <p:nvPr/>
        </p:nvSpPr>
        <p:spPr>
          <a:xfrm>
            <a:off x="57607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4" name="S18-tile213"/>
          <p:cNvSpPr txBox="1"/>
          <p:nvPr/>
        </p:nvSpPr>
        <p:spPr>
          <a:xfrm>
            <a:off x="66294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5" name="S18-tile214"/>
          <p:cNvSpPr txBox="1"/>
          <p:nvPr/>
        </p:nvSpPr>
        <p:spPr>
          <a:xfrm>
            <a:off x="74980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6" name="S18-tile215"/>
          <p:cNvSpPr txBox="1"/>
          <p:nvPr/>
        </p:nvSpPr>
        <p:spPr>
          <a:xfrm>
            <a:off x="83667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7" name="S18-tile216"/>
          <p:cNvSpPr txBox="1"/>
          <p:nvPr/>
        </p:nvSpPr>
        <p:spPr>
          <a:xfrm>
            <a:off x="92354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8" name="S18-tile217"/>
          <p:cNvSpPr txBox="1"/>
          <p:nvPr/>
        </p:nvSpPr>
        <p:spPr>
          <a:xfrm>
            <a:off x="101041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9" name="S18-tile218"/>
          <p:cNvSpPr txBox="1"/>
          <p:nvPr/>
        </p:nvSpPr>
        <p:spPr>
          <a:xfrm>
            <a:off x="109728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20" name="S18-tile219"/>
          <p:cNvSpPr txBox="1"/>
          <p:nvPr/>
        </p:nvSpPr>
        <p:spPr>
          <a:xfrm>
            <a:off x="5486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21" name="S18-tile220"/>
          <p:cNvSpPr txBox="1"/>
          <p:nvPr/>
        </p:nvSpPr>
        <p:spPr>
          <a:xfrm>
            <a:off x="14173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2" name="S18-tile221"/>
          <p:cNvSpPr txBox="1"/>
          <p:nvPr/>
        </p:nvSpPr>
        <p:spPr>
          <a:xfrm>
            <a:off x="22860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3" name="S18-tile222"/>
          <p:cNvSpPr txBox="1"/>
          <p:nvPr/>
        </p:nvSpPr>
        <p:spPr>
          <a:xfrm>
            <a:off x="31546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4" name="S18-tile223"/>
          <p:cNvSpPr txBox="1"/>
          <p:nvPr/>
        </p:nvSpPr>
        <p:spPr>
          <a:xfrm>
            <a:off x="40233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5" name="S18-tile224"/>
          <p:cNvSpPr txBox="1"/>
          <p:nvPr/>
        </p:nvSpPr>
        <p:spPr>
          <a:xfrm>
            <a:off x="48920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6" name="S18-tile225"/>
          <p:cNvSpPr txBox="1"/>
          <p:nvPr/>
        </p:nvSpPr>
        <p:spPr>
          <a:xfrm>
            <a:off x="57607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7" name="S18-tile226"/>
          <p:cNvSpPr txBox="1"/>
          <p:nvPr/>
        </p:nvSpPr>
        <p:spPr>
          <a:xfrm>
            <a:off x="66294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8" name="S18-tile227"/>
          <p:cNvSpPr txBox="1"/>
          <p:nvPr/>
        </p:nvSpPr>
        <p:spPr>
          <a:xfrm>
            <a:off x="74980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9" name="S18-tile228"/>
          <p:cNvSpPr txBox="1"/>
          <p:nvPr/>
        </p:nvSpPr>
        <p:spPr>
          <a:xfrm>
            <a:off x="83667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30" name="S18-tile229"/>
          <p:cNvSpPr txBox="1"/>
          <p:nvPr/>
        </p:nvSpPr>
        <p:spPr>
          <a:xfrm>
            <a:off x="92354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31" name="S18-tile230"/>
          <p:cNvSpPr txBox="1"/>
          <p:nvPr/>
        </p:nvSpPr>
        <p:spPr>
          <a:xfrm>
            <a:off x="101041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2" name="S18-tile231"/>
          <p:cNvSpPr txBox="1"/>
          <p:nvPr/>
        </p:nvSpPr>
        <p:spPr>
          <a:xfrm>
            <a:off x="109728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소문자와 첫소리</dc:title>
  <dc:subject>KR22-G03-ENG-LOWER-L01</dc:subject>
  <dc:creator>education-ppt</dc:creator>
  <cp:lastModifiedBy>education-ppt</cp:lastModifiedBy>
  <cp:revision>1</cp:revision>
  <dcterms:created xsi:type="dcterms:W3CDTF">2026-10-26T09:07:27Z</dcterms:created>
  <dcterms:modified xsi:type="dcterms:W3CDTF">2026-10-26T09:07:27Z</dcterms:modified>
</cp:coreProperties>
</file>