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4acdba2-ee0e-f077-657b-9f4be7b8a7bc}">
          <p14:sldIdLst>
            <p14:sldId id="256"/>
            <p14:sldId id="257"/>
          </p14:sldIdLst>
        </p14:section>
        <p14:section name="개념" id="{4ca69c39-627f-10bb-86ce-a841140ebb7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7"/>
          </p14:sldIdLst>
        </p14:section>
        <p14:section name="연습" id="{5eeb74db-47c3-b50f-44d8-1667cfdf2471}">
          <p14:sldIdLst>
            <p14:sldId id="265"/>
            <p14:sldId id="266"/>
            <p14:sldId id="268"/>
          </p14:sldIdLst>
        </p14:section>
        <p14:section name="개념" id="{df199cc4-fbdd-a7a4-3fe9-429888760129}">
          <p14:sldIdLst/>
        </p14:section>
        <p14:section name="연습" id="{cb94974e-e15f-ed02-86e8-853d5f6d7f30}">
          <p14:sldIdLst/>
        </p14:section>
        <p14:section name="확인" id="{3b1ab65d-a480-84ad-9c9b-9027447a342b}">
          <p14:sldIdLst>
            <p14:sldId id="269"/>
            <p14:sldId id="270"/>
          </p14:sldIdLst>
        </p14:section>
        <p14:section name="정리" id="{0709047f-18e3-7df4-0e72-94e833236451}">
          <p14:sldIdLst>
            <p14:sldId id="271"/>
          </p14:sldIdLst>
        </p14:section>
        <p14:section name="보충" id="{659064df-1a3e-e30f-41c8-7ddd64b2e873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 글자의 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b의 이름과 bag의 첫소리는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 글자를 보고 그 글자의 소리를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글자와 끝 글자를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 글자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1" name="S02-tile15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글자의 이름과 소리</a:t>
            </a:r>
            <a:endParaRPr lang="ko-KR" sz="4000" dirty="0"/>
          </a:p>
        </p:txBody>
      </p:sp>
      <p:sp>
        <p:nvSpPr>
          <p:cNvPr id="3" name="S03-text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글자에는 이름과 소리가 있어요.</a:t>
            </a:r>
            <a:endParaRPr lang="ko-KR" sz="3000" dirty="0"/>
          </a:p>
        </p:txBody>
      </p:sp>
      <p:sp>
        <p:nvSpPr>
          <p:cNvPr id="4" name="S03-card18"/>
          <p:cNvSpPr/>
          <p:nvPr/>
        </p:nvSpPr>
        <p:spPr>
          <a:xfrm>
            <a:off x="548640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9"/>
          <p:cNvSpPr txBox="1"/>
          <p:nvPr/>
        </p:nvSpPr>
        <p:spPr>
          <a:xfrm>
            <a:off x="822960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이름: 글자를 부를 때 말해요.</a:t>
            </a:r>
            <a:endParaRPr lang="ko-KR" sz="3000" dirty="0"/>
          </a:p>
        </p:txBody>
      </p:sp>
      <p:sp>
        <p:nvSpPr>
          <p:cNvPr id="6" name="S03-card20"/>
          <p:cNvSpPr/>
          <p:nvPr/>
        </p:nvSpPr>
        <p:spPr>
          <a:xfrm>
            <a:off x="6208776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1"/>
          <p:cNvSpPr txBox="1"/>
          <p:nvPr/>
        </p:nvSpPr>
        <p:spPr>
          <a:xfrm>
            <a:off x="6483096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소리: 낱말 속에서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bag의 첫소리가 b의 소리예요.</a:t>
            </a:r>
            <a:endParaRPr lang="ko-KR" sz="3000" dirty="0"/>
          </a:p>
        </p:txBody>
      </p:sp>
      <p:sp>
        <p:nvSpPr>
          <p:cNvPr id="8" name="S03-tile22"/>
          <p:cNvSpPr txBox="1"/>
          <p:nvPr/>
        </p:nvSpPr>
        <p:spPr>
          <a:xfrm>
            <a:off x="2464308" y="23614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9" name="S03-word23"/>
          <p:cNvSpPr txBox="1"/>
          <p:nvPr/>
        </p:nvSpPr>
        <p:spPr>
          <a:xfrm>
            <a:off x="6254496" y="226999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p, m, w의 소리</a:t>
            </a:r>
            <a:endParaRPr lang="ko-KR" sz="40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입술을 써서 내는 소리예요.</a:t>
            </a:r>
            <a:endParaRPr lang="ko-KR" sz="3000" dirty="0"/>
          </a:p>
        </p:txBody>
      </p:sp>
      <p:sp>
        <p:nvSpPr>
          <p:cNvPr id="4" name="S04-card25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p: 두 입술을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붙였다가 떼요.</a:t>
            </a:r>
            <a:endParaRPr lang="ko-KR" sz="3000" dirty="0"/>
          </a:p>
        </p:txBody>
      </p:sp>
      <p:sp>
        <p:nvSpPr>
          <p:cNvPr id="6" name="S04-card27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8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m: 입을 다문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 소리 내요.</a:t>
            </a:r>
            <a:endParaRPr lang="ko-KR" sz="3000" dirty="0"/>
          </a:p>
        </p:txBody>
      </p:sp>
      <p:sp>
        <p:nvSpPr>
          <p:cNvPr id="8" name="S04-card29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0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w: 입술을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동그랗게 내밀어요.</a:t>
            </a:r>
            <a:endParaRPr lang="ko-KR" sz="3000" dirty="0"/>
          </a:p>
        </p:txBody>
      </p:sp>
      <p:sp>
        <p:nvSpPr>
          <p:cNvPr id="10" name="S04-tile31"/>
          <p:cNvSpPr txBox="1"/>
          <p:nvPr/>
        </p:nvSpPr>
        <p:spPr>
          <a:xfrm>
            <a:off x="2866644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11" name="S04-label32"/>
          <p:cNvSpPr txBox="1"/>
          <p:nvPr/>
        </p:nvSpPr>
        <p:spPr>
          <a:xfrm>
            <a:off x="2766060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2000" dirty="0"/>
          </a:p>
        </p:txBody>
      </p:sp>
      <p:sp>
        <p:nvSpPr>
          <p:cNvPr id="12" name="S04-tile33"/>
          <p:cNvSpPr txBox="1"/>
          <p:nvPr/>
        </p:nvSpPr>
        <p:spPr>
          <a:xfrm>
            <a:off x="4530852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3" name="S04-label34"/>
          <p:cNvSpPr txBox="1"/>
          <p:nvPr/>
        </p:nvSpPr>
        <p:spPr>
          <a:xfrm>
            <a:off x="4430268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2000" dirty="0"/>
          </a:p>
        </p:txBody>
      </p:sp>
      <p:sp>
        <p:nvSpPr>
          <p:cNvPr id="14" name="S04-tile35"/>
          <p:cNvSpPr txBox="1"/>
          <p:nvPr/>
        </p:nvSpPr>
        <p:spPr>
          <a:xfrm>
            <a:off x="6195060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300" dirty="0"/>
          </a:p>
        </p:txBody>
      </p:sp>
      <p:sp>
        <p:nvSpPr>
          <p:cNvPr id="15" name="S04-label36"/>
          <p:cNvSpPr txBox="1"/>
          <p:nvPr/>
        </p:nvSpPr>
        <p:spPr>
          <a:xfrm>
            <a:off x="6094476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2000" dirty="0"/>
          </a:p>
        </p:txBody>
      </p:sp>
      <p:sp>
        <p:nvSpPr>
          <p:cNvPr id="16" name="S04-tile37"/>
          <p:cNvSpPr txBox="1"/>
          <p:nvPr/>
        </p:nvSpPr>
        <p:spPr>
          <a:xfrm>
            <a:off x="7859268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6300" dirty="0"/>
          </a:p>
        </p:txBody>
      </p:sp>
      <p:sp>
        <p:nvSpPr>
          <p:cNvPr id="17" name="S04-label38"/>
          <p:cNvSpPr txBox="1"/>
          <p:nvPr/>
        </p:nvSpPr>
        <p:spPr>
          <a:xfrm>
            <a:off x="7758684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web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f, v의 소리</a:t>
            </a:r>
            <a:endParaRPr lang="ko-KR" sz="4000" dirty="0"/>
          </a:p>
        </p:txBody>
      </p:sp>
      <p:sp>
        <p:nvSpPr>
          <p:cNvPr id="3" name="S05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윗니가 아랫입술에 닿아요.</a:t>
            </a:r>
            <a:endParaRPr lang="ko-KR" sz="3000" dirty="0"/>
          </a:p>
        </p:txBody>
      </p:sp>
      <p:sp>
        <p:nvSpPr>
          <p:cNvPr id="4" name="S05-card4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4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f: 윗니를 아랫입술에 대고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바람을 내보내요.</a:t>
            </a:r>
            <a:endParaRPr lang="ko-KR" sz="3000" dirty="0"/>
          </a:p>
        </p:txBody>
      </p:sp>
      <p:sp>
        <p:nvSpPr>
          <p:cNvPr id="6" name="S05-card4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v: 입 모양은 f와 같고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목을 울려요.</a:t>
            </a:r>
            <a:endParaRPr lang="ko-KR" sz="3000" dirty="0"/>
          </a:p>
        </p:txBody>
      </p:sp>
      <p:sp>
        <p:nvSpPr>
          <p:cNvPr id="8" name="S05-tile44"/>
          <p:cNvSpPr txBox="1"/>
          <p:nvPr/>
        </p:nvSpPr>
        <p:spPr>
          <a:xfrm>
            <a:off x="4347972" y="23195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7100" dirty="0"/>
          </a:p>
        </p:txBody>
      </p:sp>
      <p:sp>
        <p:nvSpPr>
          <p:cNvPr id="9" name="S05-label45"/>
          <p:cNvSpPr txBox="1"/>
          <p:nvPr/>
        </p:nvSpPr>
        <p:spPr>
          <a:xfrm>
            <a:off x="4247388" y="4002024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2000" dirty="0"/>
          </a:p>
        </p:txBody>
      </p:sp>
      <p:sp>
        <p:nvSpPr>
          <p:cNvPr id="10" name="S05-tile46"/>
          <p:cNvSpPr txBox="1"/>
          <p:nvPr/>
        </p:nvSpPr>
        <p:spPr>
          <a:xfrm>
            <a:off x="6195060" y="23195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7100" dirty="0"/>
          </a:p>
        </p:txBody>
      </p:sp>
      <p:sp>
        <p:nvSpPr>
          <p:cNvPr id="11" name="S05-label47"/>
          <p:cNvSpPr txBox="1"/>
          <p:nvPr/>
        </p:nvSpPr>
        <p:spPr>
          <a:xfrm>
            <a:off x="6094476" y="4002024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t, d, n, l의 소리</a:t>
            </a:r>
            <a:endParaRPr lang="ko-KR" sz="4000" dirty="0"/>
          </a:p>
        </p:txBody>
      </p:sp>
      <p:sp>
        <p:nvSpPr>
          <p:cNvPr id="3" name="S06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혀끝이 윗니 뒤에 닿아요.</a:t>
            </a:r>
            <a:endParaRPr lang="ko-KR" sz="3000" dirty="0"/>
          </a:p>
        </p:txBody>
      </p:sp>
      <p:sp>
        <p:nvSpPr>
          <p:cNvPr id="4" name="S06-card49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50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t, d: 혀끝을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6-card51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2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n: 혀끝을 댄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 소리 내요.</a:t>
            </a:r>
            <a:endParaRPr lang="ko-KR" sz="3000" dirty="0"/>
          </a:p>
        </p:txBody>
      </p:sp>
      <p:sp>
        <p:nvSpPr>
          <p:cNvPr id="8" name="S06-card53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4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l: 혀끝을 댄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길게 소리 내요.</a:t>
            </a:r>
            <a:endParaRPr lang="ko-KR" sz="3000" dirty="0"/>
          </a:p>
        </p:txBody>
      </p:sp>
      <p:sp>
        <p:nvSpPr>
          <p:cNvPr id="10" name="S06-tile55"/>
          <p:cNvSpPr txBox="1"/>
          <p:nvPr/>
        </p:nvSpPr>
        <p:spPr>
          <a:xfrm>
            <a:off x="2866644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6300" dirty="0"/>
          </a:p>
        </p:txBody>
      </p:sp>
      <p:sp>
        <p:nvSpPr>
          <p:cNvPr id="11" name="S06-label56"/>
          <p:cNvSpPr txBox="1"/>
          <p:nvPr/>
        </p:nvSpPr>
        <p:spPr>
          <a:xfrm>
            <a:off x="2766060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000" dirty="0"/>
          </a:p>
        </p:txBody>
      </p:sp>
      <p:sp>
        <p:nvSpPr>
          <p:cNvPr id="12" name="S06-tile57"/>
          <p:cNvSpPr txBox="1"/>
          <p:nvPr/>
        </p:nvSpPr>
        <p:spPr>
          <a:xfrm>
            <a:off x="4530852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13" name="S06-label58"/>
          <p:cNvSpPr txBox="1"/>
          <p:nvPr/>
        </p:nvSpPr>
        <p:spPr>
          <a:xfrm>
            <a:off x="4430268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4" name="S06-tile59"/>
          <p:cNvSpPr txBox="1"/>
          <p:nvPr/>
        </p:nvSpPr>
        <p:spPr>
          <a:xfrm>
            <a:off x="6195060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300" dirty="0"/>
          </a:p>
        </p:txBody>
      </p:sp>
      <p:sp>
        <p:nvSpPr>
          <p:cNvPr id="15" name="S06-label60"/>
          <p:cNvSpPr txBox="1"/>
          <p:nvPr/>
        </p:nvSpPr>
        <p:spPr>
          <a:xfrm>
            <a:off x="6094476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</a:t>
            </a:r>
            <a:endParaRPr lang="ko-KR" sz="2000" dirty="0"/>
          </a:p>
        </p:txBody>
      </p:sp>
      <p:sp>
        <p:nvSpPr>
          <p:cNvPr id="16" name="S06-tile61"/>
          <p:cNvSpPr txBox="1"/>
          <p:nvPr/>
        </p:nvSpPr>
        <p:spPr>
          <a:xfrm>
            <a:off x="7859268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6300" dirty="0"/>
          </a:p>
        </p:txBody>
      </p:sp>
      <p:sp>
        <p:nvSpPr>
          <p:cNvPr id="17" name="S06-label62"/>
          <p:cNvSpPr txBox="1"/>
          <p:nvPr/>
        </p:nvSpPr>
        <p:spPr>
          <a:xfrm>
            <a:off x="7758684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lion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s, z, h의 소리</a:t>
            </a:r>
            <a:endParaRPr lang="ko-KR" sz="40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길게 나오는 소리예요.</a:t>
            </a:r>
            <a:endParaRPr lang="ko-KR" sz="3000" dirty="0"/>
          </a:p>
        </p:txBody>
      </p:sp>
      <p:sp>
        <p:nvSpPr>
          <p:cNvPr id="4" name="S07-card64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s: 이를 다물고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바람을 길게 내요.</a:t>
            </a:r>
            <a:endParaRPr lang="ko-KR" sz="3000" dirty="0"/>
          </a:p>
        </p:txBody>
      </p:sp>
      <p:sp>
        <p:nvSpPr>
          <p:cNvPr id="6" name="S07-card66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7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z: 입 모양은 s와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같고 목을 울려요.</a:t>
            </a:r>
            <a:endParaRPr lang="ko-KR" sz="3000" dirty="0"/>
          </a:p>
        </p:txBody>
      </p:sp>
      <p:sp>
        <p:nvSpPr>
          <p:cNvPr id="8" name="S07-card68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69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h: 입을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입김을 불어요.</a:t>
            </a:r>
            <a:endParaRPr lang="ko-KR" sz="3000" dirty="0"/>
          </a:p>
        </p:txBody>
      </p:sp>
      <p:sp>
        <p:nvSpPr>
          <p:cNvPr id="10" name="S07-tile70"/>
          <p:cNvSpPr txBox="1"/>
          <p:nvPr/>
        </p:nvSpPr>
        <p:spPr>
          <a:xfrm>
            <a:off x="3561588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6700" dirty="0"/>
          </a:p>
        </p:txBody>
      </p:sp>
      <p:sp>
        <p:nvSpPr>
          <p:cNvPr id="11" name="S07-label71"/>
          <p:cNvSpPr txBox="1"/>
          <p:nvPr/>
        </p:nvSpPr>
        <p:spPr>
          <a:xfrm>
            <a:off x="3461004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12" name="S07-tile72"/>
          <p:cNvSpPr txBox="1"/>
          <p:nvPr/>
        </p:nvSpPr>
        <p:spPr>
          <a:xfrm>
            <a:off x="5317236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6700" dirty="0"/>
          </a:p>
        </p:txBody>
      </p:sp>
      <p:sp>
        <p:nvSpPr>
          <p:cNvPr id="13" name="S07-label73"/>
          <p:cNvSpPr txBox="1"/>
          <p:nvPr/>
        </p:nvSpPr>
        <p:spPr>
          <a:xfrm>
            <a:off x="5216652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000" dirty="0"/>
          </a:p>
        </p:txBody>
      </p:sp>
      <p:sp>
        <p:nvSpPr>
          <p:cNvPr id="14" name="S07-tile74"/>
          <p:cNvSpPr txBox="1"/>
          <p:nvPr/>
        </p:nvSpPr>
        <p:spPr>
          <a:xfrm>
            <a:off x="7072884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6700" dirty="0"/>
          </a:p>
        </p:txBody>
      </p:sp>
      <p:sp>
        <p:nvSpPr>
          <p:cNvPr id="15" name="S07-label75"/>
          <p:cNvSpPr txBox="1"/>
          <p:nvPr/>
        </p:nvSpPr>
        <p:spPr>
          <a:xfrm>
            <a:off x="6972300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c, k, g의 소리</a:t>
            </a:r>
            <a:endParaRPr lang="ko-KR" sz="40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뒤쪽을 써서 내는 소리예요.</a:t>
            </a:r>
            <a:endParaRPr lang="ko-KR" sz="3000" dirty="0"/>
          </a:p>
        </p:txBody>
      </p:sp>
      <p:sp>
        <p:nvSpPr>
          <p:cNvPr id="4" name="S08-card77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뒤쪽을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입천장 안쪽에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8-card79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80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k는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같아요.</a:t>
            </a:r>
            <a:endParaRPr lang="ko-KR" sz="3000" dirty="0"/>
          </a:p>
        </p:txBody>
      </p:sp>
      <p:sp>
        <p:nvSpPr>
          <p:cNvPr id="8" name="S08-card81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82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목이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울려요.</a:t>
            </a:r>
            <a:endParaRPr lang="ko-KR" sz="3000" dirty="0"/>
          </a:p>
        </p:txBody>
      </p:sp>
      <p:sp>
        <p:nvSpPr>
          <p:cNvPr id="10" name="S08-tile83"/>
          <p:cNvSpPr txBox="1"/>
          <p:nvPr/>
        </p:nvSpPr>
        <p:spPr>
          <a:xfrm>
            <a:off x="3561588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700" dirty="0"/>
          </a:p>
        </p:txBody>
      </p:sp>
      <p:sp>
        <p:nvSpPr>
          <p:cNvPr id="11" name="S08-label84"/>
          <p:cNvSpPr txBox="1"/>
          <p:nvPr/>
        </p:nvSpPr>
        <p:spPr>
          <a:xfrm>
            <a:off x="3461004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12" name="S08-tile85"/>
          <p:cNvSpPr txBox="1"/>
          <p:nvPr/>
        </p:nvSpPr>
        <p:spPr>
          <a:xfrm>
            <a:off x="5317236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6700" dirty="0"/>
          </a:p>
        </p:txBody>
      </p:sp>
      <p:sp>
        <p:nvSpPr>
          <p:cNvPr id="13" name="S08-label86"/>
          <p:cNvSpPr txBox="1"/>
          <p:nvPr/>
        </p:nvSpPr>
        <p:spPr>
          <a:xfrm>
            <a:off x="5216652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king</a:t>
            </a:r>
            <a:endParaRPr lang="ko-KR" sz="2000" dirty="0"/>
          </a:p>
        </p:txBody>
      </p:sp>
      <p:sp>
        <p:nvSpPr>
          <p:cNvPr id="14" name="S08-tile87"/>
          <p:cNvSpPr txBox="1"/>
          <p:nvPr/>
        </p:nvSpPr>
        <p:spPr>
          <a:xfrm>
            <a:off x="7072884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700" dirty="0"/>
          </a:p>
        </p:txBody>
      </p:sp>
      <p:sp>
        <p:nvSpPr>
          <p:cNvPr id="15" name="S08-label88"/>
          <p:cNvSpPr txBox="1"/>
          <p:nvPr/>
        </p:nvSpPr>
        <p:spPr>
          <a:xfrm>
            <a:off x="6972300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gum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j, r, y의 소리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혀를 입천장 쪽으로 올려요.</a:t>
            </a:r>
            <a:endParaRPr lang="ko-KR" sz="3000" dirty="0"/>
          </a:p>
        </p:txBody>
      </p:sp>
      <p:sp>
        <p:nvSpPr>
          <p:cNvPr id="4" name="S09-card90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j: 혀를 입천장에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9-card92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93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r: 혀끝을 말고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닿지 않게 해요.</a:t>
            </a:r>
            <a:endParaRPr lang="ko-KR" sz="3000" dirty="0"/>
          </a:p>
        </p:txBody>
      </p:sp>
      <p:sp>
        <p:nvSpPr>
          <p:cNvPr id="8" name="S09-card94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95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y: 혀 가운데를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올려요.</a:t>
            </a:r>
            <a:endParaRPr lang="ko-KR" sz="3000" dirty="0"/>
          </a:p>
        </p:txBody>
      </p:sp>
      <p:sp>
        <p:nvSpPr>
          <p:cNvPr id="10" name="S09-tile96"/>
          <p:cNvSpPr txBox="1"/>
          <p:nvPr/>
        </p:nvSpPr>
        <p:spPr>
          <a:xfrm>
            <a:off x="3561588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11" name="S09-label97"/>
          <p:cNvSpPr txBox="1"/>
          <p:nvPr/>
        </p:nvSpPr>
        <p:spPr>
          <a:xfrm>
            <a:off x="3461004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jam</a:t>
            </a:r>
            <a:endParaRPr lang="ko-KR" sz="2000" dirty="0"/>
          </a:p>
        </p:txBody>
      </p:sp>
      <p:sp>
        <p:nvSpPr>
          <p:cNvPr id="12" name="S09-tile98"/>
          <p:cNvSpPr txBox="1"/>
          <p:nvPr/>
        </p:nvSpPr>
        <p:spPr>
          <a:xfrm>
            <a:off x="5317236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6700" dirty="0"/>
          </a:p>
        </p:txBody>
      </p:sp>
      <p:sp>
        <p:nvSpPr>
          <p:cNvPr id="13" name="S09-label99"/>
          <p:cNvSpPr txBox="1"/>
          <p:nvPr/>
        </p:nvSpPr>
        <p:spPr>
          <a:xfrm>
            <a:off x="5216652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000" dirty="0"/>
          </a:p>
        </p:txBody>
      </p:sp>
      <p:sp>
        <p:nvSpPr>
          <p:cNvPr id="14" name="S09-tile100"/>
          <p:cNvSpPr txBox="1"/>
          <p:nvPr/>
        </p:nvSpPr>
        <p:spPr>
          <a:xfrm>
            <a:off x="7072884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6700" dirty="0"/>
          </a:p>
        </p:txBody>
      </p:sp>
      <p:sp>
        <p:nvSpPr>
          <p:cNvPr id="15" name="S09-label101"/>
          <p:cNvSpPr txBox="1"/>
          <p:nvPr/>
        </p:nvSpPr>
        <p:spPr>
          <a:xfrm>
            <a:off x="6972300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보고 소리 내요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짚는 글자의 열쇠 낱말과 소리를 말해요.</a:t>
            </a:r>
            <a:endParaRPr lang="ko-KR" sz="3000" dirty="0"/>
          </a:p>
        </p:txBody>
      </p:sp>
      <p:sp>
        <p:nvSpPr>
          <p:cNvPr id="4" name="S10-tile103"/>
          <p:cNvSpPr txBox="1"/>
          <p:nvPr/>
        </p:nvSpPr>
        <p:spPr>
          <a:xfrm>
            <a:off x="2720340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100" dirty="0"/>
          </a:p>
        </p:txBody>
      </p:sp>
      <p:sp>
        <p:nvSpPr>
          <p:cNvPr id="5" name="S10-tile104"/>
          <p:cNvSpPr txBox="1"/>
          <p:nvPr/>
        </p:nvSpPr>
        <p:spPr>
          <a:xfrm>
            <a:off x="4110228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100" dirty="0"/>
          </a:p>
        </p:txBody>
      </p:sp>
      <p:sp>
        <p:nvSpPr>
          <p:cNvPr id="6" name="S10-tile105"/>
          <p:cNvSpPr txBox="1"/>
          <p:nvPr/>
        </p:nvSpPr>
        <p:spPr>
          <a:xfrm>
            <a:off x="5500116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100" dirty="0"/>
          </a:p>
        </p:txBody>
      </p:sp>
      <p:sp>
        <p:nvSpPr>
          <p:cNvPr id="7" name="S10-tile106"/>
          <p:cNvSpPr txBox="1"/>
          <p:nvPr/>
        </p:nvSpPr>
        <p:spPr>
          <a:xfrm>
            <a:off x="6890004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100" dirty="0"/>
          </a:p>
        </p:txBody>
      </p:sp>
      <p:sp>
        <p:nvSpPr>
          <p:cNvPr id="8" name="S10-tile107"/>
          <p:cNvSpPr txBox="1"/>
          <p:nvPr/>
        </p:nvSpPr>
        <p:spPr>
          <a:xfrm>
            <a:off x="8279892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100" dirty="0"/>
          </a:p>
        </p:txBody>
      </p:sp>
      <p:sp>
        <p:nvSpPr>
          <p:cNvPr id="9" name="S10-tile108"/>
          <p:cNvSpPr txBox="1"/>
          <p:nvPr/>
        </p:nvSpPr>
        <p:spPr>
          <a:xfrm>
            <a:off x="2720340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100" dirty="0"/>
          </a:p>
        </p:txBody>
      </p:sp>
      <p:sp>
        <p:nvSpPr>
          <p:cNvPr id="10" name="S10-tile109"/>
          <p:cNvSpPr txBox="1"/>
          <p:nvPr/>
        </p:nvSpPr>
        <p:spPr>
          <a:xfrm>
            <a:off x="4110228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100" dirty="0"/>
          </a:p>
        </p:txBody>
      </p:sp>
      <p:sp>
        <p:nvSpPr>
          <p:cNvPr id="11" name="S10-tile110"/>
          <p:cNvSpPr txBox="1"/>
          <p:nvPr/>
        </p:nvSpPr>
        <p:spPr>
          <a:xfrm>
            <a:off x="5500116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100" dirty="0"/>
          </a:p>
        </p:txBody>
      </p:sp>
      <p:sp>
        <p:nvSpPr>
          <p:cNvPr id="12" name="S10-tile111"/>
          <p:cNvSpPr txBox="1"/>
          <p:nvPr/>
        </p:nvSpPr>
        <p:spPr>
          <a:xfrm>
            <a:off x="6890004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100" dirty="0"/>
          </a:p>
        </p:txBody>
      </p:sp>
      <p:sp>
        <p:nvSpPr>
          <p:cNvPr id="13" name="S10-tile112"/>
          <p:cNvSpPr txBox="1"/>
          <p:nvPr/>
        </p:nvSpPr>
        <p:spPr>
          <a:xfrm>
            <a:off x="8279892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fan일까요, pan일까요?</a:t>
            </a:r>
            <a:endParaRPr lang="ko-KR" sz="4000" dirty="0"/>
          </a:p>
        </p:txBody>
      </p:sp>
      <p:sp>
        <p:nvSpPr>
          <p:cNvPr id="3" name="S11-card1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fan을 말하려다 pan처럼 말했어요.</a:t>
            </a:r>
            <a:endParaRPr lang="ko-KR" sz="3000" dirty="0"/>
          </a:p>
        </p:txBody>
      </p:sp>
      <p:sp>
        <p:nvSpPr>
          <p:cNvPr id="5" name="S11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무엇이 다른가요? 입 모양이 어떻게 다를까요?</a:t>
            </a:r>
            <a:endParaRPr lang="ko-KR" sz="3000" dirty="0"/>
          </a:p>
        </p:txBody>
      </p:sp>
      <p:sp>
        <p:nvSpPr>
          <p:cNvPr id="7" name="S11-chip1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f</a:t>
            </a:r>
            <a:endParaRPr lang="ko-KR" sz="2400" dirty="0"/>
          </a:p>
        </p:txBody>
      </p:sp>
      <p:sp>
        <p:nvSpPr>
          <p:cNvPr id="8" name="S11-word118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선풍기</a:t>
            </a:r>
            <a:endParaRPr lang="ko-KR" sz="3400" dirty="0"/>
          </a:p>
        </p:txBody>
      </p:sp>
      <p:sp>
        <p:nvSpPr>
          <p:cNvPr id="9" name="S11-chip1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p</a:t>
            </a:r>
            <a:endParaRPr lang="ko-KR" sz="2400" dirty="0"/>
          </a:p>
        </p:txBody>
      </p:sp>
      <p:sp>
        <p:nvSpPr>
          <p:cNvPr id="10" name="S11-word120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프라이팬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 찾기</a:t>
            </a:r>
            <a:endParaRPr lang="ko-KR" sz="4000" dirty="0"/>
          </a:p>
        </p:txBody>
      </p:sp>
      <p:sp>
        <p:nvSpPr>
          <p:cNvPr id="3" name="S12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sun의 첫 글자와 끝 글자를 찾아봐요.</a:t>
            </a:r>
            <a:endParaRPr lang="ko-KR" sz="3000" dirty="0"/>
          </a:p>
        </p:txBody>
      </p:sp>
      <p:sp>
        <p:nvSpPr>
          <p:cNvPr id="4" name="S12-tile122"/>
          <p:cNvSpPr txBox="1"/>
          <p:nvPr/>
        </p:nvSpPr>
        <p:spPr>
          <a:xfrm>
            <a:off x="7022043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5" name="S12-label123"/>
          <p:cNvSpPr txBox="1"/>
          <p:nvPr/>
        </p:nvSpPr>
        <p:spPr>
          <a:xfrm>
            <a:off x="6921459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</a:t>
            </a:r>
            <a:endParaRPr lang="ko-KR" sz="2000" dirty="0"/>
          </a:p>
        </p:txBody>
      </p:sp>
      <p:sp>
        <p:nvSpPr>
          <p:cNvPr id="6" name="S12-tile124"/>
          <p:cNvSpPr txBox="1"/>
          <p:nvPr/>
        </p:nvSpPr>
        <p:spPr>
          <a:xfrm>
            <a:off x="8594811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7" name="S12-label125"/>
          <p:cNvSpPr txBox="1"/>
          <p:nvPr/>
        </p:nvSpPr>
        <p:spPr>
          <a:xfrm>
            <a:off x="8494227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000" dirty="0"/>
          </a:p>
        </p:txBody>
      </p:sp>
      <p:sp>
        <p:nvSpPr>
          <p:cNvPr id="8" name="S12-tile126"/>
          <p:cNvSpPr txBox="1"/>
          <p:nvPr/>
        </p:nvSpPr>
        <p:spPr>
          <a:xfrm>
            <a:off x="10167579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9" name="S12-label127"/>
          <p:cNvSpPr txBox="1"/>
          <p:nvPr/>
        </p:nvSpPr>
        <p:spPr>
          <a:xfrm>
            <a:off x="10066995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</a:t>
            </a:r>
            <a:endParaRPr lang="ko-KR" sz="2000" dirty="0"/>
          </a:p>
        </p:txBody>
      </p:sp>
      <p:sp>
        <p:nvSpPr>
          <p:cNvPr id="10" name="S12-stepno128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12-text129"/>
          <p:cNvSpPr txBox="1"/>
          <p:nvPr/>
        </p:nvSpPr>
        <p:spPr>
          <a:xfrm>
            <a:off x="1325880" y="21991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12" name="S12-stepno130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12-text131"/>
          <p:cNvSpPr txBox="1"/>
          <p:nvPr/>
        </p:nvSpPr>
        <p:spPr>
          <a:xfrm>
            <a:off x="1325880" y="29123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첫소리의 입 모양을 보고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찾아요.</a:t>
            </a:r>
            <a:endParaRPr lang="ko-KR" sz="3000" dirty="0"/>
          </a:p>
        </p:txBody>
      </p:sp>
      <p:sp>
        <p:nvSpPr>
          <p:cNvPr id="14" name="S12-stepno132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12-text133"/>
          <p:cNvSpPr txBox="1"/>
          <p:nvPr/>
        </p:nvSpPr>
        <p:spPr>
          <a:xfrm>
            <a:off x="1325880" y="4006596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말하다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끝소리에서 멈춰요.</a:t>
            </a:r>
            <a:endParaRPr lang="ko-KR" sz="3000" dirty="0"/>
          </a:p>
        </p:txBody>
      </p:sp>
      <p:sp>
        <p:nvSpPr>
          <p:cNvPr id="16" name="S12-stepno134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7" name="S12-text135"/>
          <p:cNvSpPr txBox="1"/>
          <p:nvPr/>
        </p:nvSpPr>
        <p:spPr>
          <a:xfrm>
            <a:off x="1325880" y="510082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입 모양으로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글자를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 고르기</a:t>
            </a:r>
            <a:endParaRPr lang="ko-KR" sz="4000" dirty="0"/>
          </a:p>
        </p:txBody>
      </p:sp>
      <p:sp>
        <p:nvSpPr>
          <p:cNvPr id="3" name="S13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첫 글자, ③④는 끝 글자를 골라요.</a:t>
            </a:r>
            <a:endParaRPr lang="ko-KR" sz="3000" dirty="0"/>
          </a:p>
        </p:txBody>
      </p:sp>
      <p:sp>
        <p:nvSpPr>
          <p:cNvPr id="4" name="S13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입 모양을 보며 따라 말해요.</a:t>
            </a:r>
            <a:endParaRPr lang="ko-KR" sz="3000" dirty="0"/>
          </a:p>
        </p:txBody>
      </p:sp>
      <p:sp>
        <p:nvSpPr>
          <p:cNvPr id="6" name="S13-chip13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40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13-tile141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3-tile142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0" name="S13-chip1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44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2" name="S13-tile145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3" name="S13-tile146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4" name="S13-chip1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48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6" name="S13-tile149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7" name="S13-tile150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8" name="S13-chip15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13-tile152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0" name="S13-tile153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1" name="S13-tile154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소리를 내고, ②③은 첫 글자, ④는 끝 글자를 골라요.</a:t>
            </a:r>
            <a:endParaRPr lang="ko-KR" sz="3000" dirty="0"/>
          </a:p>
        </p:txBody>
      </p:sp>
      <p:sp>
        <p:nvSpPr>
          <p:cNvPr id="4" name="S14-chip15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57"/>
          <p:cNvSpPr txBox="1"/>
          <p:nvPr/>
        </p:nvSpPr>
        <p:spPr>
          <a:xfrm>
            <a:off x="1497330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6" name="S14-tile158"/>
          <p:cNvSpPr txBox="1"/>
          <p:nvPr/>
        </p:nvSpPr>
        <p:spPr>
          <a:xfrm>
            <a:off x="2612898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7" name="S14-tile159"/>
          <p:cNvSpPr txBox="1"/>
          <p:nvPr/>
        </p:nvSpPr>
        <p:spPr>
          <a:xfrm>
            <a:off x="3728466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8" name="S14-tile160"/>
          <p:cNvSpPr txBox="1"/>
          <p:nvPr/>
        </p:nvSpPr>
        <p:spPr>
          <a:xfrm>
            <a:off x="4844034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000" dirty="0"/>
          </a:p>
        </p:txBody>
      </p:sp>
      <p:sp>
        <p:nvSpPr>
          <p:cNvPr id="9" name="S14-chip161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2"/>
          <p:cNvSpPr txBox="1"/>
          <p:nvPr/>
        </p:nvSpPr>
        <p:spPr>
          <a:xfrm>
            <a:off x="7783830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11" name="S14-tile163"/>
          <p:cNvSpPr txBox="1"/>
          <p:nvPr/>
        </p:nvSpPr>
        <p:spPr>
          <a:xfrm>
            <a:off x="8899398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000" dirty="0"/>
          </a:p>
        </p:txBody>
      </p:sp>
      <p:sp>
        <p:nvSpPr>
          <p:cNvPr id="12" name="S14-tile164"/>
          <p:cNvSpPr txBox="1"/>
          <p:nvPr/>
        </p:nvSpPr>
        <p:spPr>
          <a:xfrm>
            <a:off x="10014966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000" dirty="0"/>
          </a:p>
        </p:txBody>
      </p:sp>
      <p:sp>
        <p:nvSpPr>
          <p:cNvPr id="13" name="S14-chip16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14-tile166"/>
          <p:cNvSpPr txBox="1"/>
          <p:nvPr/>
        </p:nvSpPr>
        <p:spPr>
          <a:xfrm>
            <a:off x="2055114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15" name="S14-tile167"/>
          <p:cNvSpPr txBox="1"/>
          <p:nvPr/>
        </p:nvSpPr>
        <p:spPr>
          <a:xfrm>
            <a:off x="3170682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4000" dirty="0"/>
          </a:p>
        </p:txBody>
      </p:sp>
      <p:sp>
        <p:nvSpPr>
          <p:cNvPr id="16" name="S14-tile168"/>
          <p:cNvSpPr txBox="1"/>
          <p:nvPr/>
        </p:nvSpPr>
        <p:spPr>
          <a:xfrm>
            <a:off x="4286250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7" name="S14-chip169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8" name="S14-tile170"/>
          <p:cNvSpPr txBox="1"/>
          <p:nvPr/>
        </p:nvSpPr>
        <p:spPr>
          <a:xfrm>
            <a:off x="7783830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19" name="S14-tile171"/>
          <p:cNvSpPr txBox="1"/>
          <p:nvPr/>
        </p:nvSpPr>
        <p:spPr>
          <a:xfrm>
            <a:off x="8899398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000" dirty="0"/>
          </a:p>
        </p:txBody>
      </p:sp>
      <p:sp>
        <p:nvSpPr>
          <p:cNvPr id="20" name="S14-tile172"/>
          <p:cNvSpPr txBox="1"/>
          <p:nvPr/>
        </p:nvSpPr>
        <p:spPr>
          <a:xfrm>
            <a:off x="10014966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글자는?</a:t>
            </a:r>
            <a:endParaRPr lang="ko-KR" sz="4000" dirty="0"/>
          </a:p>
        </p:txBody>
      </p:sp>
      <p:sp>
        <p:nvSpPr>
          <p:cNvPr id="3" name="S16-card17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7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 어느 것일까요? 어떻게 알았나요?</a:t>
            </a:r>
            <a:endParaRPr lang="ko-KR" sz="3000" dirty="0"/>
          </a:p>
        </p:txBody>
      </p:sp>
      <p:sp>
        <p:nvSpPr>
          <p:cNvPr id="5" name="S16-chip175"/>
          <p:cNvSpPr txBox="1"/>
          <p:nvPr/>
        </p:nvSpPr>
        <p:spPr>
          <a:xfrm>
            <a:off x="548640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176"/>
          <p:cNvSpPr txBox="1"/>
          <p:nvPr/>
        </p:nvSpPr>
        <p:spPr>
          <a:xfrm>
            <a:off x="2055114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7" name="S16-tile177"/>
          <p:cNvSpPr txBox="1"/>
          <p:nvPr/>
        </p:nvSpPr>
        <p:spPr>
          <a:xfrm>
            <a:off x="3170682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16-tile178"/>
          <p:cNvSpPr txBox="1"/>
          <p:nvPr/>
        </p:nvSpPr>
        <p:spPr>
          <a:xfrm>
            <a:off x="4286250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9" name="S16-chip179"/>
          <p:cNvSpPr txBox="1"/>
          <p:nvPr/>
        </p:nvSpPr>
        <p:spPr>
          <a:xfrm>
            <a:off x="6277356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6-tile180"/>
          <p:cNvSpPr txBox="1"/>
          <p:nvPr/>
        </p:nvSpPr>
        <p:spPr>
          <a:xfrm>
            <a:off x="7783830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1" name="S16-tile181"/>
          <p:cNvSpPr txBox="1"/>
          <p:nvPr/>
        </p:nvSpPr>
        <p:spPr>
          <a:xfrm>
            <a:off x="8899398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16-tile182"/>
          <p:cNvSpPr txBox="1"/>
          <p:nvPr/>
        </p:nvSpPr>
        <p:spPr>
          <a:xfrm>
            <a:off x="10014966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3" name="S16-chip183"/>
          <p:cNvSpPr txBox="1"/>
          <p:nvPr/>
        </p:nvSpPr>
        <p:spPr>
          <a:xfrm>
            <a:off x="548640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4" name="S16-tile184"/>
          <p:cNvSpPr txBox="1"/>
          <p:nvPr/>
        </p:nvSpPr>
        <p:spPr>
          <a:xfrm>
            <a:off x="2055114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15" name="S16-tile185"/>
          <p:cNvSpPr txBox="1"/>
          <p:nvPr/>
        </p:nvSpPr>
        <p:spPr>
          <a:xfrm>
            <a:off x="3170682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6" name="S16-tile186"/>
          <p:cNvSpPr txBox="1"/>
          <p:nvPr/>
        </p:nvSpPr>
        <p:spPr>
          <a:xfrm>
            <a:off x="4286250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7" name="S16-chip187"/>
          <p:cNvSpPr txBox="1"/>
          <p:nvPr/>
        </p:nvSpPr>
        <p:spPr>
          <a:xfrm>
            <a:off x="6277356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8" name="S16-tile188"/>
          <p:cNvSpPr txBox="1"/>
          <p:nvPr/>
        </p:nvSpPr>
        <p:spPr>
          <a:xfrm>
            <a:off x="7783830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9" name="S16-tile189"/>
          <p:cNvSpPr txBox="1"/>
          <p:nvPr/>
        </p:nvSpPr>
        <p:spPr>
          <a:xfrm>
            <a:off x="8899398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0" name="S16-tile190"/>
          <p:cNvSpPr txBox="1"/>
          <p:nvPr/>
        </p:nvSpPr>
        <p:spPr>
          <a:xfrm>
            <a:off x="10014966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9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9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낱말의 첫소리가 그 글자의 소리예요.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 모양을 떠올려 첫 글자와 끝 글자를 찾아요.</a:t>
            </a:r>
            <a:endParaRPr lang="ko-KR" sz="3000" dirty="0"/>
          </a:p>
        </p:txBody>
      </p:sp>
      <p:sp>
        <p:nvSpPr>
          <p:cNvPr id="5" name="S17-chip19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열쇠 낱말 떠올리기</a:t>
            </a:r>
            <a:endParaRPr lang="ko-KR" sz="2400" dirty="0"/>
          </a:p>
        </p:txBody>
      </p:sp>
      <p:sp>
        <p:nvSpPr>
          <p:cNvPr id="6" name="S17-chip19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글자 이름으로 소리 내기</a:t>
            </a:r>
            <a:endParaRPr lang="ko-KR" sz="2400" dirty="0"/>
          </a:p>
        </p:txBody>
      </p:sp>
      <p:sp>
        <p:nvSpPr>
          <p:cNvPr id="7" name="S17-text19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9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f, l, r, z의 소리는?</a:t>
            </a:r>
            <a:endParaRPr lang="ko-KR" sz="2400" dirty="0"/>
          </a:p>
        </p:txBody>
      </p:sp>
      <p:sp>
        <p:nvSpPr>
          <p:cNvPr id="9" name="S17-text19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van의 첫 글자는?</a:t>
            </a:r>
            <a:endParaRPr lang="ko-KR" sz="2400" dirty="0"/>
          </a:p>
        </p:txBody>
      </p:sp>
      <p:sp>
        <p:nvSpPr>
          <p:cNvPr id="10" name="S17-text19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cup의 끝 글자는?</a:t>
            </a:r>
            <a:endParaRPr lang="ko-KR" sz="2400" dirty="0"/>
          </a:p>
        </p:txBody>
      </p:sp>
      <p:sp>
        <p:nvSpPr>
          <p:cNvPr id="11" name="S17-text19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소문자와 첫소리</a:t>
            </a:r>
            <a:endParaRPr lang="ko-KR" sz="4000" dirty="0"/>
          </a:p>
        </p:txBody>
      </p:sp>
      <p:sp>
        <p:nvSpPr>
          <p:cNvPr id="3" name="S18-card2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8-cardtext2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8-word202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8-word203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8-word204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8-word205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8-word206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8-word207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자음 글자의 소리</dc:title>
  <dc:subject>KR22-G03-ENG-CONSOUND-L01</dc:subject>
  <dc:creator>education-ppt</dc:creator>
  <cp:lastModifiedBy>education-ppt</cp:lastModifiedBy>
  <cp:revision>1</cp:revision>
  <dcterms:created xsi:type="dcterms:W3CDTF">2026-10-26T08:55:32Z</dcterms:created>
  <dcterms:modified xsi:type="dcterms:W3CDTF">2026-10-26T08:55:32Z</dcterms:modified>
</cp:coreProperties>
</file>