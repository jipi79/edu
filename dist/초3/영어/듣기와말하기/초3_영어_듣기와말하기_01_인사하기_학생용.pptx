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7af63dc-daee-b224-971c-26ed80940144}">
          <p14:sldIdLst>
            <p14:sldId id="256"/>
            <p14:sldId id="257"/>
          </p14:sldIdLst>
        </p14:section>
        <p14:section name="개념" id="{ef8134da-b1a8-2b0c-d994-452d1535ff7e}">
          <p14:sldIdLst>
            <p14:sldId id="258"/>
            <p14:sldId id="259"/>
            <p14:sldId id="262"/>
            <p14:sldId id="263"/>
          </p14:sldIdLst>
        </p14:section>
        <p14:section name="연습" id="{e8383baf-47ba-146f-9b44-89cb156bcc8e}">
          <p14:sldIdLst>
            <p14:sldId id="260"/>
            <p14:sldId id="261"/>
            <p14:sldId id="264"/>
            <p14:sldId id="265"/>
          </p14:sldIdLst>
        </p14:section>
        <p14:section name="개념" id="{6d5d5d03-a966-87b6-7150-bd2b85209834}">
          <p14:sldIdLst/>
        </p14:section>
        <p14:section name="연습" id="{1e4b5727-0523-f49d-594e-1d7d8f63a8e6}">
          <p14:sldIdLst/>
        </p14:section>
        <p14:section name="확인" id="{9cb460f1-55c8-ae75-25a3-7ffd9f63d082}">
          <p14:sldIdLst>
            <p14:sldId id="266"/>
            <p14:sldId id="267"/>
          </p14:sldIdLst>
        </p14:section>
        <p14:section name="정리" id="{743fa897-8d71-d2c5-c78a-af92c36a33e8}">
          <p14:sldIdLst>
            <p14:sldId id="268"/>
          </p14:sldIdLst>
        </p14:section>
        <p14:section name="보충" id="{bbeb791f-4d42-3ae8-8aa6-a7027392fccf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듣기와말하기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인사하기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인사하기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영어 · 인사하기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친구를 만나면 영어로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뭐라고 인사할까요?</a:t>
            </a:r>
            <a:endParaRPr lang="ko-KR" sz="30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6400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Hello.</a:t>
            </a:r>
            <a:endParaRPr lang="ko-KR" sz="3400" dirty="0"/>
          </a:p>
        </p:txBody>
      </p:sp>
      <p:sp>
        <p:nvSpPr>
          <p:cNvPr id="5" name="S01-word2"/>
          <p:cNvSpPr txBox="1"/>
          <p:nvPr/>
        </p:nvSpPr>
        <p:spPr>
          <a:xfrm>
            <a:off x="7680960" y="22402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Goodbye.</a:t>
            </a:r>
            <a:endParaRPr lang="ko-KR" sz="3400" dirty="0"/>
          </a:p>
        </p:txBody>
      </p:sp>
      <p:sp>
        <p:nvSpPr>
          <p:cNvPr id="6" name="S01-card3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7" name="S01-cardtext4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만날 때와 헤어질 때 영어로 인사해요.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How are you?에 영어로 대답해요.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우리말로 인사해요</a:t>
            </a:r>
            <a:endParaRPr lang="ko-KR" sz="4000" dirty="0"/>
          </a:p>
        </p:txBody>
      </p:sp>
      <p:sp>
        <p:nvSpPr>
          <p:cNvPr id="3" name="S02-text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 우리말로 어떻게 인사해요?</a:t>
            </a:r>
            <a:endParaRPr lang="ko-KR" sz="3000" dirty="0"/>
          </a:p>
        </p:txBody>
      </p:sp>
      <p:sp>
        <p:nvSpPr>
          <p:cNvPr id="4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아침에 학교에서 선생님을 만났어요.</a:t>
            </a:r>
            <a:endParaRPr lang="ko-KR" sz="3000" dirty="0"/>
          </a:p>
        </p:txBody>
      </p:sp>
      <p:sp>
        <p:nvSpPr>
          <p:cNvPr id="6" name="S02-chip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9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놀이터에서 놀다가 친구와 헤어져요.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만날 때 인사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누군가를 만날 때 해요.</a:t>
            </a:r>
            <a:endParaRPr lang="ko-KR" sz="3000" dirty="0"/>
          </a:p>
        </p:txBody>
      </p:sp>
      <p:sp>
        <p:nvSpPr>
          <p:cNvPr id="5" name="S03-word12"/>
          <p:cNvSpPr txBox="1"/>
          <p:nvPr/>
        </p:nvSpPr>
        <p:spPr>
          <a:xfrm>
            <a:off x="548640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Hello.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안녕하세요. / 안녕.</a:t>
            </a:r>
            <a:endParaRPr lang="ko-KR" sz="3400" dirty="0"/>
          </a:p>
        </p:txBody>
      </p:sp>
      <p:sp>
        <p:nvSpPr>
          <p:cNvPr id="6" name="S03-word13"/>
          <p:cNvSpPr txBox="1"/>
          <p:nvPr/>
        </p:nvSpPr>
        <p:spPr>
          <a:xfrm>
            <a:off x="6231636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안녕.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헤어질 때 인사</a:t>
            </a:r>
            <a:endParaRPr lang="ko-KR" sz="4000" dirty="0"/>
          </a:p>
        </p:txBody>
      </p:sp>
      <p:sp>
        <p:nvSpPr>
          <p:cNvPr id="3" name="S04-card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헤어질 때 해요.</a:t>
            </a:r>
            <a:endParaRPr lang="ko-KR" sz="3000" dirty="0"/>
          </a:p>
        </p:txBody>
      </p:sp>
      <p:sp>
        <p:nvSpPr>
          <p:cNvPr id="5" name="S04-word16"/>
          <p:cNvSpPr txBox="1"/>
          <p:nvPr/>
        </p:nvSpPr>
        <p:spPr>
          <a:xfrm>
            <a:off x="548640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Goodbye.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안녕히 가세요.</a:t>
            </a:r>
            <a:endParaRPr lang="ko-KR" sz="3400" dirty="0"/>
          </a:p>
        </p:txBody>
      </p:sp>
      <p:sp>
        <p:nvSpPr>
          <p:cNvPr id="6" name="S04-word17"/>
          <p:cNvSpPr txBox="1"/>
          <p:nvPr/>
        </p:nvSpPr>
        <p:spPr>
          <a:xfrm>
            <a:off x="6231636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Bye.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가.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만날 때? 헤어질 때?</a:t>
            </a:r>
            <a:endParaRPr lang="ko-KR" sz="4000" dirty="0"/>
          </a:p>
        </p:txBody>
      </p:sp>
      <p:sp>
        <p:nvSpPr>
          <p:cNvPr id="3" name="S05-text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인사를 할까요? 영어로 말해요.</a:t>
            </a:r>
            <a:endParaRPr lang="ko-KR" sz="3000" dirty="0"/>
          </a:p>
        </p:txBody>
      </p:sp>
      <p:sp>
        <p:nvSpPr>
          <p:cNvPr id="4" name="S05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만날 때 Hello. Hi.　헤어질 때 Goodbye. Bye.</a:t>
            </a:r>
            <a:endParaRPr lang="ko-KR" sz="3000" dirty="0"/>
          </a:p>
        </p:txBody>
      </p:sp>
      <p:sp>
        <p:nvSpPr>
          <p:cNvPr id="6" name="S05-chip2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5-text22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 가서 친구를 만났어요.</a:t>
            </a:r>
            <a:endParaRPr lang="ko-KR" sz="3000" dirty="0"/>
          </a:p>
        </p:txBody>
      </p:sp>
      <p:sp>
        <p:nvSpPr>
          <p:cNvPr id="8" name="S05-chip2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5-text24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 집에서 놀다가 집에 가요.</a:t>
            </a:r>
            <a:endParaRPr lang="ko-KR" sz="3000" dirty="0"/>
          </a:p>
        </p:txBody>
      </p:sp>
      <p:sp>
        <p:nvSpPr>
          <p:cNvPr id="10" name="S05-chip2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5-text26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 댁에 도착했어요.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‘안녕’은 영어로 하나일까요?</a:t>
            </a:r>
            <a:endParaRPr lang="ko-KR" sz="4000" dirty="0"/>
          </a:p>
        </p:txBody>
      </p:sp>
      <p:sp>
        <p:nvSpPr>
          <p:cNvPr id="3" name="S06-card2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2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우리말 ‘안녕’은 만날 때도, 헤어질 때도 써요.</a:t>
            </a:r>
            <a:endParaRPr lang="ko-KR" sz="3000" dirty="0"/>
          </a:p>
        </p:txBody>
      </p:sp>
      <p:sp>
        <p:nvSpPr>
          <p:cNvPr id="5" name="S06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친구와 헤어질 때 Hello.라고 해도 될까요?</a:t>
            </a:r>
            <a:endParaRPr lang="ko-KR" sz="3000" dirty="0"/>
          </a:p>
        </p:txBody>
      </p:sp>
      <p:sp>
        <p:nvSpPr>
          <p:cNvPr id="7" name="S06-chip3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만날 때</a:t>
            </a:r>
            <a:endParaRPr lang="ko-KR" sz="2400" dirty="0"/>
          </a:p>
        </p:txBody>
      </p:sp>
      <p:sp>
        <p:nvSpPr>
          <p:cNvPr id="8" name="S06-word32"/>
          <p:cNvSpPr txBox="1"/>
          <p:nvPr/>
        </p:nvSpPr>
        <p:spPr>
          <a:xfrm>
            <a:off x="548640" y="3154680"/>
            <a:ext cx="5362956" cy="845820"/>
          </a:xfrm>
          <a:prstGeom prst="roundRect">
            <a:avLst>
              <a:gd name="adj" fmla="val 1513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Hello.</a:t>
            </a:r>
            <a:endParaRPr lang="ko-KR" sz="3400" dirty="0"/>
          </a:p>
        </p:txBody>
      </p:sp>
      <p:sp>
        <p:nvSpPr>
          <p:cNvPr id="9" name="S06-word33"/>
          <p:cNvSpPr txBox="1"/>
          <p:nvPr/>
        </p:nvSpPr>
        <p:spPr>
          <a:xfrm>
            <a:off x="548640" y="4274820"/>
            <a:ext cx="5362956" cy="845820"/>
          </a:xfrm>
          <a:prstGeom prst="roundRect">
            <a:avLst>
              <a:gd name="adj" fmla="val 1513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Hi.</a:t>
            </a:r>
            <a:endParaRPr lang="ko-KR" sz="3400" dirty="0"/>
          </a:p>
        </p:txBody>
      </p:sp>
      <p:sp>
        <p:nvSpPr>
          <p:cNvPr id="10" name="S06-chip3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헤어질 때</a:t>
            </a:r>
            <a:endParaRPr lang="ko-KR" sz="2400" dirty="0"/>
          </a:p>
        </p:txBody>
      </p:sp>
      <p:sp>
        <p:nvSpPr>
          <p:cNvPr id="11" name="S06-word35"/>
          <p:cNvSpPr txBox="1"/>
          <p:nvPr/>
        </p:nvSpPr>
        <p:spPr>
          <a:xfrm>
            <a:off x="6277356" y="3154680"/>
            <a:ext cx="5362956" cy="845820"/>
          </a:xfrm>
          <a:prstGeom prst="roundRect">
            <a:avLst>
              <a:gd name="adj" fmla="val 1513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Goodbye.</a:t>
            </a:r>
            <a:endParaRPr lang="ko-KR" sz="3400" dirty="0"/>
          </a:p>
        </p:txBody>
      </p:sp>
      <p:sp>
        <p:nvSpPr>
          <p:cNvPr id="12" name="S06-word36"/>
          <p:cNvSpPr txBox="1"/>
          <p:nvPr/>
        </p:nvSpPr>
        <p:spPr>
          <a:xfrm>
            <a:off x="6277356" y="4274820"/>
            <a:ext cx="5362956" cy="845820"/>
          </a:xfrm>
          <a:prstGeom prst="roundRect">
            <a:avLst>
              <a:gd name="adj" fmla="val 1513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Bye.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지내는지 묻기</a:t>
            </a:r>
            <a:endParaRPr lang="ko-KR" sz="4000" dirty="0"/>
          </a:p>
        </p:txBody>
      </p:sp>
      <p:sp>
        <p:nvSpPr>
          <p:cNvPr id="3" name="S07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are you?라고 물으면 대답해요.</a:t>
            </a:r>
            <a:endParaRPr lang="ko-KR" sz="3000" dirty="0"/>
          </a:p>
        </p:txBody>
      </p:sp>
      <p:sp>
        <p:nvSpPr>
          <p:cNvPr id="5" name="S07-word39"/>
          <p:cNvSpPr txBox="1"/>
          <p:nvPr/>
        </p:nvSpPr>
        <p:spPr>
          <a:xfrm>
            <a:off x="548640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are you?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지내?</a:t>
            </a:r>
            <a:endParaRPr lang="ko-KR" sz="3400" dirty="0"/>
          </a:p>
        </p:txBody>
      </p:sp>
      <p:sp>
        <p:nvSpPr>
          <p:cNvPr id="6" name="S07-word40"/>
          <p:cNvSpPr txBox="1"/>
          <p:nvPr/>
        </p:nvSpPr>
        <p:spPr>
          <a:xfrm>
            <a:off x="6231636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fine, thank you.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지내, 고마워.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다르게 대답하기</a:t>
            </a:r>
            <a:endParaRPr lang="ko-KR" sz="4000" dirty="0"/>
          </a:p>
        </p:txBody>
      </p:sp>
      <p:sp>
        <p:nvSpPr>
          <p:cNvPr id="3" name="S08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기분에 맞게 골라 대답해요.</a:t>
            </a:r>
            <a:endParaRPr lang="ko-KR" sz="3000" dirty="0"/>
          </a:p>
        </p:txBody>
      </p:sp>
      <p:sp>
        <p:nvSpPr>
          <p:cNvPr id="5" name="S08-word43"/>
          <p:cNvSpPr txBox="1"/>
          <p:nvPr/>
        </p:nvSpPr>
        <p:spPr>
          <a:xfrm>
            <a:off x="548640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good.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좋아.</a:t>
            </a:r>
            <a:endParaRPr lang="ko-KR" sz="3400" dirty="0"/>
          </a:p>
        </p:txBody>
      </p:sp>
      <p:sp>
        <p:nvSpPr>
          <p:cNvPr id="6" name="S08-word44"/>
          <p:cNvSpPr txBox="1"/>
          <p:nvPr/>
        </p:nvSpPr>
        <p:spPr>
          <a:xfrm>
            <a:off x="6231636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great.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아주 좋아.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 놀이</a:t>
            </a:r>
            <a:endParaRPr lang="ko-KR" sz="4000" dirty="0"/>
          </a:p>
        </p:txBody>
      </p:sp>
      <p:sp>
        <p:nvSpPr>
          <p:cNvPr id="3" name="S09-text4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역할을 나누어 말해요.</a:t>
            </a:r>
            <a:endParaRPr lang="ko-KR" sz="3000" dirty="0"/>
          </a:p>
        </p:txBody>
      </p:sp>
      <p:sp>
        <p:nvSpPr>
          <p:cNvPr id="4" name="S09-passagebox46"/>
          <p:cNvSpPr/>
          <p:nvPr/>
        </p:nvSpPr>
        <p:spPr>
          <a:xfrm>
            <a:off x="548640" y="2011680"/>
            <a:ext cx="11091672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5" name="S09-passage47"/>
          <p:cNvSpPr txBox="1"/>
          <p:nvPr/>
        </p:nvSpPr>
        <p:spPr>
          <a:xfrm>
            <a:off x="822960" y="2194560"/>
            <a:ext cx="1054303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(학교 앞에서 만나요)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Mina: Hello, Tom.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Tom: Hi, Mina. How are you?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Mina: I'm great.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(집에 갈 때)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Tom: Goodbye, Mina.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Mina: Bye, Tom.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빈칸에 들어갈 말</a:t>
            </a:r>
            <a:endParaRPr lang="ko-KR" sz="4000" dirty="0"/>
          </a:p>
        </p:txBody>
      </p:sp>
      <p:sp>
        <p:nvSpPr>
          <p:cNvPr id="3" name="S10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빈칸에 들어갈 말을 보기에서 골라 말해요.</a:t>
            </a:r>
            <a:endParaRPr lang="ko-KR" sz="3000" dirty="0"/>
          </a:p>
        </p:txBody>
      </p:sp>
      <p:sp>
        <p:nvSpPr>
          <p:cNvPr id="4" name="S10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보기: are　·　thank　·　Goodbye</a:t>
            </a:r>
            <a:endParaRPr lang="ko-KR" sz="3000" dirty="0"/>
          </a:p>
        </p:txBody>
      </p:sp>
      <p:sp>
        <p:nvSpPr>
          <p:cNvPr id="6" name="S10-chip5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0-text52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Hello. How ______ you?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I'm good.</a:t>
            </a:r>
            <a:endParaRPr lang="ko-KR" sz="3000" dirty="0"/>
          </a:p>
        </p:txBody>
      </p:sp>
      <p:sp>
        <p:nvSpPr>
          <p:cNvPr id="8" name="S10-chip5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0-text54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How are you?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I'm fine, ______ you.</a:t>
            </a:r>
            <a:endParaRPr lang="ko-KR" sz="3000" dirty="0"/>
          </a:p>
        </p:txBody>
      </p:sp>
      <p:sp>
        <p:nvSpPr>
          <p:cNvPr id="10" name="S10-chip5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0-text56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Bye, Tom.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______, Mina.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5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영어로 말해 보세요.</a:t>
            </a:r>
            <a:endParaRPr lang="ko-KR" sz="3000" dirty="0"/>
          </a:p>
        </p:txBody>
      </p:sp>
      <p:sp>
        <p:nvSpPr>
          <p:cNvPr id="4" name="S11-chip58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1-text59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아침에 친구를 만났어요.</a:t>
            </a:r>
            <a:endParaRPr lang="ko-KR" sz="3000" dirty="0"/>
          </a:p>
        </p:txBody>
      </p:sp>
      <p:sp>
        <p:nvSpPr>
          <p:cNvPr id="6" name="S11-chip60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1-text61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How are you?라고 물어요.</a:t>
            </a:r>
            <a:endParaRPr lang="ko-KR" sz="3000" dirty="0"/>
          </a:p>
        </p:txBody>
      </p:sp>
      <p:sp>
        <p:nvSpPr>
          <p:cNvPr id="8" name="S11-chip62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1-text63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친구와 헤어져요.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말을 골라요</a:t>
            </a:r>
            <a:endParaRPr lang="ko-KR" sz="4000" dirty="0"/>
          </a:p>
        </p:txBody>
      </p:sp>
      <p:sp>
        <p:nvSpPr>
          <p:cNvPr id="3" name="S13-card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친구와 헤어질 때 하는 말은? 어떻게 알았나요?</a:t>
            </a:r>
            <a:endParaRPr lang="ko-KR" sz="3000" dirty="0"/>
          </a:p>
        </p:txBody>
      </p:sp>
      <p:sp>
        <p:nvSpPr>
          <p:cNvPr id="5" name="S13-chip66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3-card67"/>
          <p:cNvSpPr/>
          <p:nvPr/>
        </p:nvSpPr>
        <p:spPr>
          <a:xfrm>
            <a:off x="548640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68"/>
          <p:cNvSpPr txBox="1"/>
          <p:nvPr/>
        </p:nvSpPr>
        <p:spPr>
          <a:xfrm>
            <a:off x="822960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Hello.</a:t>
            </a:r>
            <a:endParaRPr lang="ko-KR" sz="3000" dirty="0"/>
          </a:p>
        </p:txBody>
      </p:sp>
      <p:sp>
        <p:nvSpPr>
          <p:cNvPr id="8" name="S13-chip69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3-card70"/>
          <p:cNvSpPr/>
          <p:nvPr/>
        </p:nvSpPr>
        <p:spPr>
          <a:xfrm>
            <a:off x="4367784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3-cardtext71"/>
          <p:cNvSpPr txBox="1"/>
          <p:nvPr/>
        </p:nvSpPr>
        <p:spPr>
          <a:xfrm>
            <a:off x="4642104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Goodbye.</a:t>
            </a:r>
            <a:endParaRPr lang="ko-KR" sz="3000" dirty="0"/>
          </a:p>
        </p:txBody>
      </p:sp>
      <p:sp>
        <p:nvSpPr>
          <p:cNvPr id="11" name="S13-chip72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2" name="S13-card73"/>
          <p:cNvSpPr/>
          <p:nvPr/>
        </p:nvSpPr>
        <p:spPr>
          <a:xfrm>
            <a:off x="8186928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3-cardtext74"/>
          <p:cNvSpPr txBox="1"/>
          <p:nvPr/>
        </p:nvSpPr>
        <p:spPr>
          <a:xfrm>
            <a:off x="8461248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great.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75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76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만날 때와 헤어질 때 인사가 달라요.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are you?라고 물으면 대답해요.</a:t>
            </a:r>
            <a:endParaRPr lang="ko-KR" sz="3000" dirty="0"/>
          </a:p>
        </p:txBody>
      </p:sp>
      <p:sp>
        <p:nvSpPr>
          <p:cNvPr id="5" name="S14-chip77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만날 때 Hello.</a:t>
            </a:r>
            <a:endParaRPr lang="ko-KR" sz="2400" dirty="0"/>
          </a:p>
        </p:txBody>
      </p:sp>
      <p:sp>
        <p:nvSpPr>
          <p:cNvPr id="6" name="S14-chip78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헤어질 때 Hello.</a:t>
            </a:r>
            <a:endParaRPr lang="ko-KR" sz="2400" dirty="0"/>
          </a:p>
        </p:txBody>
      </p:sp>
      <p:sp>
        <p:nvSpPr>
          <p:cNvPr id="7" name="S14-text79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80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만날 때 인사 2가지</a:t>
            </a:r>
            <a:endParaRPr lang="ko-KR" sz="2400" dirty="0"/>
          </a:p>
        </p:txBody>
      </p:sp>
      <p:sp>
        <p:nvSpPr>
          <p:cNvPr id="9" name="S14-text81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헤어질 때 인사 2가지</a:t>
            </a:r>
            <a:endParaRPr lang="ko-KR" sz="2400" dirty="0"/>
          </a:p>
        </p:txBody>
      </p:sp>
      <p:sp>
        <p:nvSpPr>
          <p:cNvPr id="10" name="S14-text82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How are you?에 대답하기</a:t>
            </a:r>
            <a:endParaRPr lang="ko-KR" sz="2400" dirty="0"/>
          </a:p>
        </p:txBody>
      </p:sp>
      <p:sp>
        <p:nvSpPr>
          <p:cNvPr id="11" name="S14-text8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이름 묻고 답하기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만날 때와 헤어질 때</a:t>
            </a:r>
            <a:endParaRPr lang="ko-KR" sz="4000" dirty="0"/>
          </a:p>
        </p:txBody>
      </p:sp>
      <p:sp>
        <p:nvSpPr>
          <p:cNvPr id="3" name="S15-card8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5-cardtext8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인형으로 만나고 헤어지는 놀이를 해요.</a:t>
            </a:r>
            <a:endParaRPr lang="ko-KR" sz="3000" dirty="0"/>
          </a:p>
        </p:txBody>
      </p:sp>
      <p:sp>
        <p:nvSpPr>
          <p:cNvPr id="5" name="S15-card86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5-cardtext87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만날 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“안녕?” “안녕하세요.”</a:t>
            </a:r>
            <a:endParaRPr lang="ko-KR" sz="3000" dirty="0"/>
          </a:p>
        </p:txBody>
      </p:sp>
      <p:sp>
        <p:nvSpPr>
          <p:cNvPr id="7" name="S15-card88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5-cardtext89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헤어질 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“잘 가.” “안녕히 계세요.”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영어 인사하기</dc:title>
  <dc:subject>KR22-G03-ENG-HELLO-L01</dc:subject>
  <dc:creator>education-ppt</dc:creator>
  <cp:lastModifiedBy>education-ppt</cp:lastModifiedBy>
  <cp:revision>1</cp:revision>
  <dcterms:created xsi:type="dcterms:W3CDTF">2026-10-26T07:43:03Z</dcterms:created>
  <dcterms:modified xsi:type="dcterms:W3CDTF">2026-10-26T07:43:03Z</dcterms:modified>
</cp:coreProperties>
</file>