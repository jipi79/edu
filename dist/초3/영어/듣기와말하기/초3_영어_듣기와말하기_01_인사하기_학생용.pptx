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f94e26c-38a6-ff0c-8855-de12b47d71bc}">
          <p14:sldIdLst>
            <p14:sldId id="256"/>
            <p14:sldId id="257"/>
          </p14:sldIdLst>
        </p14:section>
        <p14:section name="개념" id="{facf25b7-043f-e954-036f-5e9b316b4dec}">
          <p14:sldIdLst>
            <p14:sldId id="258"/>
            <p14:sldId id="259"/>
            <p14:sldId id="262"/>
            <p14:sldId id="263"/>
          </p14:sldIdLst>
        </p14:section>
        <p14:section name="연습" id="{61e5d478-3568-935e-254e-2b244c9afd9f}">
          <p14:sldIdLst>
            <p14:sldId id="260"/>
            <p14:sldId id="261"/>
            <p14:sldId id="264"/>
            <p14:sldId id="265"/>
          </p14:sldIdLst>
        </p14:section>
        <p14:section name="개념" id="{293c4a72-db10-7194-26e7-bd907225bc69}">
          <p14:sldIdLst/>
        </p14:section>
        <p14:section name="연습" id="{1ef7476f-c8eb-5e35-84d6-d11b77d2fc6a}">
          <p14:sldIdLst/>
        </p14:section>
        <p14:section name="확인" id="{6d09f210-058f-72f8-ac1e-4751c124551d}">
          <p14:sldIdLst>
            <p14:sldId id="266"/>
            <p14:sldId id="267"/>
          </p14:sldIdLst>
        </p14:section>
        <p14:section name="정리" id="{e512b12a-83a1-e33d-2baa-29472f9f0be8}">
          <p14:sldIdLst>
            <p14:sldId id="268"/>
          </p14:sldIdLst>
        </p14:section>
        <p14:section name="보충" id="{c9f94794-cb9b-6370-9ec0-edc564e0b69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인사하기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인사하기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인사하기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만나면 영어로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뭐라고 인사할까요?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만날 때와 헤어질 때 영어로 인사해요.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How are you?에 영어로 대답해요.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우리말로 인사해요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우리말로 어떻게 인사해요?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학교에서 선생님을 만났어요.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놀다가 친구와 헤어져요.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인사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누군가를 만날 때 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 / 안녕.</a:t>
            </a:r>
            <a:endParaRPr lang="ko-KR" sz="3400" dirty="0"/>
          </a:p>
        </p:txBody>
      </p:sp>
      <p:sp>
        <p:nvSpPr>
          <p:cNvPr id="6" name="S03-word13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 인사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 해요.</a:t>
            </a:r>
            <a:endParaRPr lang="ko-KR" sz="3000" dirty="0"/>
          </a:p>
        </p:txBody>
      </p:sp>
      <p:sp>
        <p:nvSpPr>
          <p:cNvPr id="5" name="S04-word16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6" name="S04-word17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가.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때? 헤어질 때?</a:t>
            </a:r>
            <a:endParaRPr lang="ko-KR" sz="4000" dirty="0"/>
          </a:p>
        </p:txBody>
      </p:sp>
      <p:sp>
        <p:nvSpPr>
          <p:cNvPr id="3" name="S05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인사를 할까요? 영어로 말해요.</a:t>
            </a:r>
            <a:endParaRPr lang="ko-KR" sz="3000" dirty="0"/>
          </a:p>
        </p:txBody>
      </p:sp>
      <p:sp>
        <p:nvSpPr>
          <p:cNvPr id="4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Hello. Hi.　헤어질 때 Goodbye. Bye.</a:t>
            </a:r>
            <a:endParaRPr lang="ko-KR" sz="3000" dirty="0"/>
          </a:p>
        </p:txBody>
      </p:sp>
      <p:sp>
        <p:nvSpPr>
          <p:cNvPr id="6" name="S05-chip2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가서 친구를 만났어요.</a:t>
            </a:r>
            <a:endParaRPr lang="ko-KR" sz="3000" dirty="0"/>
          </a:p>
        </p:txBody>
      </p:sp>
      <p:sp>
        <p:nvSpPr>
          <p:cNvPr id="8" name="S05-chip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집에서 놀다가 집에 가요.</a:t>
            </a:r>
            <a:endParaRPr lang="ko-KR" sz="3000" dirty="0"/>
          </a:p>
        </p:txBody>
      </p:sp>
      <p:sp>
        <p:nvSpPr>
          <p:cNvPr id="10" name="S05-chip2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2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댁에 도착했어요.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‘안녕’은 영어로 하나일까요?</a:t>
            </a:r>
            <a:endParaRPr lang="ko-KR" sz="4000" dirty="0"/>
          </a:p>
        </p:txBody>
      </p:sp>
      <p:sp>
        <p:nvSpPr>
          <p:cNvPr id="3" name="S06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 ‘안녕’은 만날 때도, 헤어질 때도 써요.</a:t>
            </a:r>
            <a:endParaRPr lang="ko-KR" sz="3000" dirty="0"/>
          </a:p>
        </p:txBody>
      </p:sp>
      <p:sp>
        <p:nvSpPr>
          <p:cNvPr id="5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헤어질 때 Hello.라고 해도 될까요?</a:t>
            </a:r>
            <a:endParaRPr lang="ko-KR" sz="3000" dirty="0"/>
          </a:p>
        </p:txBody>
      </p:sp>
      <p:sp>
        <p:nvSpPr>
          <p:cNvPr id="7" name="S06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</a:t>
            </a:r>
            <a:endParaRPr lang="ko-KR" sz="2400" dirty="0"/>
          </a:p>
        </p:txBody>
      </p:sp>
      <p:sp>
        <p:nvSpPr>
          <p:cNvPr id="8" name="S06-word32"/>
          <p:cNvSpPr txBox="1"/>
          <p:nvPr/>
        </p:nvSpPr>
        <p:spPr>
          <a:xfrm>
            <a:off x="548640" y="315468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9" name="S06-word33"/>
          <p:cNvSpPr txBox="1"/>
          <p:nvPr/>
        </p:nvSpPr>
        <p:spPr>
          <a:xfrm>
            <a:off x="548640" y="427482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</p:txBody>
      </p:sp>
      <p:sp>
        <p:nvSpPr>
          <p:cNvPr id="10" name="S06-chip3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</a:t>
            </a:r>
            <a:endParaRPr lang="ko-KR" sz="2400" dirty="0"/>
          </a:p>
        </p:txBody>
      </p:sp>
      <p:sp>
        <p:nvSpPr>
          <p:cNvPr id="11" name="S06-word35"/>
          <p:cNvSpPr txBox="1"/>
          <p:nvPr/>
        </p:nvSpPr>
        <p:spPr>
          <a:xfrm>
            <a:off x="6277356" y="315468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</p:txBody>
      </p:sp>
      <p:sp>
        <p:nvSpPr>
          <p:cNvPr id="12" name="S06-word36"/>
          <p:cNvSpPr txBox="1"/>
          <p:nvPr/>
        </p:nvSpPr>
        <p:spPr>
          <a:xfrm>
            <a:off x="6277356" y="427482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Bye.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지내는지 묻기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you?라고 물으면 대답해요.</a:t>
            </a:r>
            <a:endParaRPr lang="ko-KR" sz="3000" dirty="0"/>
          </a:p>
        </p:txBody>
      </p:sp>
      <p:sp>
        <p:nvSpPr>
          <p:cNvPr id="5" name="S07-word3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지내?</a:t>
            </a:r>
            <a:endParaRPr lang="ko-KR" sz="3400" dirty="0"/>
          </a:p>
        </p:txBody>
      </p:sp>
      <p:sp>
        <p:nvSpPr>
          <p:cNvPr id="6" name="S07-word4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지내, 고마워.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다르게 대답하기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기분에 맞게 골라 대답해요.</a:t>
            </a:r>
            <a:endParaRPr lang="ko-KR" sz="3000" dirty="0"/>
          </a:p>
        </p:txBody>
      </p:sp>
      <p:sp>
        <p:nvSpPr>
          <p:cNvPr id="5" name="S08-word43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good.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좋아.</a:t>
            </a:r>
            <a:endParaRPr lang="ko-KR" sz="3400" dirty="0"/>
          </a:p>
        </p:txBody>
      </p:sp>
      <p:sp>
        <p:nvSpPr>
          <p:cNvPr id="6" name="S08-word44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great.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좋아.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놀이</a:t>
            </a:r>
            <a:endParaRPr lang="ko-KR" sz="40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9-passagebox46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9-passage47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(학교 앞에서 만나요)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Hello, Tom.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Hi, Mina. How are you?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I'm great.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(집에 갈 때)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Goodbye, Mina.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Bye, Tom.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10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10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are　·　thank　·　Goodbye</a:t>
            </a:r>
            <a:endParaRPr lang="ko-KR" sz="3000" dirty="0"/>
          </a:p>
        </p:txBody>
      </p:sp>
      <p:sp>
        <p:nvSpPr>
          <p:cNvPr id="6" name="S10-chip5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Hello. How ______ you?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good.</a:t>
            </a:r>
            <a:endParaRPr lang="ko-KR" sz="3000" dirty="0"/>
          </a:p>
        </p:txBody>
      </p:sp>
      <p:sp>
        <p:nvSpPr>
          <p:cNvPr id="8" name="S10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are you?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fine, ______ you.</a:t>
            </a:r>
            <a:endParaRPr lang="ko-KR" sz="3000" dirty="0"/>
          </a:p>
        </p:txBody>
      </p:sp>
      <p:sp>
        <p:nvSpPr>
          <p:cNvPr id="10" name="S10-chip5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5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Bye, Tom.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______, Mina.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11-chip5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5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친구를 만났어요.</a:t>
            </a:r>
            <a:endParaRPr lang="ko-KR" sz="3000" dirty="0"/>
          </a:p>
        </p:txBody>
      </p:sp>
      <p:sp>
        <p:nvSpPr>
          <p:cNvPr id="6" name="S11-chip6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6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How are you?라고 물어요.</a:t>
            </a:r>
            <a:endParaRPr lang="ko-KR" sz="3000" dirty="0"/>
          </a:p>
        </p:txBody>
      </p:sp>
      <p:sp>
        <p:nvSpPr>
          <p:cNvPr id="8" name="S11-chip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6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헤어져요.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골라요</a:t>
            </a:r>
            <a:endParaRPr lang="ko-KR" sz="4000" dirty="0"/>
          </a:p>
        </p:txBody>
      </p:sp>
      <p:sp>
        <p:nvSpPr>
          <p:cNvPr id="3" name="S13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헤어질 때 하는 말은? 어떻게 알았나요?</a:t>
            </a:r>
            <a:endParaRPr lang="ko-KR" sz="3000" dirty="0"/>
          </a:p>
        </p:txBody>
      </p:sp>
      <p:sp>
        <p:nvSpPr>
          <p:cNvPr id="5" name="S13-chip6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67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68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8" name="S13-chip69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70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1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000" dirty="0"/>
          </a:p>
        </p:txBody>
      </p:sp>
      <p:sp>
        <p:nvSpPr>
          <p:cNvPr id="11" name="S13-chip7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73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74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great.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때와 헤어질 때 인사가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you?라고 물으면 대답해요.</a:t>
            </a:r>
            <a:endParaRPr lang="ko-KR" sz="3000" dirty="0"/>
          </a:p>
        </p:txBody>
      </p:sp>
      <p:sp>
        <p:nvSpPr>
          <p:cNvPr id="5" name="S14-chip7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만날 때 Hello.</a:t>
            </a:r>
            <a:endParaRPr lang="ko-KR" sz="2400" dirty="0"/>
          </a:p>
        </p:txBody>
      </p:sp>
      <p:sp>
        <p:nvSpPr>
          <p:cNvPr id="6" name="S14-chip7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헤어질 때 Hello.</a:t>
            </a:r>
            <a:endParaRPr lang="ko-KR" sz="2400" dirty="0"/>
          </a:p>
        </p:txBody>
      </p:sp>
      <p:sp>
        <p:nvSpPr>
          <p:cNvPr id="7" name="S14-text7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만날 때 인사 2가지</a:t>
            </a:r>
            <a:endParaRPr lang="ko-KR" sz="2400" dirty="0"/>
          </a:p>
        </p:txBody>
      </p:sp>
      <p:sp>
        <p:nvSpPr>
          <p:cNvPr id="9" name="S14-text8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헤어질 때 인사 2가지</a:t>
            </a:r>
            <a:endParaRPr lang="ko-KR" sz="2400" dirty="0"/>
          </a:p>
        </p:txBody>
      </p:sp>
      <p:sp>
        <p:nvSpPr>
          <p:cNvPr id="10" name="S14-text8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How are you?에 대답하기</a:t>
            </a:r>
            <a:endParaRPr lang="ko-KR" sz="2400" dirty="0"/>
          </a:p>
        </p:txBody>
      </p:sp>
      <p:sp>
        <p:nvSpPr>
          <p:cNvPr id="11" name="S14-text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이름 묻고 답하기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만날 때와 헤어질 때</a:t>
            </a:r>
            <a:endParaRPr lang="ko-KR" sz="4000" dirty="0"/>
          </a:p>
        </p:txBody>
      </p:sp>
      <p:sp>
        <p:nvSpPr>
          <p:cNvPr id="3" name="S1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인형으로 만나고 헤어지는 놀이를 해요.</a:t>
            </a:r>
            <a:endParaRPr lang="ko-KR" sz="3000" dirty="0"/>
          </a:p>
        </p:txBody>
      </p:sp>
      <p:sp>
        <p:nvSpPr>
          <p:cNvPr id="5" name="S15-card8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8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“안녕?” “안녕하세요.”</a:t>
            </a:r>
            <a:endParaRPr lang="ko-KR" sz="3000" dirty="0"/>
          </a:p>
        </p:txBody>
      </p:sp>
      <p:sp>
        <p:nvSpPr>
          <p:cNvPr id="7" name="S15-card8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8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가.” “안녕히 계세요.”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인사하기</dc:title>
  <dc:subject>KR22-G03-ENG-HELLO-L01</dc:subject>
  <dc:creator>education-ppt</dc:creator>
  <cp:lastModifiedBy>education-ppt</cp:lastModifiedBy>
  <cp:revision>1</cp:revision>
  <dcterms:created xsi:type="dcterms:W3CDTF">2026-10-26T09:07:12Z</dcterms:created>
  <dcterms:modified xsi:type="dcterms:W3CDTF">2026-10-26T09:07:12Z</dcterms:modified>
</cp:coreProperties>
</file>