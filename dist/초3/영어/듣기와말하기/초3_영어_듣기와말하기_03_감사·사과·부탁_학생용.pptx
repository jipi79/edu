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9fd94d29-f292-259c-ee6c-f2efe7fa1821}">
          <p14:sldIdLst>
            <p14:sldId id="256"/>
            <p14:sldId id="257"/>
          </p14:sldIdLst>
        </p14:section>
        <p14:section name="개념" id="{12fa3c4e-4a67-e5ac-92e8-b92b309e2cc3}">
          <p14:sldIdLst>
            <p14:sldId id="258"/>
            <p14:sldId id="259"/>
            <p14:sldId id="260"/>
          </p14:sldIdLst>
        </p14:section>
        <p14:section name="연습" id="{1d8d35b5-8c35-5755-1c72-937fd46e832a}">
          <p14:sldIdLst>
            <p14:sldId id="261"/>
            <p14:sldId id="262"/>
            <p14:sldId id="263"/>
            <p14:sldId id="264"/>
            <p14:sldId id="265"/>
          </p14:sldIdLst>
        </p14:section>
        <p14:section name="확인" id="{bcbeb219-67c3-7006-358e-d63825f2a23c}">
          <p14:sldIdLst>
            <p14:sldId id="266"/>
            <p14:sldId id="267"/>
          </p14:sldIdLst>
        </p14:section>
        <p14:section name="정리" id="{69be5b88-635a-98bd-2468-03e15324da83}">
          <p14:sldIdLst>
            <p14:sldId id="268"/>
          </p14:sldIdLst>
        </p14:section>
        <p14:section name="보충" id="{d9ce6eef-f942-221a-b077-01178b202927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듣기와말하기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감사·사과·부탁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감사·사과·부탁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영어 · 감사·사과·부탁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감사·사과·부탁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도와주면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영어로 뭐라고 말할까요?</a:t>
            </a:r>
            <a:endParaRPr lang="ko-KR" sz="3000" dirty="0"/>
          </a:p>
        </p:txBody>
      </p:sp>
      <p:sp>
        <p:nvSpPr>
          <p:cNvPr id="4" name="S01-word1"/>
          <p:cNvSpPr txBox="1"/>
          <p:nvPr/>
        </p:nvSpPr>
        <p:spPr>
          <a:xfrm>
            <a:off x="7680960" y="640080"/>
            <a:ext cx="393192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Thank you.</a:t>
            </a:r>
            <a:endParaRPr lang="ko-KR" sz="3400" dirty="0"/>
          </a:p>
        </p:txBody>
      </p:sp>
      <p:sp>
        <p:nvSpPr>
          <p:cNvPr id="5" name="S01-word2"/>
          <p:cNvSpPr txBox="1"/>
          <p:nvPr/>
        </p:nvSpPr>
        <p:spPr>
          <a:xfrm>
            <a:off x="7680960" y="2240280"/>
            <a:ext cx="393192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sorry.</a:t>
            </a:r>
            <a:endParaRPr lang="ko-KR" sz="3400" dirty="0"/>
          </a:p>
        </p:txBody>
      </p:sp>
      <p:sp>
        <p:nvSpPr>
          <p:cNvPr id="6" name="S01-card3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7" name="S01-cardtext4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고마울 때, 미안할 때 하는 말과 대답을 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부탁할 때 please를 붙여 말해요.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표현 떠올리기</a:t>
            </a:r>
            <a:endParaRPr lang="ko-KR" sz="4000" dirty="0"/>
          </a:p>
        </p:txBody>
      </p:sp>
      <p:sp>
        <p:nvSpPr>
          <p:cNvPr id="3" name="S02-text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엄마(아빠)와 영어로 말해 보세요.</a:t>
            </a:r>
            <a:endParaRPr lang="ko-KR" sz="3000" dirty="0"/>
          </a:p>
        </p:txBody>
      </p:sp>
      <p:sp>
        <p:nvSpPr>
          <p:cNvPr id="4" name="S02-chip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text7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What's your name?이라고 물어요.</a:t>
            </a:r>
            <a:endParaRPr lang="ko-KR" sz="3000" dirty="0"/>
          </a:p>
        </p:txBody>
      </p:sp>
      <p:sp>
        <p:nvSpPr>
          <p:cNvPr id="6" name="S02-chip8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2-text9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Nice to meet you.라고 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고마울 때</a:t>
            </a:r>
            <a:endParaRPr lang="ko-KR" sz="4000" dirty="0"/>
          </a:p>
        </p:txBody>
      </p:sp>
      <p:sp>
        <p:nvSpPr>
          <p:cNvPr id="3" name="S03-card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고마울 때 말하고, 그 말에 대답해요.</a:t>
            </a:r>
            <a:endParaRPr lang="ko-KR" sz="3000" dirty="0"/>
          </a:p>
        </p:txBody>
      </p:sp>
      <p:sp>
        <p:nvSpPr>
          <p:cNvPr id="5" name="S03-word12"/>
          <p:cNvSpPr txBox="1"/>
          <p:nvPr/>
        </p:nvSpPr>
        <p:spPr>
          <a:xfrm>
            <a:off x="548640" y="235458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Thank you.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고마워.</a:t>
            </a:r>
            <a:endParaRPr lang="ko-KR" sz="3400" dirty="0"/>
          </a:p>
        </p:txBody>
      </p:sp>
      <p:sp>
        <p:nvSpPr>
          <p:cNvPr id="6" name="S03-word13"/>
          <p:cNvSpPr txBox="1"/>
          <p:nvPr/>
        </p:nvSpPr>
        <p:spPr>
          <a:xfrm>
            <a:off x="6231636" y="235458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You're welcome.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천만에.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미안할 때</a:t>
            </a:r>
            <a:endParaRPr lang="ko-KR" sz="4000" dirty="0"/>
          </a:p>
        </p:txBody>
      </p:sp>
      <p:sp>
        <p:nvSpPr>
          <p:cNvPr id="3" name="S04-card1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잘못했을 때 말하고, 그 말에 대답해요.</a:t>
            </a:r>
            <a:endParaRPr lang="ko-KR" sz="3000" dirty="0"/>
          </a:p>
        </p:txBody>
      </p:sp>
      <p:sp>
        <p:nvSpPr>
          <p:cNvPr id="5" name="S04-word16"/>
          <p:cNvSpPr txBox="1"/>
          <p:nvPr/>
        </p:nvSpPr>
        <p:spPr>
          <a:xfrm>
            <a:off x="548640" y="235458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sorry.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미안해.</a:t>
            </a:r>
            <a:endParaRPr lang="ko-KR" sz="3400" dirty="0"/>
          </a:p>
        </p:txBody>
      </p:sp>
      <p:sp>
        <p:nvSpPr>
          <p:cNvPr id="6" name="S04-word17"/>
          <p:cNvSpPr txBox="1"/>
          <p:nvPr/>
        </p:nvSpPr>
        <p:spPr>
          <a:xfrm>
            <a:off x="6231636" y="235458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That's OK.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괜찮아.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부탁할 때</a:t>
            </a:r>
            <a:endParaRPr lang="ko-KR" sz="4000" dirty="0"/>
          </a:p>
        </p:txBody>
      </p:sp>
      <p:sp>
        <p:nvSpPr>
          <p:cNvPr id="3" name="S05-card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부탁할 때 please를 붙이면 공손해요.</a:t>
            </a:r>
            <a:endParaRPr lang="ko-KR" sz="3000" dirty="0"/>
          </a:p>
        </p:txBody>
      </p:sp>
      <p:sp>
        <p:nvSpPr>
          <p:cNvPr id="5" name="S05-word20"/>
          <p:cNvSpPr txBox="1"/>
          <p:nvPr/>
        </p:nvSpPr>
        <p:spPr>
          <a:xfrm>
            <a:off x="548640" y="235458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Water, please.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 주세요.</a:t>
            </a:r>
            <a:endParaRPr lang="ko-KR" sz="3400" dirty="0"/>
          </a:p>
        </p:txBody>
      </p:sp>
      <p:sp>
        <p:nvSpPr>
          <p:cNvPr id="6" name="S05-word21"/>
          <p:cNvSpPr txBox="1"/>
          <p:nvPr/>
        </p:nvSpPr>
        <p:spPr>
          <a:xfrm>
            <a:off x="6231636" y="235458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Yes, please.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네, 주세요.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집에서</a:t>
            </a:r>
            <a:endParaRPr lang="ko-KR" sz="4000" dirty="0"/>
          </a:p>
        </p:txBody>
      </p:sp>
      <p:sp>
        <p:nvSpPr>
          <p:cNvPr id="3" name="S06-text2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엄마(아빠)와 역할을 나누어 말해요.</a:t>
            </a:r>
            <a:endParaRPr lang="ko-KR" sz="3000" dirty="0"/>
          </a:p>
        </p:txBody>
      </p:sp>
      <p:sp>
        <p:nvSpPr>
          <p:cNvPr id="4" name="S06-passagebox23"/>
          <p:cNvSpPr/>
          <p:nvPr/>
        </p:nvSpPr>
        <p:spPr>
          <a:xfrm>
            <a:off x="548640" y="2011680"/>
            <a:ext cx="11091672" cy="420624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5" name="S06-passage24"/>
          <p:cNvSpPr txBox="1"/>
          <p:nvPr/>
        </p:nvSpPr>
        <p:spPr>
          <a:xfrm>
            <a:off x="822960" y="2194560"/>
            <a:ext cx="1054303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Mom: Milk?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Mina: Yes, please.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Mom: Here you are.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Mina: Thank you.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Mom: You're welcome.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학교에서</a:t>
            </a:r>
            <a:endParaRPr lang="ko-KR" sz="4000" dirty="0"/>
          </a:p>
        </p:txBody>
      </p:sp>
      <p:sp>
        <p:nvSpPr>
          <p:cNvPr id="3" name="S07-text2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Tom이 Mina의 연필을 떨어뜨렸어요.</a:t>
            </a:r>
            <a:endParaRPr lang="ko-KR" sz="3000" dirty="0"/>
          </a:p>
        </p:txBody>
      </p:sp>
      <p:sp>
        <p:nvSpPr>
          <p:cNvPr id="4" name="S07-passagebox26"/>
          <p:cNvSpPr/>
          <p:nvPr/>
        </p:nvSpPr>
        <p:spPr>
          <a:xfrm>
            <a:off x="548640" y="2011680"/>
            <a:ext cx="11091672" cy="420624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5" name="S07-passage27"/>
          <p:cNvSpPr txBox="1"/>
          <p:nvPr/>
        </p:nvSpPr>
        <p:spPr>
          <a:xfrm>
            <a:off x="822960" y="2194560"/>
            <a:ext cx="1054303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Tom: I'm sorry.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Mina: That's OK.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Tom: Here you are.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Mina: Thank you.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Tom: You're welcome.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말을 할까요?</a:t>
            </a:r>
            <a:endParaRPr lang="ko-KR" sz="4000" dirty="0"/>
          </a:p>
        </p:txBody>
      </p:sp>
      <p:sp>
        <p:nvSpPr>
          <p:cNvPr id="3" name="S08-text2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이럴 때 하는 말을 보기에서 골라 말해요.</a:t>
            </a:r>
            <a:endParaRPr lang="ko-KR" sz="3000" dirty="0"/>
          </a:p>
        </p:txBody>
      </p:sp>
      <p:sp>
        <p:nvSpPr>
          <p:cNvPr id="4" name="S08-card29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30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보기: Thank you.　·　I'm sorry.　·　Water, please.</a:t>
            </a:r>
            <a:endParaRPr lang="ko-KR" sz="3000" dirty="0"/>
          </a:p>
        </p:txBody>
      </p:sp>
      <p:sp>
        <p:nvSpPr>
          <p:cNvPr id="6" name="S08-chip31"/>
          <p:cNvSpPr txBox="1"/>
          <p:nvPr/>
        </p:nvSpPr>
        <p:spPr>
          <a:xfrm>
            <a:off x="548640" y="2120392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8-text32"/>
          <p:cNvSpPr txBox="1"/>
          <p:nvPr/>
        </p:nvSpPr>
        <p:spPr>
          <a:xfrm>
            <a:off x="1344168" y="2011680"/>
            <a:ext cx="10296144" cy="78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지우개를 빌려주었어요.</a:t>
            </a:r>
            <a:endParaRPr lang="ko-KR" sz="3000" dirty="0"/>
          </a:p>
        </p:txBody>
      </p:sp>
      <p:sp>
        <p:nvSpPr>
          <p:cNvPr id="8" name="S08-chip33"/>
          <p:cNvSpPr txBox="1"/>
          <p:nvPr/>
        </p:nvSpPr>
        <p:spPr>
          <a:xfrm>
            <a:off x="548640" y="3087624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8-text34"/>
          <p:cNvSpPr txBox="1"/>
          <p:nvPr/>
        </p:nvSpPr>
        <p:spPr>
          <a:xfrm>
            <a:off x="1344168" y="2978912"/>
            <a:ext cx="10296144" cy="78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실수로 동생의 발을 밟았어요.</a:t>
            </a:r>
            <a:endParaRPr lang="ko-KR" sz="3000" dirty="0"/>
          </a:p>
        </p:txBody>
      </p:sp>
      <p:sp>
        <p:nvSpPr>
          <p:cNvPr id="10" name="S08-chip35"/>
          <p:cNvSpPr txBox="1"/>
          <p:nvPr/>
        </p:nvSpPr>
        <p:spPr>
          <a:xfrm>
            <a:off x="548640" y="40548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8-text36"/>
          <p:cNvSpPr txBox="1"/>
          <p:nvPr/>
        </p:nvSpPr>
        <p:spPr>
          <a:xfrm>
            <a:off x="1344168" y="3946144"/>
            <a:ext cx="10296144" cy="784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목이 말라서 물을 마시고 싶어요.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대답이 알맞을까요?</a:t>
            </a:r>
            <a:endParaRPr lang="ko-KR" sz="4000" dirty="0"/>
          </a:p>
        </p:txBody>
      </p:sp>
      <p:sp>
        <p:nvSpPr>
          <p:cNvPr id="3" name="S09-card3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3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Tom이 Mina에게 I'm sorry.라고 했어요.</a:t>
            </a:r>
            <a:endParaRPr lang="ko-KR" sz="3000" dirty="0"/>
          </a:p>
        </p:txBody>
      </p:sp>
      <p:sp>
        <p:nvSpPr>
          <p:cNvPr id="5" name="S09-card3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4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Mina의 알맞은 대답은 어느 쪽일까요? 왜 그렇게 생각해요?</a:t>
            </a:r>
            <a:endParaRPr lang="ko-KR" sz="3000" dirty="0"/>
          </a:p>
        </p:txBody>
      </p:sp>
      <p:sp>
        <p:nvSpPr>
          <p:cNvPr id="7" name="S09-chip41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09-word42"/>
          <p:cNvSpPr txBox="1"/>
          <p:nvPr/>
        </p:nvSpPr>
        <p:spPr>
          <a:xfrm>
            <a:off x="548640" y="3268980"/>
            <a:ext cx="536295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You're welcome.</a:t>
            </a:r>
            <a:endParaRPr lang="ko-KR" sz="3400" dirty="0"/>
          </a:p>
        </p:txBody>
      </p:sp>
      <p:sp>
        <p:nvSpPr>
          <p:cNvPr id="9" name="S09-chip43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09-word44"/>
          <p:cNvSpPr txBox="1"/>
          <p:nvPr/>
        </p:nvSpPr>
        <p:spPr>
          <a:xfrm>
            <a:off x="6277356" y="3268980"/>
            <a:ext cx="536295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That's OK.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빈칸에 들어갈 말</a:t>
            </a:r>
            <a:endParaRPr lang="ko-KR" sz="4000" dirty="0"/>
          </a:p>
        </p:txBody>
      </p:sp>
      <p:sp>
        <p:nvSpPr>
          <p:cNvPr id="3" name="S10-text4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빈칸에 들어갈 말을 보기에서 골라 말해요.</a:t>
            </a:r>
            <a:endParaRPr lang="ko-KR" sz="3000" dirty="0"/>
          </a:p>
        </p:txBody>
      </p:sp>
      <p:sp>
        <p:nvSpPr>
          <p:cNvPr id="4" name="S10-card4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4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보기: welcome　·　sorry　·　please</a:t>
            </a:r>
            <a:endParaRPr lang="ko-KR" sz="3000" dirty="0"/>
          </a:p>
        </p:txBody>
      </p:sp>
      <p:sp>
        <p:nvSpPr>
          <p:cNvPr id="6" name="S10-chip48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0-text49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A: Thank you.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B: You're ______.</a:t>
            </a:r>
            <a:endParaRPr lang="ko-KR" sz="3000" dirty="0"/>
          </a:p>
        </p:txBody>
      </p:sp>
      <p:sp>
        <p:nvSpPr>
          <p:cNvPr id="8" name="S10-chip50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0-text51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A: I'm ______.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B: That's OK.</a:t>
            </a:r>
            <a:endParaRPr lang="ko-KR" sz="3000" dirty="0"/>
          </a:p>
        </p:txBody>
      </p:sp>
      <p:sp>
        <p:nvSpPr>
          <p:cNvPr id="10" name="S10-chip52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10-text53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A: Water, ______.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B: Here you are.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5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엄마(아빠)와 이야기하듯 영어로 말해 보세요.</a:t>
            </a:r>
            <a:endParaRPr lang="ko-KR" sz="3000" dirty="0"/>
          </a:p>
        </p:txBody>
      </p:sp>
      <p:sp>
        <p:nvSpPr>
          <p:cNvPr id="4" name="S11-chip55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1-text56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떨어진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책을 주워 주셨어요.</a:t>
            </a:r>
            <a:endParaRPr lang="ko-KR" sz="3000" dirty="0"/>
          </a:p>
        </p:txBody>
      </p:sp>
      <p:sp>
        <p:nvSpPr>
          <p:cNvPr id="6" name="S11-chip57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1-text58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sorry.라고 해요.</a:t>
            </a:r>
            <a:endParaRPr lang="ko-KR" sz="3000" dirty="0"/>
          </a:p>
        </p:txBody>
      </p:sp>
      <p:sp>
        <p:nvSpPr>
          <p:cNvPr id="8" name="S11-chip59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1-text60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주스를 마시고 싶어요.</a:t>
            </a:r>
            <a:endParaRPr lang="ko-KR" sz="3000" dirty="0"/>
          </a:p>
        </p:txBody>
      </p:sp>
      <p:sp>
        <p:nvSpPr>
          <p:cNvPr id="10" name="S11-chip61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11-text62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Thank you.라고 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대답을 골라요</a:t>
            </a:r>
            <a:endParaRPr lang="ko-KR" sz="4000" dirty="0"/>
          </a:p>
        </p:txBody>
      </p:sp>
      <p:sp>
        <p:nvSpPr>
          <p:cNvPr id="3" name="S13-card6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6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Thank you.에 알맞은 대답은? 어떻게 알았나요?</a:t>
            </a:r>
            <a:endParaRPr lang="ko-KR" sz="3000" dirty="0"/>
          </a:p>
        </p:txBody>
      </p:sp>
      <p:sp>
        <p:nvSpPr>
          <p:cNvPr id="5" name="S13-chip65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3-card66"/>
          <p:cNvSpPr/>
          <p:nvPr/>
        </p:nvSpPr>
        <p:spPr>
          <a:xfrm>
            <a:off x="1344168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3-cardtext67"/>
          <p:cNvSpPr txBox="1"/>
          <p:nvPr/>
        </p:nvSpPr>
        <p:spPr>
          <a:xfrm>
            <a:off x="1618488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That's OK.</a:t>
            </a:r>
            <a:endParaRPr lang="ko-KR" sz="3000" dirty="0"/>
          </a:p>
        </p:txBody>
      </p:sp>
      <p:sp>
        <p:nvSpPr>
          <p:cNvPr id="8" name="S13-chip68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9" name="S13-card69"/>
          <p:cNvSpPr/>
          <p:nvPr/>
        </p:nvSpPr>
        <p:spPr>
          <a:xfrm>
            <a:off x="7072884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3-cardtext70"/>
          <p:cNvSpPr txBox="1"/>
          <p:nvPr/>
        </p:nvSpPr>
        <p:spPr>
          <a:xfrm>
            <a:off x="7347204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You're welcome.</a:t>
            </a:r>
            <a:endParaRPr lang="ko-KR" sz="3000" dirty="0"/>
          </a:p>
        </p:txBody>
      </p:sp>
      <p:sp>
        <p:nvSpPr>
          <p:cNvPr id="11" name="S13-chip71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2" name="S13-card72"/>
          <p:cNvSpPr/>
          <p:nvPr/>
        </p:nvSpPr>
        <p:spPr>
          <a:xfrm>
            <a:off x="1344168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3-cardtext73"/>
          <p:cNvSpPr txBox="1"/>
          <p:nvPr/>
        </p:nvSpPr>
        <p:spPr>
          <a:xfrm>
            <a:off x="1618488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sorry.</a:t>
            </a:r>
            <a:endParaRPr lang="ko-KR" sz="3000" dirty="0"/>
          </a:p>
        </p:txBody>
      </p:sp>
      <p:sp>
        <p:nvSpPr>
          <p:cNvPr id="14" name="S13-chip74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15" name="S13-card75"/>
          <p:cNvSpPr/>
          <p:nvPr/>
        </p:nvSpPr>
        <p:spPr>
          <a:xfrm>
            <a:off x="7072884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6" name="S13-cardtext76"/>
          <p:cNvSpPr txBox="1"/>
          <p:nvPr/>
        </p:nvSpPr>
        <p:spPr>
          <a:xfrm>
            <a:off x="7347204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Nice to meet you.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77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78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고마울 때 Thank you., 미안할 때 I'm sorry.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부탁할 때는 please를 붙여요.</a:t>
            </a:r>
            <a:endParaRPr lang="ko-KR" sz="3000" dirty="0"/>
          </a:p>
        </p:txBody>
      </p:sp>
      <p:sp>
        <p:nvSpPr>
          <p:cNvPr id="5" name="S14-chip79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말과 대답을 짝으로</a:t>
            </a:r>
            <a:endParaRPr lang="ko-KR" sz="2400" dirty="0"/>
          </a:p>
        </p:txBody>
      </p:sp>
      <p:sp>
        <p:nvSpPr>
          <p:cNvPr id="6" name="S14-chip80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I'm sorry.에 You're welcome.</a:t>
            </a:r>
            <a:endParaRPr lang="ko-KR" sz="2200" dirty="0"/>
          </a:p>
        </p:txBody>
      </p:sp>
      <p:sp>
        <p:nvSpPr>
          <p:cNvPr id="7" name="S14-text81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text82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Thank you.에 대답하기</a:t>
            </a:r>
            <a:endParaRPr lang="ko-KR" sz="2400" dirty="0"/>
          </a:p>
        </p:txBody>
      </p:sp>
      <p:sp>
        <p:nvSpPr>
          <p:cNvPr id="9" name="S14-text83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I'm sorry.에 대답하기</a:t>
            </a:r>
            <a:endParaRPr lang="ko-KR" sz="2400" dirty="0"/>
          </a:p>
        </p:txBody>
      </p:sp>
      <p:sp>
        <p:nvSpPr>
          <p:cNvPr id="10" name="S14-text84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물을 달라고 부탁하기</a:t>
            </a:r>
            <a:endParaRPr lang="ko-KR" sz="2400" dirty="0"/>
          </a:p>
        </p:txBody>
      </p:sp>
      <p:sp>
        <p:nvSpPr>
          <p:cNvPr id="11" name="S14-text8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그림 보고 낱말 읽기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이름 묻고 답하기</a:t>
            </a:r>
            <a:endParaRPr lang="ko-KR" sz="4000" dirty="0"/>
          </a:p>
        </p:txBody>
      </p:sp>
      <p:sp>
        <p:nvSpPr>
          <p:cNvPr id="3" name="S15-card8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5-cardtext8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인사 → 이름 묻고 답하기 → 반갑다고 말하기</a:t>
            </a:r>
            <a:endParaRPr lang="ko-KR" sz="3000" dirty="0"/>
          </a:p>
        </p:txBody>
      </p:sp>
      <p:sp>
        <p:nvSpPr>
          <p:cNvPr id="5" name="S15-word88"/>
          <p:cNvSpPr txBox="1"/>
          <p:nvPr/>
        </p:nvSpPr>
        <p:spPr>
          <a:xfrm>
            <a:off x="548640" y="134874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What's your name?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이름이 뭐야?</a:t>
            </a:r>
            <a:endParaRPr lang="ko-KR" sz="3400" dirty="0"/>
          </a:p>
        </p:txBody>
      </p:sp>
      <p:sp>
        <p:nvSpPr>
          <p:cNvPr id="6" name="S15-word89"/>
          <p:cNvSpPr txBox="1"/>
          <p:nvPr/>
        </p:nvSpPr>
        <p:spPr>
          <a:xfrm>
            <a:off x="6231636" y="134874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Mina.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Mina야.</a:t>
            </a:r>
            <a:endParaRPr lang="ko-KR" sz="3400" dirty="0"/>
          </a:p>
        </p:txBody>
      </p:sp>
      <p:sp>
        <p:nvSpPr>
          <p:cNvPr id="7" name="S15-word90"/>
          <p:cNvSpPr txBox="1"/>
          <p:nvPr/>
        </p:nvSpPr>
        <p:spPr>
          <a:xfrm>
            <a:off x="548640" y="336042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Nice to meet you.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만나서 반가워.</a:t>
            </a:r>
            <a:endParaRPr lang="ko-KR" sz="3400" dirty="0"/>
          </a:p>
        </p:txBody>
      </p:sp>
      <p:sp>
        <p:nvSpPr>
          <p:cNvPr id="8" name="S15-word91"/>
          <p:cNvSpPr txBox="1"/>
          <p:nvPr/>
        </p:nvSpPr>
        <p:spPr>
          <a:xfrm>
            <a:off x="6231636" y="336042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Nice to meet you, too.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나도 만나서 반가워.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영어 감사·사과·부탁</dc:title>
  <dc:subject>KR22-G03-ENG-THANKS-L01</dc:subject>
  <dc:creator>education-ppt</dc:creator>
  <cp:lastModifiedBy>education-ppt</cp:lastModifiedBy>
  <cp:revision>1</cp:revision>
  <dcterms:created xsi:type="dcterms:W3CDTF">2026-10-26T08:04:24Z</dcterms:created>
  <dcterms:modified xsi:type="dcterms:W3CDTF">2026-10-26T08:04:24Z</dcterms:modified>
</cp:coreProperties>
</file>