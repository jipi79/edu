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f1c24aa-c786-7d9e-5398-df5675c2a498}">
          <p14:sldIdLst>
            <p14:sldId id="256"/>
            <p14:sldId id="257"/>
          </p14:sldIdLst>
        </p14:section>
        <p14:section name="개념" id="{da073235-a312-d940-86d0-e043d2d972ed}">
          <p14:sldIdLst>
            <p14:sldId id="258"/>
            <p14:sldId id="259"/>
            <p14:sldId id="260"/>
          </p14:sldIdLst>
        </p14:section>
        <p14:section name="연습" id="{6c0fa612-a9e5-305f-28df-9f2d263f09cb}">
          <p14:sldIdLst>
            <p14:sldId id="261"/>
            <p14:sldId id="262"/>
            <p14:sldId id="263"/>
            <p14:sldId id="264"/>
            <p14:sldId id="265"/>
          </p14:sldIdLst>
        </p14:section>
        <p14:section name="확인" id="{5f69ae18-0507-1d1d-7b34-0b39c8b388a6}">
          <p14:sldIdLst>
            <p14:sldId id="266"/>
            <p14:sldId id="267"/>
          </p14:sldIdLst>
        </p14:section>
        <p14:section name="정리" id="{48f61af7-6d2f-c5b5-bcae-eaabbbdbc485}">
          <p14:sldIdLst>
            <p14:sldId id="268"/>
          </p14:sldIdLst>
        </p14:section>
        <p14:section name="보충" id="{b20c15b0-1727-49fc-f6dc-28b2bd0eee3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듣기와말하기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감사·사과·부탁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감사·사과·부탁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감사·사과·부탁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감사·사과·부탁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도와주면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뭐라고 말할까요?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고마울 때, 미안할 때 하는 말과 대답을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부탁할 때 please를 붙여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What's your name?이라고 물어요.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Nice to meet you.라고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 말하고, 그 말에 대답해요.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고마워.</a:t>
            </a:r>
            <a:endParaRPr lang="ko-KR" sz="3400" dirty="0"/>
          </a:p>
        </p:txBody>
      </p:sp>
      <p:sp>
        <p:nvSpPr>
          <p:cNvPr id="6" name="S03-word13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천만에.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미안할 때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잘못했을 때 말하고, 그 말에 대답해요.</a:t>
            </a:r>
            <a:endParaRPr lang="ko-KR" sz="3000" dirty="0"/>
          </a:p>
        </p:txBody>
      </p:sp>
      <p:sp>
        <p:nvSpPr>
          <p:cNvPr id="5" name="S04-word16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미안해.</a:t>
            </a:r>
            <a:endParaRPr lang="ko-KR" sz="3400" dirty="0"/>
          </a:p>
        </p:txBody>
      </p:sp>
      <p:sp>
        <p:nvSpPr>
          <p:cNvPr id="6" name="S04-word17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OK.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</a:t>
            </a:r>
            <a:endParaRPr lang="ko-KR" sz="40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 please를 붙이면 공손해요.</a:t>
            </a:r>
            <a:endParaRPr lang="ko-KR" sz="3000" dirty="0"/>
          </a:p>
        </p:txBody>
      </p:sp>
      <p:sp>
        <p:nvSpPr>
          <p:cNvPr id="5" name="S05-word2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Water, please.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주세요.</a:t>
            </a:r>
            <a:endParaRPr lang="ko-KR" sz="3400" dirty="0"/>
          </a:p>
        </p:txBody>
      </p:sp>
      <p:sp>
        <p:nvSpPr>
          <p:cNvPr id="6" name="S05-word2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Yes, please.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주세요.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</a:t>
            </a:r>
            <a:endParaRPr lang="ko-KR" sz="4000" dirty="0"/>
          </a:p>
        </p:txBody>
      </p:sp>
      <p:sp>
        <p:nvSpPr>
          <p:cNvPr id="3" name="S06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6-passagebox23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6-passage24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Mom: Milk?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Yes, please.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Mom: Here you are.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Thank you.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Mom: You're welcome.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</a:t>
            </a:r>
            <a:endParaRPr lang="ko-KR" sz="4000" dirty="0"/>
          </a:p>
        </p:txBody>
      </p:sp>
      <p:sp>
        <p:nvSpPr>
          <p:cNvPr id="3" name="S07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Tom이 Mina의 연필을 떨어뜨렸어요.</a:t>
            </a:r>
            <a:endParaRPr lang="ko-KR" sz="3000" dirty="0"/>
          </a:p>
        </p:txBody>
      </p:sp>
      <p:sp>
        <p:nvSpPr>
          <p:cNvPr id="4" name="S07-passagebox26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7-passage27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I'm sorry.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That's OK.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Here you are.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Thank you.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You're welcome.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할까요?</a:t>
            </a:r>
            <a:endParaRPr lang="ko-KR" sz="4000" dirty="0"/>
          </a:p>
        </p:txBody>
      </p:sp>
      <p:sp>
        <p:nvSpPr>
          <p:cNvPr id="3" name="S08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하는 말을 보기에서 골라 말해요.</a:t>
            </a:r>
            <a:endParaRPr lang="ko-KR" sz="3000" dirty="0"/>
          </a:p>
        </p:txBody>
      </p:sp>
      <p:sp>
        <p:nvSpPr>
          <p:cNvPr id="4" name="S08-card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Thank you.　·　I'm sorry.　·　Water, please.</a:t>
            </a:r>
            <a:endParaRPr lang="ko-KR" sz="3000" dirty="0"/>
          </a:p>
        </p:txBody>
      </p:sp>
      <p:sp>
        <p:nvSpPr>
          <p:cNvPr id="6" name="S08-chip31"/>
          <p:cNvSpPr txBox="1"/>
          <p:nvPr/>
        </p:nvSpPr>
        <p:spPr>
          <a:xfrm>
            <a:off x="548640" y="212039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32"/>
          <p:cNvSpPr txBox="1"/>
          <p:nvPr/>
        </p:nvSpPr>
        <p:spPr>
          <a:xfrm>
            <a:off x="1344168" y="2011680"/>
            <a:ext cx="10296144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지우개를 빌려주었어요.</a:t>
            </a:r>
            <a:endParaRPr lang="ko-KR" sz="3000" dirty="0"/>
          </a:p>
        </p:txBody>
      </p:sp>
      <p:sp>
        <p:nvSpPr>
          <p:cNvPr id="8" name="S08-chip33"/>
          <p:cNvSpPr txBox="1"/>
          <p:nvPr/>
        </p:nvSpPr>
        <p:spPr>
          <a:xfrm>
            <a:off x="548640" y="30876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34"/>
          <p:cNvSpPr txBox="1"/>
          <p:nvPr/>
        </p:nvSpPr>
        <p:spPr>
          <a:xfrm>
            <a:off x="1344168" y="2978912"/>
            <a:ext cx="10296144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실수로 동생의 발을 밟았어요.</a:t>
            </a:r>
            <a:endParaRPr lang="ko-KR" sz="3000" dirty="0"/>
          </a:p>
        </p:txBody>
      </p:sp>
      <p:sp>
        <p:nvSpPr>
          <p:cNvPr id="10" name="S08-chip35"/>
          <p:cNvSpPr txBox="1"/>
          <p:nvPr/>
        </p:nvSpPr>
        <p:spPr>
          <a:xfrm>
            <a:off x="548640" y="40548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36"/>
          <p:cNvSpPr txBox="1"/>
          <p:nvPr/>
        </p:nvSpPr>
        <p:spPr>
          <a:xfrm>
            <a:off x="1344168" y="3946144"/>
            <a:ext cx="10296144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말라서 물을 마시고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대답이 알맞을까요?</a:t>
            </a:r>
            <a:endParaRPr lang="ko-KR" sz="4000" dirty="0"/>
          </a:p>
        </p:txBody>
      </p:sp>
      <p:sp>
        <p:nvSpPr>
          <p:cNvPr id="3" name="S09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Tom이 Mina에게 I'm sorry.라고 했어요.</a:t>
            </a:r>
            <a:endParaRPr lang="ko-KR" sz="3000" dirty="0"/>
          </a:p>
        </p:txBody>
      </p:sp>
      <p:sp>
        <p:nvSpPr>
          <p:cNvPr id="5" name="S09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Mina의 알맞은 대답은 어느 쪽일까요? 왜 그렇게 생각해요?</a:t>
            </a:r>
            <a:endParaRPr lang="ko-KR" sz="3000" dirty="0"/>
          </a:p>
        </p:txBody>
      </p:sp>
      <p:sp>
        <p:nvSpPr>
          <p:cNvPr id="7" name="S09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word42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400" dirty="0"/>
          </a:p>
        </p:txBody>
      </p:sp>
      <p:sp>
        <p:nvSpPr>
          <p:cNvPr id="9" name="S09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word44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OK.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10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10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welcome　·　sorry　·　please</a:t>
            </a:r>
            <a:endParaRPr lang="ko-KR" sz="3000" dirty="0"/>
          </a:p>
        </p:txBody>
      </p:sp>
      <p:sp>
        <p:nvSpPr>
          <p:cNvPr id="6" name="S10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4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Thank you.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You're ______.</a:t>
            </a:r>
            <a:endParaRPr lang="ko-KR" sz="3000" dirty="0"/>
          </a:p>
        </p:txBody>
      </p:sp>
      <p:sp>
        <p:nvSpPr>
          <p:cNvPr id="8" name="S10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I'm ______.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That's OK.</a:t>
            </a:r>
            <a:endParaRPr lang="ko-KR" sz="3000" dirty="0"/>
          </a:p>
        </p:txBody>
      </p:sp>
      <p:sp>
        <p:nvSpPr>
          <p:cNvPr id="10" name="S10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5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Water, ______.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Here you are.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이야기하듯 영어로 말해 보세요.</a:t>
            </a:r>
            <a:endParaRPr lang="ko-KR" sz="3000" dirty="0"/>
          </a:p>
        </p:txBody>
      </p:sp>
      <p:sp>
        <p:nvSpPr>
          <p:cNvPr id="4" name="S11-chip5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5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떨어진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주워 주셨어요.</a:t>
            </a:r>
            <a:endParaRPr lang="ko-KR" sz="3000" dirty="0"/>
          </a:p>
        </p:txBody>
      </p:sp>
      <p:sp>
        <p:nvSpPr>
          <p:cNvPr id="6" name="S11-chip5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5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sorry.라고 해요.</a:t>
            </a:r>
            <a:endParaRPr lang="ko-KR" sz="3000" dirty="0"/>
          </a:p>
        </p:txBody>
      </p:sp>
      <p:sp>
        <p:nvSpPr>
          <p:cNvPr id="8" name="S11-chip5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6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주스를 마시고 싶어요.</a:t>
            </a:r>
            <a:endParaRPr lang="ko-KR" sz="3000" dirty="0"/>
          </a:p>
        </p:txBody>
      </p:sp>
      <p:sp>
        <p:nvSpPr>
          <p:cNvPr id="10" name="S11-chip6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6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you.라고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골라요</a:t>
            </a:r>
            <a:endParaRPr lang="ko-KR" sz="4000" dirty="0"/>
          </a:p>
        </p:txBody>
      </p:sp>
      <p:sp>
        <p:nvSpPr>
          <p:cNvPr id="3" name="S13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you.에 알맞은 대답은? 어떻게 알았나요?</a:t>
            </a:r>
            <a:endParaRPr lang="ko-KR" sz="3000" dirty="0"/>
          </a:p>
        </p:txBody>
      </p:sp>
      <p:sp>
        <p:nvSpPr>
          <p:cNvPr id="5" name="S13-chip6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66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67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OK.</a:t>
            </a:r>
            <a:endParaRPr lang="ko-KR" sz="3000" dirty="0"/>
          </a:p>
        </p:txBody>
      </p:sp>
      <p:sp>
        <p:nvSpPr>
          <p:cNvPr id="8" name="S13-chip68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69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0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000" dirty="0"/>
          </a:p>
        </p:txBody>
      </p:sp>
      <p:sp>
        <p:nvSpPr>
          <p:cNvPr id="11" name="S13-chip7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72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73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</a:t>
            </a:r>
            <a:endParaRPr lang="ko-KR" sz="3000" dirty="0"/>
          </a:p>
        </p:txBody>
      </p:sp>
      <p:sp>
        <p:nvSpPr>
          <p:cNvPr id="14" name="S13-chip74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75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76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 Thank you., 미안할 때 I'm sorry.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때는 please를 붙여요.</a:t>
            </a:r>
            <a:endParaRPr lang="ko-KR" sz="3000" dirty="0"/>
          </a:p>
        </p:txBody>
      </p:sp>
      <p:sp>
        <p:nvSpPr>
          <p:cNvPr id="5" name="S14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말과 대답을 짝으로</a:t>
            </a:r>
            <a:endParaRPr lang="ko-KR" sz="2400" dirty="0"/>
          </a:p>
        </p:txBody>
      </p:sp>
      <p:sp>
        <p:nvSpPr>
          <p:cNvPr id="6" name="S14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I'm sorry.에 You're welcome.</a:t>
            </a:r>
            <a:endParaRPr lang="ko-KR" sz="2200" dirty="0"/>
          </a:p>
        </p:txBody>
      </p:sp>
      <p:sp>
        <p:nvSpPr>
          <p:cNvPr id="7" name="S14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Thank you.에 대답하기</a:t>
            </a:r>
            <a:endParaRPr lang="ko-KR" sz="2400" dirty="0"/>
          </a:p>
        </p:txBody>
      </p:sp>
      <p:sp>
        <p:nvSpPr>
          <p:cNvPr id="9" name="S14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I'm sorry.에 대답하기</a:t>
            </a:r>
            <a:endParaRPr lang="ko-KR" sz="2400" dirty="0"/>
          </a:p>
        </p:txBody>
      </p:sp>
      <p:sp>
        <p:nvSpPr>
          <p:cNvPr id="10" name="S14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물을 달라고 부탁하기</a:t>
            </a:r>
            <a:endParaRPr lang="ko-KR" sz="2400" dirty="0"/>
          </a:p>
        </p:txBody>
      </p:sp>
      <p:sp>
        <p:nvSpPr>
          <p:cNvPr id="11" name="S14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 보고 낱말 읽기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이름 묻고 답하기</a:t>
            </a:r>
            <a:endParaRPr lang="ko-KR" sz="4000" dirty="0"/>
          </a:p>
        </p:txBody>
      </p:sp>
      <p:sp>
        <p:nvSpPr>
          <p:cNvPr id="3" name="S15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→ 이름 묻고 답하기 → 반갑다고 말하기</a:t>
            </a:r>
            <a:endParaRPr lang="ko-KR" sz="3000" dirty="0"/>
          </a:p>
        </p:txBody>
      </p:sp>
      <p:sp>
        <p:nvSpPr>
          <p:cNvPr id="5" name="S15-word88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뭐야?</a:t>
            </a:r>
            <a:endParaRPr lang="ko-KR" sz="3400" dirty="0"/>
          </a:p>
        </p:txBody>
      </p:sp>
      <p:sp>
        <p:nvSpPr>
          <p:cNvPr id="6" name="S15-word89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Mina야.</a:t>
            </a:r>
            <a:endParaRPr lang="ko-KR" sz="3400" dirty="0"/>
          </a:p>
        </p:txBody>
      </p:sp>
      <p:sp>
        <p:nvSpPr>
          <p:cNvPr id="7" name="S15-word90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8" name="S15-word91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감사·사과·부탁</dc:title>
  <dc:subject>KR22-G03-ENG-THANKS-L01</dc:subject>
  <dc:creator>education-ppt</dc:creator>
  <cp:lastModifiedBy>education-ppt</cp:lastModifiedBy>
  <cp:revision>1</cp:revision>
  <dcterms:created xsi:type="dcterms:W3CDTF">2026-10-26T08:22:33Z</dcterms:created>
  <dcterms:modified xsi:type="dcterms:W3CDTF">2026-10-26T08:22:33Z</dcterms:modified>
</cp:coreProperties>
</file>