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f09c571-f677-8179-76cd-75d5b4e8189b}">
          <p14:sldIdLst>
            <p14:sldId id="256"/>
            <p14:sldId id="257"/>
          </p14:sldIdLst>
        </p14:section>
        <p14:section name="개념" id="{1bb1b081-68a7-1504-9620-a957a9cdbfa3}">
          <p14:sldIdLst>
            <p14:sldId id="258"/>
            <p14:sldId id="259"/>
            <p14:sldId id="260"/>
          </p14:sldIdLst>
        </p14:section>
        <p14:section name="연습" id="{9b9fc4a5-6db1-80c6-51b7-0482c14acdeb}">
          <p14:sldIdLst>
            <p14:sldId id="261"/>
            <p14:sldId id="262"/>
            <p14:sldId id="263"/>
            <p14:sldId id="264"/>
          </p14:sldIdLst>
        </p14:section>
        <p14:section name="확인" id="{baa2cc5b-e9fb-4a03-42d9-d47217cabb6d}">
          <p14:sldIdLst>
            <p14:sldId id="265"/>
            <p14:sldId id="266"/>
          </p14:sldIdLst>
        </p14:section>
        <p14:section name="정리" id="{2d0f4170-b94d-d467-736f-74775dd69d26}">
          <p14:sldIdLst>
            <p14:sldId id="267"/>
          </p14:sldIdLst>
        </p14:section>
        <p14:section name="보충" id="{80d6c6f9-2c0f-4ee3-661d-5000c9e5a96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듣기와말하기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묻고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친구의 이름을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물을까요?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What's your name?으로 묻고 내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Nice to meet you.로 반갑게 인사해요.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인사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만났어요. 인사해요.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How are you?라고 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묻기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친구에게 물어요.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235458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뭐야?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말하기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 자리에 내 이름을 넣어요.</a:t>
            </a:r>
            <a:endParaRPr lang="ko-KR" sz="3000" dirty="0"/>
          </a:p>
        </p:txBody>
      </p:sp>
      <p:sp>
        <p:nvSpPr>
          <p:cNvPr id="5" name="S04-word15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Mina야.</a:t>
            </a:r>
            <a:endParaRPr lang="ko-KR" sz="3400" dirty="0"/>
          </a:p>
        </p:txBody>
      </p:sp>
      <p:sp>
        <p:nvSpPr>
          <p:cNvPr id="6" name="S04-word16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이름은 Mina야.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</a:t>
            </a:r>
            <a:endParaRPr lang="ko-KR" sz="4000" dirty="0"/>
          </a:p>
        </p:txBody>
      </p:sp>
      <p:sp>
        <p:nvSpPr>
          <p:cNvPr id="3" name="S05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만났을 때 해요.</a:t>
            </a:r>
            <a:endParaRPr lang="ko-KR" sz="3000" dirty="0"/>
          </a:p>
        </p:txBody>
      </p:sp>
      <p:sp>
        <p:nvSpPr>
          <p:cNvPr id="5" name="S05-word1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6" name="S05-word2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</a:t>
            </a:r>
            <a:endParaRPr lang="ko-KR" sz="4000" dirty="0"/>
          </a:p>
        </p:txBody>
      </p:sp>
      <p:sp>
        <p:nvSpPr>
          <p:cNvPr id="3" name="S06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6-passagebox22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6-passage23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Hello. What's your name?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Hi. I'm Mina. What's your name?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My name is Tom.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Nice to meet you, Tom.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Nice to meet you, too.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이름을 넣어 말해요</a:t>
            </a:r>
            <a:endParaRPr lang="ko-KR" sz="4000" dirty="0"/>
          </a:p>
        </p:txBody>
      </p:sp>
      <p:sp>
        <p:nvSpPr>
          <p:cNvPr id="3" name="S07-text2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빈칸에 내 이름을 넣어 말하고, ③은 엄마(아빠)에게 물어봐요.</a:t>
            </a:r>
            <a:endParaRPr lang="ko-KR" sz="3000" dirty="0"/>
          </a:p>
        </p:txBody>
      </p:sp>
      <p:sp>
        <p:nvSpPr>
          <p:cNvPr id="4" name="S07-chip25"/>
          <p:cNvSpPr txBox="1"/>
          <p:nvPr/>
        </p:nvSpPr>
        <p:spPr>
          <a:xfrm>
            <a:off x="548640" y="2723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7-text26"/>
          <p:cNvSpPr txBox="1"/>
          <p:nvPr/>
        </p:nvSpPr>
        <p:spPr>
          <a:xfrm>
            <a:off x="1344168" y="24384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______.</a:t>
            </a:r>
            <a:endParaRPr lang="ko-KR" sz="3000" dirty="0"/>
          </a:p>
        </p:txBody>
      </p:sp>
      <p:sp>
        <p:nvSpPr>
          <p:cNvPr id="6" name="S07-chip27"/>
          <p:cNvSpPr txBox="1"/>
          <p:nvPr/>
        </p:nvSpPr>
        <p:spPr>
          <a:xfrm>
            <a:off x="548640" y="4044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7-text28"/>
          <p:cNvSpPr txBox="1"/>
          <p:nvPr/>
        </p:nvSpPr>
        <p:spPr>
          <a:xfrm>
            <a:off x="1344168" y="37592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______.</a:t>
            </a:r>
            <a:endParaRPr lang="ko-KR" sz="3000" dirty="0"/>
          </a:p>
        </p:txBody>
      </p:sp>
      <p:sp>
        <p:nvSpPr>
          <p:cNvPr id="8" name="S07-chip29"/>
          <p:cNvSpPr txBox="1"/>
          <p:nvPr/>
        </p:nvSpPr>
        <p:spPr>
          <a:xfrm>
            <a:off x="548640" y="53654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7-text30"/>
          <p:cNvSpPr txBox="1"/>
          <p:nvPr/>
        </p:nvSpPr>
        <p:spPr>
          <a:xfrm>
            <a:off x="1344168" y="50800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대답이 알맞을까요?</a:t>
            </a:r>
            <a:endParaRPr lang="ko-KR" sz="4000" dirty="0"/>
          </a:p>
        </p:txBody>
      </p:sp>
      <p:sp>
        <p:nvSpPr>
          <p:cNvPr id="3" name="S08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Tom이 Mina에게 What's your name?이라고 물었어요.</a:t>
            </a:r>
            <a:endParaRPr lang="ko-KR" sz="3000" dirty="0"/>
          </a:p>
        </p:txBody>
      </p:sp>
      <p:sp>
        <p:nvSpPr>
          <p:cNvPr id="5" name="S08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 어느 쪽일까요? 왜 그렇게 생각해요?</a:t>
            </a:r>
            <a:endParaRPr lang="ko-KR" sz="3000" dirty="0"/>
          </a:p>
        </p:txBody>
      </p:sp>
      <p:sp>
        <p:nvSpPr>
          <p:cNvPr id="7" name="S08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word36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</p:txBody>
      </p:sp>
      <p:sp>
        <p:nvSpPr>
          <p:cNvPr id="9" name="S08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word38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9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09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name　·　My　·　meet</a:t>
            </a:r>
            <a:endParaRPr lang="ko-KR" sz="3000" dirty="0"/>
          </a:p>
        </p:txBody>
      </p:sp>
      <p:sp>
        <p:nvSpPr>
          <p:cNvPr id="6" name="S09-chip4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4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What's your ______?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Mina.</a:t>
            </a:r>
            <a:endParaRPr lang="ko-KR" sz="3000" dirty="0"/>
          </a:p>
        </p:txBody>
      </p:sp>
      <p:sp>
        <p:nvSpPr>
          <p:cNvPr id="8" name="S09-chip4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4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What's your name?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______ name is Tom.</a:t>
            </a:r>
            <a:endParaRPr lang="ko-KR" sz="3000" dirty="0"/>
          </a:p>
        </p:txBody>
      </p:sp>
      <p:sp>
        <p:nvSpPr>
          <p:cNvPr id="10" name="S09-chip4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4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Nice to ______ you.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Nice to meet you, too.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친구에게 하듯 영어로 말해 보세요.</a:t>
            </a:r>
            <a:endParaRPr lang="ko-KR" sz="3000" dirty="0"/>
          </a:p>
        </p:txBody>
      </p:sp>
      <p:sp>
        <p:nvSpPr>
          <p:cNvPr id="4" name="S10-chip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인사하고 이름을 물어요.</a:t>
            </a:r>
            <a:endParaRPr lang="ko-KR" sz="3000" dirty="0"/>
          </a:p>
        </p:txBody>
      </p:sp>
      <p:sp>
        <p:nvSpPr>
          <p:cNvPr id="6" name="S10-chip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What's your name?이라고 물어요.</a:t>
            </a:r>
            <a:endParaRPr lang="ko-KR" sz="3000" dirty="0"/>
          </a:p>
        </p:txBody>
      </p:sp>
      <p:sp>
        <p:nvSpPr>
          <p:cNvPr id="8" name="S10-chip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Nice to meet you.라고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골라요</a:t>
            </a:r>
            <a:endParaRPr lang="ko-KR" sz="4000" dirty="0"/>
          </a:p>
        </p:txBody>
      </p:sp>
      <p:sp>
        <p:nvSpPr>
          <p:cNvPr id="3" name="S12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name?에 알맞은 대답은? 어떻게 알았나요?</a:t>
            </a:r>
            <a:endParaRPr lang="ko-KR" sz="3000" dirty="0"/>
          </a:p>
        </p:txBody>
      </p:sp>
      <p:sp>
        <p:nvSpPr>
          <p:cNvPr id="5" name="S12-chip5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5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5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good.</a:t>
            </a:r>
            <a:endParaRPr lang="ko-KR" sz="3000" dirty="0"/>
          </a:p>
        </p:txBody>
      </p:sp>
      <p:sp>
        <p:nvSpPr>
          <p:cNvPr id="8" name="S12-chip6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6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6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Tom.</a:t>
            </a:r>
            <a:endParaRPr lang="ko-KR" sz="3000" dirty="0"/>
          </a:p>
        </p:txBody>
      </p:sp>
      <p:sp>
        <p:nvSpPr>
          <p:cNvPr id="11" name="S12-chip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6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6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000" dirty="0"/>
          </a:p>
        </p:txBody>
      </p:sp>
      <p:sp>
        <p:nvSpPr>
          <p:cNvPr id="14" name="S12-chip6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6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6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name?이라고 물으면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○○. 또는 My name is ○○.로 대답해요.</a:t>
            </a:r>
            <a:endParaRPr lang="ko-KR" sz="3000" dirty="0"/>
          </a:p>
        </p:txBody>
      </p:sp>
      <p:sp>
        <p:nvSpPr>
          <p:cNvPr id="5" name="S13-chip7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I'm 다음에 내 이름</a:t>
            </a:r>
            <a:endParaRPr lang="ko-KR" sz="2400" dirty="0"/>
          </a:p>
        </p:txBody>
      </p:sp>
      <p:sp>
        <p:nvSpPr>
          <p:cNvPr id="6" name="S13-chip7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 질문에 I'm fine.</a:t>
            </a:r>
            <a:endParaRPr lang="ko-KR" sz="2400" dirty="0"/>
          </a:p>
        </p:txBody>
      </p:sp>
      <p:sp>
        <p:nvSpPr>
          <p:cNvPr id="7" name="S13-text7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이름을 묻는 말은?</a:t>
            </a:r>
            <a:endParaRPr lang="ko-KR" sz="2400" dirty="0"/>
          </a:p>
        </p:txBody>
      </p:sp>
      <p:sp>
        <p:nvSpPr>
          <p:cNvPr id="9" name="S13-text7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이름 말하기 2가지</a:t>
            </a:r>
            <a:endParaRPr lang="ko-KR" sz="2400" dirty="0"/>
          </a:p>
        </p:txBody>
      </p:sp>
      <p:sp>
        <p:nvSpPr>
          <p:cNvPr id="10" name="S13-text7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Nice to meet you.에 대답하기</a:t>
            </a:r>
            <a:endParaRPr lang="ko-KR" sz="2400" dirty="0"/>
          </a:p>
        </p:txBody>
      </p:sp>
      <p:sp>
        <p:nvSpPr>
          <p:cNvPr id="11" name="S13-text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감사·사과·부탁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인사 다시 하기</a:t>
            </a:r>
            <a:endParaRPr lang="ko-KR" sz="4000" dirty="0"/>
          </a:p>
        </p:txBody>
      </p:sp>
      <p:sp>
        <p:nvSpPr>
          <p:cNvPr id="3" name="S14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인사 → 묻고 답하기 → 헤어질 때 인사</a:t>
            </a:r>
            <a:endParaRPr lang="ko-KR" sz="3000" dirty="0"/>
          </a:p>
        </p:txBody>
      </p:sp>
      <p:sp>
        <p:nvSpPr>
          <p:cNvPr id="5" name="S14-word80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</a:t>
            </a:r>
            <a:endParaRPr lang="ko-KR" sz="3400" dirty="0"/>
          </a:p>
        </p:txBody>
      </p:sp>
      <p:sp>
        <p:nvSpPr>
          <p:cNvPr id="6" name="S14-word81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7" name="S14-word82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지내?</a:t>
            </a:r>
            <a:endParaRPr lang="ko-KR" sz="3400" dirty="0"/>
          </a:p>
        </p:txBody>
      </p:sp>
      <p:sp>
        <p:nvSpPr>
          <p:cNvPr id="8" name="S14-word83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지내, 고마워.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이름 묻고 답하기</dc:title>
  <dc:subject>KR22-G03-ENG-NAME-L01</dc:subject>
  <dc:creator>education-ppt</dc:creator>
  <cp:lastModifiedBy>education-ppt</cp:lastModifiedBy>
  <cp:revision>1</cp:revision>
  <dcterms:created xsi:type="dcterms:W3CDTF">2026-10-26T07:43:06Z</dcterms:created>
  <dcterms:modified xsi:type="dcterms:W3CDTF">2026-10-26T07:43:06Z</dcterms:modified>
</cp:coreProperties>
</file>