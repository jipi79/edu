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de4330a-911e-4bbd-9dfd-8edb007bd022}">
          <p14:sldIdLst>
            <p14:sldId id="256"/>
            <p14:sldId id="257"/>
          </p14:sldIdLst>
        </p14:section>
        <p14:section name="개념" id="{1e73cd06-e1f8-a792-5c61-c1aeee09bb02}">
          <p14:sldIdLst>
            <p14:sldId id="258"/>
            <p14:sldId id="259"/>
            <p14:sldId id="260"/>
          </p14:sldIdLst>
        </p14:section>
        <p14:section name="연습" id="{d9ca740b-b248-849b-ed33-74ccd18123c6}">
          <p14:sldIdLst>
            <p14:sldId id="261"/>
            <p14:sldId id="262"/>
            <p14:sldId id="263"/>
            <p14:sldId id="264"/>
          </p14:sldIdLst>
        </p14:section>
        <p14:section name="확인" id="{7e31aaa1-2375-a34a-57fc-3c2860c57369}">
          <p14:sldIdLst>
            <p14:sldId id="265"/>
            <p14:sldId id="266"/>
          </p14:sldIdLst>
        </p14:section>
        <p14:section name="정리" id="{6616a74a-b613-fef2-81cd-975c4117bb9c}">
          <p14:sldIdLst>
            <p14:sldId id="267"/>
          </p14:sldIdLst>
        </p14:section>
        <p14:section name="보충" id="{3523d70c-7084-f96d-e463-b589f9bb32b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친구의 이름을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물을까요?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What's your name?으로 묻고 내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Nice to meet you.로 반갑게 인사해요.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인사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만났어요. 인사해요.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How are you?라고 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물어요.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뭐야?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자리에 내 이름을 넣어요.</a:t>
            </a:r>
            <a:endParaRPr lang="ko-KR" sz="3000" dirty="0"/>
          </a:p>
        </p:txBody>
      </p:sp>
      <p:sp>
        <p:nvSpPr>
          <p:cNvPr id="5" name="S04-word15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6" name="S04-word16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이름은 Mina야.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</a:t>
            </a:r>
            <a:endParaRPr lang="ko-KR" sz="4000" dirty="0"/>
          </a:p>
        </p:txBody>
      </p:sp>
      <p:sp>
        <p:nvSpPr>
          <p:cNvPr id="3" name="S05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만났을 때 해요.</a:t>
            </a:r>
            <a:endParaRPr lang="ko-KR" sz="3000" dirty="0"/>
          </a:p>
        </p:txBody>
      </p:sp>
      <p:sp>
        <p:nvSpPr>
          <p:cNvPr id="5" name="S05-word1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6" name="S05-word2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</a:t>
            </a:r>
            <a:endParaRPr lang="ko-KR" sz="4000" dirty="0"/>
          </a:p>
        </p:txBody>
      </p:sp>
      <p:sp>
        <p:nvSpPr>
          <p:cNvPr id="3" name="S06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6-passagebox22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23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Hello.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Hi. I'm Mina.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My name is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Nice to meet you,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이름을 넣어 말해요</a:t>
            </a:r>
            <a:endParaRPr lang="ko-KR" sz="4000" dirty="0"/>
          </a:p>
        </p:txBody>
      </p:sp>
      <p:sp>
        <p:nvSpPr>
          <p:cNvPr id="3" name="S07-text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빈칸에 내 이름을 넣어 말하고, ③은 엄마(아빠)에게 물어봐요.</a:t>
            </a:r>
            <a:endParaRPr lang="ko-KR" sz="3000" dirty="0"/>
          </a:p>
        </p:txBody>
      </p:sp>
      <p:sp>
        <p:nvSpPr>
          <p:cNvPr id="4" name="S07-chip25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7-text26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______.</a:t>
            </a:r>
            <a:endParaRPr lang="ko-KR" sz="3000" dirty="0"/>
          </a:p>
        </p:txBody>
      </p:sp>
      <p:sp>
        <p:nvSpPr>
          <p:cNvPr id="6" name="S07-chip27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7-text28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______.</a:t>
            </a:r>
            <a:endParaRPr lang="ko-KR" sz="3000" dirty="0"/>
          </a:p>
        </p:txBody>
      </p:sp>
      <p:sp>
        <p:nvSpPr>
          <p:cNvPr id="8" name="S07-chip29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7-text30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대답이 알맞을까요?</a:t>
            </a:r>
            <a:endParaRPr lang="ko-KR" sz="4000" dirty="0"/>
          </a:p>
        </p:txBody>
      </p:sp>
      <p:sp>
        <p:nvSpPr>
          <p:cNvPr id="3" name="S08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Mina에게 What's your name?이라고 물었어요.</a:t>
            </a:r>
            <a:endParaRPr lang="ko-KR" sz="3000" dirty="0"/>
          </a:p>
        </p:txBody>
      </p:sp>
      <p:sp>
        <p:nvSpPr>
          <p:cNvPr id="5" name="S08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 어느 쪽일까요? 왜 그렇게 생각해요?</a:t>
            </a:r>
            <a:endParaRPr lang="ko-KR" sz="3000" dirty="0"/>
          </a:p>
        </p:txBody>
      </p:sp>
      <p:sp>
        <p:nvSpPr>
          <p:cNvPr id="7" name="S08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word3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</p:txBody>
      </p:sp>
      <p:sp>
        <p:nvSpPr>
          <p:cNvPr id="9" name="S08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word3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9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09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name　·　My　·　meet</a:t>
            </a:r>
            <a:endParaRPr lang="ko-KR" sz="3000" dirty="0"/>
          </a:p>
        </p:txBody>
      </p:sp>
      <p:sp>
        <p:nvSpPr>
          <p:cNvPr id="6" name="S09-chip4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4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______?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Mina.</a:t>
            </a:r>
            <a:endParaRPr lang="ko-KR" sz="3000" dirty="0"/>
          </a:p>
        </p:txBody>
      </p:sp>
      <p:sp>
        <p:nvSpPr>
          <p:cNvPr id="8" name="S09-chip4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4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name?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______ name is Tom.</a:t>
            </a:r>
            <a:endParaRPr lang="ko-KR" sz="3000" dirty="0"/>
          </a:p>
        </p:txBody>
      </p:sp>
      <p:sp>
        <p:nvSpPr>
          <p:cNvPr id="10" name="S09-chip4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4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Nice to ______ you.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하듯 영어로 말해 보세요.</a:t>
            </a:r>
            <a:endParaRPr lang="ko-KR" sz="3000" dirty="0"/>
          </a:p>
        </p:txBody>
      </p:sp>
      <p:sp>
        <p:nvSpPr>
          <p:cNvPr id="4" name="S10-chip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인사하고 이름을 물어요.</a:t>
            </a:r>
            <a:endParaRPr lang="ko-KR" sz="3000" dirty="0"/>
          </a:p>
        </p:txBody>
      </p:sp>
      <p:sp>
        <p:nvSpPr>
          <p:cNvPr id="6" name="S10-chip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What's your name?이라고 물어요.</a:t>
            </a:r>
            <a:endParaRPr lang="ko-KR" sz="3000" dirty="0"/>
          </a:p>
        </p:txBody>
      </p:sp>
      <p:sp>
        <p:nvSpPr>
          <p:cNvPr id="8" name="S10-chip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Nice to meet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2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name?에 알맞은 대답은? 어떻게 알았나요?</a:t>
            </a:r>
            <a:endParaRPr lang="ko-KR" sz="3000" dirty="0"/>
          </a:p>
        </p:txBody>
      </p:sp>
      <p:sp>
        <p:nvSpPr>
          <p:cNvPr id="5" name="S12-chip5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5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5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good.</a:t>
            </a:r>
            <a:endParaRPr lang="ko-KR" sz="3000" dirty="0"/>
          </a:p>
        </p:txBody>
      </p:sp>
      <p:sp>
        <p:nvSpPr>
          <p:cNvPr id="8" name="S12-chip6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6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6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Tom.</a:t>
            </a:r>
            <a:endParaRPr lang="ko-KR" sz="3000" dirty="0"/>
          </a:p>
        </p:txBody>
      </p:sp>
      <p:sp>
        <p:nvSpPr>
          <p:cNvPr id="11" name="S12-chip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6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6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000" dirty="0"/>
          </a:p>
        </p:txBody>
      </p:sp>
      <p:sp>
        <p:nvSpPr>
          <p:cNvPr id="14" name="S12-chip6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6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6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name?이라고 물으면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○○. 또는 My name is ○○.로 대답해요.</a:t>
            </a:r>
            <a:endParaRPr lang="ko-KR" sz="3000" dirty="0"/>
          </a:p>
        </p:txBody>
      </p:sp>
      <p:sp>
        <p:nvSpPr>
          <p:cNvPr id="5" name="S13-chip7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다음에 내 이름</a:t>
            </a:r>
            <a:endParaRPr lang="ko-KR" sz="2400" dirty="0"/>
          </a:p>
        </p:txBody>
      </p:sp>
      <p:sp>
        <p:nvSpPr>
          <p:cNvPr id="6" name="S13-chip7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 질문에 I'm fine.</a:t>
            </a:r>
            <a:endParaRPr lang="ko-KR" sz="2400" dirty="0"/>
          </a:p>
        </p:txBody>
      </p:sp>
      <p:sp>
        <p:nvSpPr>
          <p:cNvPr id="7" name="S13-text7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이름을 묻는 말은?</a:t>
            </a:r>
            <a:endParaRPr lang="ko-KR" sz="2400" dirty="0"/>
          </a:p>
        </p:txBody>
      </p:sp>
      <p:sp>
        <p:nvSpPr>
          <p:cNvPr id="9" name="S13-text7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이름 말하기 2가지</a:t>
            </a:r>
            <a:endParaRPr lang="ko-KR" sz="2400" dirty="0"/>
          </a:p>
        </p:txBody>
      </p:sp>
      <p:sp>
        <p:nvSpPr>
          <p:cNvPr id="10" name="S13-text7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Nice to meet you.에 대답하기</a:t>
            </a:r>
            <a:endParaRPr lang="ko-KR" sz="2400" dirty="0"/>
          </a:p>
        </p:txBody>
      </p:sp>
      <p:sp>
        <p:nvSpPr>
          <p:cNvPr id="11" name="S13-text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감사·사과·부탁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 다시 하기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인사 → 묻고 답하기 → 헤어질 때 인사</a:t>
            </a:r>
            <a:endParaRPr lang="ko-KR" sz="3000" dirty="0"/>
          </a:p>
        </p:txBody>
      </p:sp>
      <p:sp>
        <p:nvSpPr>
          <p:cNvPr id="5" name="S14-word80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81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7" name="S14-word82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지내?</a:t>
            </a:r>
            <a:endParaRPr lang="ko-KR" sz="3400" dirty="0"/>
          </a:p>
        </p:txBody>
      </p:sp>
      <p:sp>
        <p:nvSpPr>
          <p:cNvPr id="8" name="S14-word83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지내, 고마워.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이름 묻고 답하기</dc:title>
  <dc:subject>KR22-G03-ENG-NAME-L01</dc:subject>
  <dc:creator>education-ppt</dc:creator>
  <cp:lastModifiedBy>education-ppt</cp:lastModifiedBy>
  <cp:revision>1</cp:revision>
  <dcterms:created xsi:type="dcterms:W3CDTF">2026-10-26T09:07:14Z</dcterms:created>
  <dcterms:modified xsi:type="dcterms:W3CDTF">2026-10-26T09:07:14Z</dcterms:modified>
</cp:coreProperties>
</file>