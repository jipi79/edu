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f727c71-b869-6239-e009-e33f35317f00}">
          <p14:sldIdLst>
            <p14:sldId id="256"/>
            <p14:sldId id="257"/>
          </p14:sldIdLst>
        </p14:section>
        <p14:section name="개념" id="{ebc45977-b2e2-8808-82fe-c49f3bfbe2ea}">
          <p14:sldIdLst>
            <p14:sldId id="258"/>
            <p14:sldId id="259"/>
            <p14:sldId id="260"/>
          </p14:sldIdLst>
        </p14:section>
        <p14:section name="연습" id="{e6e8e4f6-176e-a553-6374-568113040cd8}">
          <p14:sldIdLst>
            <p14:sldId id="261"/>
            <p14:sldId id="262"/>
            <p14:sldId id="263"/>
            <p14:sldId id="264"/>
          </p14:sldIdLst>
        </p14:section>
        <p14:section name="확인" id="{92575d82-4548-50c1-3852-4bcf2f9b81f2}">
          <p14:sldIdLst>
            <p14:sldId id="265"/>
            <p14:sldId id="266"/>
          </p14:sldIdLst>
        </p14:section>
        <p14:section name="정리" id="{9b999a12-3756-d22a-a285-afee91721420}">
          <p14:sldIdLst>
            <p14:sldId id="267"/>
          </p14:sldIdLst>
        </p14:section>
        <p14:section name="보충" id="{0f3985df-2706-a7af-dd0b-2ec8524656f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듣기와말하기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이름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이름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이름 묻고 답하기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묻고 답하기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만난 친구의 이름을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물을까요?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What's your name?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Mina.</a:t>
            </a:r>
            <a:endParaRPr lang="ko-KR" sz="3400" dirty="0"/>
          </a:p>
        </p:txBody>
      </p:sp>
      <p:sp>
        <p:nvSpPr>
          <p:cNvPr id="6" name="S01-card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What's your name?으로 묻고 내 이름을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Nice to meet you.로 반갑게 인사해요.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인사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영어로 말해 보세요.</a:t>
            </a:r>
            <a:endParaRPr lang="ko-KR" sz="30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친구를 만났어요. 인사해요.</a:t>
            </a:r>
            <a:endParaRPr lang="ko-KR" sz="30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How are you?라고 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묻기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만난 친구에게 물어요.</a:t>
            </a:r>
            <a:endParaRPr lang="ko-KR" sz="3000" dirty="0"/>
          </a:p>
        </p:txBody>
      </p:sp>
      <p:sp>
        <p:nvSpPr>
          <p:cNvPr id="5" name="S03-word12"/>
          <p:cNvSpPr txBox="1"/>
          <p:nvPr/>
        </p:nvSpPr>
        <p:spPr>
          <a:xfrm>
            <a:off x="548640" y="235458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What's your name?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뭐야?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말하기</a:t>
            </a:r>
            <a:endParaRPr lang="ko-KR" sz="4000" dirty="0"/>
          </a:p>
        </p:txBody>
      </p:sp>
      <p:sp>
        <p:nvSpPr>
          <p:cNvPr id="3" name="S04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 자리에 내 이름을 넣어요.</a:t>
            </a:r>
            <a:endParaRPr lang="ko-KR" sz="3000" dirty="0"/>
          </a:p>
        </p:txBody>
      </p:sp>
      <p:sp>
        <p:nvSpPr>
          <p:cNvPr id="5" name="S04-word15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Mina.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Mina야.</a:t>
            </a:r>
            <a:endParaRPr lang="ko-KR" sz="3400" dirty="0"/>
          </a:p>
        </p:txBody>
      </p:sp>
      <p:sp>
        <p:nvSpPr>
          <p:cNvPr id="6" name="S04-word16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name is Mina.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이름은 Mina야.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만나서 반가워</a:t>
            </a:r>
            <a:endParaRPr lang="ko-KR" sz="4000" dirty="0"/>
          </a:p>
        </p:txBody>
      </p:sp>
      <p:sp>
        <p:nvSpPr>
          <p:cNvPr id="3" name="S05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만났을 때 해요.</a:t>
            </a:r>
            <a:endParaRPr lang="ko-KR" sz="3000" dirty="0"/>
          </a:p>
        </p:txBody>
      </p:sp>
      <p:sp>
        <p:nvSpPr>
          <p:cNvPr id="5" name="S05-word19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to meet you.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만나서 반가워.</a:t>
            </a:r>
            <a:endParaRPr lang="ko-KR" sz="3400" dirty="0"/>
          </a:p>
        </p:txBody>
      </p:sp>
      <p:sp>
        <p:nvSpPr>
          <p:cNvPr id="6" name="S05-word20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to meet you, too.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만나서 반가워.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만난 친구</a:t>
            </a:r>
            <a:endParaRPr lang="ko-KR" sz="4000" dirty="0"/>
          </a:p>
        </p:txBody>
      </p:sp>
      <p:sp>
        <p:nvSpPr>
          <p:cNvPr id="3" name="S06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3000" dirty="0"/>
          </a:p>
        </p:txBody>
      </p:sp>
      <p:sp>
        <p:nvSpPr>
          <p:cNvPr id="4" name="S06-passagebox22"/>
          <p:cNvSpPr/>
          <p:nvPr/>
        </p:nvSpPr>
        <p:spPr>
          <a:xfrm>
            <a:off x="548640" y="201168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5" name="S06-passage23"/>
          <p:cNvSpPr txBox="1"/>
          <p:nvPr/>
        </p:nvSpPr>
        <p:spPr>
          <a:xfrm>
            <a:off x="822960" y="219456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Hello. What's your name?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Hi. I'm Mina. What's your name?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My name is Tom.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Nice to meet you, Tom.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Nice to meet you, too.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이름을 넣어 말해요</a:t>
            </a:r>
            <a:endParaRPr lang="ko-KR" sz="4000" dirty="0"/>
          </a:p>
        </p:txBody>
      </p:sp>
      <p:sp>
        <p:nvSpPr>
          <p:cNvPr id="3" name="S07-text24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빈칸에 내 이름을 넣어 말하고, ③은 엄마(아빠)에게 물어봐요.</a:t>
            </a:r>
            <a:endParaRPr lang="ko-KR" sz="3000" dirty="0"/>
          </a:p>
        </p:txBody>
      </p:sp>
      <p:sp>
        <p:nvSpPr>
          <p:cNvPr id="4" name="S07-chip25"/>
          <p:cNvSpPr txBox="1"/>
          <p:nvPr/>
        </p:nvSpPr>
        <p:spPr>
          <a:xfrm>
            <a:off x="548640" y="27238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7-text26"/>
          <p:cNvSpPr txBox="1"/>
          <p:nvPr/>
        </p:nvSpPr>
        <p:spPr>
          <a:xfrm>
            <a:off x="1344168" y="24384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______.</a:t>
            </a:r>
            <a:endParaRPr lang="ko-KR" sz="3000" dirty="0"/>
          </a:p>
        </p:txBody>
      </p:sp>
      <p:sp>
        <p:nvSpPr>
          <p:cNvPr id="6" name="S07-chip27"/>
          <p:cNvSpPr txBox="1"/>
          <p:nvPr/>
        </p:nvSpPr>
        <p:spPr>
          <a:xfrm>
            <a:off x="548640" y="4044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7-text28"/>
          <p:cNvSpPr txBox="1"/>
          <p:nvPr/>
        </p:nvSpPr>
        <p:spPr>
          <a:xfrm>
            <a:off x="1344168" y="37592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name is ______.</a:t>
            </a:r>
            <a:endParaRPr lang="ko-KR" sz="3000" dirty="0"/>
          </a:p>
        </p:txBody>
      </p:sp>
      <p:sp>
        <p:nvSpPr>
          <p:cNvPr id="8" name="S07-chip29"/>
          <p:cNvSpPr txBox="1"/>
          <p:nvPr/>
        </p:nvSpPr>
        <p:spPr>
          <a:xfrm>
            <a:off x="548640" y="53654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7-text30"/>
          <p:cNvSpPr txBox="1"/>
          <p:nvPr/>
        </p:nvSpPr>
        <p:spPr>
          <a:xfrm>
            <a:off x="1344168" y="50800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What's your name?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대답이 알맞을까요?</a:t>
            </a:r>
            <a:endParaRPr lang="ko-KR" sz="4000" dirty="0"/>
          </a:p>
        </p:txBody>
      </p:sp>
      <p:sp>
        <p:nvSpPr>
          <p:cNvPr id="3" name="S08-card3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Tom이 Mina에게 What's your name?이라고 물었어요.</a:t>
            </a:r>
            <a:endParaRPr lang="ko-KR" sz="3000" dirty="0"/>
          </a:p>
        </p:txBody>
      </p:sp>
      <p:sp>
        <p:nvSpPr>
          <p:cNvPr id="5" name="S08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대답은 어느 쪽일까요? 왜 그렇게 생각해요?</a:t>
            </a:r>
            <a:endParaRPr lang="ko-KR" sz="3000" dirty="0"/>
          </a:p>
        </p:txBody>
      </p:sp>
      <p:sp>
        <p:nvSpPr>
          <p:cNvPr id="7" name="S08-chip3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word36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fine, thank you.</a:t>
            </a:r>
            <a:endParaRPr lang="ko-KR" sz="3400" dirty="0"/>
          </a:p>
        </p:txBody>
      </p:sp>
      <p:sp>
        <p:nvSpPr>
          <p:cNvPr id="9" name="S08-chip3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word38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Mina.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</a:t>
            </a:r>
            <a:endParaRPr lang="ko-KR" sz="4000" dirty="0"/>
          </a:p>
        </p:txBody>
      </p:sp>
      <p:sp>
        <p:nvSpPr>
          <p:cNvPr id="3" name="S09-text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말을 보기에서 골라 말해요.</a:t>
            </a:r>
            <a:endParaRPr lang="ko-KR" sz="3000" dirty="0"/>
          </a:p>
        </p:txBody>
      </p:sp>
      <p:sp>
        <p:nvSpPr>
          <p:cNvPr id="4" name="S09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 name　·　My　·　meet</a:t>
            </a:r>
            <a:endParaRPr lang="ko-KR" sz="3000" dirty="0"/>
          </a:p>
        </p:txBody>
      </p:sp>
      <p:sp>
        <p:nvSpPr>
          <p:cNvPr id="6" name="S09-chip4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4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What's your ______?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I'm Mina.</a:t>
            </a:r>
            <a:endParaRPr lang="ko-KR" sz="3000" dirty="0"/>
          </a:p>
        </p:txBody>
      </p:sp>
      <p:sp>
        <p:nvSpPr>
          <p:cNvPr id="8" name="S09-chip4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4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What's your name?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______ name is Tom.</a:t>
            </a:r>
            <a:endParaRPr lang="ko-KR" sz="3000" dirty="0"/>
          </a:p>
        </p:txBody>
      </p:sp>
      <p:sp>
        <p:nvSpPr>
          <p:cNvPr id="10" name="S09-chip4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4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Nice to ______ you.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Nice to meet you, too.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만난 친구에게 하듯 영어로 말해 보세요.</a:t>
            </a:r>
            <a:endParaRPr lang="ko-KR" sz="3000" dirty="0"/>
          </a:p>
        </p:txBody>
      </p:sp>
      <p:sp>
        <p:nvSpPr>
          <p:cNvPr id="4" name="S10-chip4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5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인사하고 이름을 물어요.</a:t>
            </a:r>
            <a:endParaRPr lang="ko-KR" sz="3000" dirty="0"/>
          </a:p>
        </p:txBody>
      </p:sp>
      <p:sp>
        <p:nvSpPr>
          <p:cNvPr id="6" name="S10-chip5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5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What's your name?이라고 물어요.</a:t>
            </a:r>
            <a:endParaRPr lang="ko-KR" sz="3000" dirty="0"/>
          </a:p>
        </p:txBody>
      </p:sp>
      <p:sp>
        <p:nvSpPr>
          <p:cNvPr id="8" name="S10-chip5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5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Nice to meet you.라고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대답을 골라요</a:t>
            </a:r>
            <a:endParaRPr lang="ko-KR" sz="4000" dirty="0"/>
          </a:p>
        </p:txBody>
      </p:sp>
      <p:sp>
        <p:nvSpPr>
          <p:cNvPr id="3" name="S12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What's your name?에 알맞은 대답은? 어떻게 알았나요?</a:t>
            </a:r>
            <a:endParaRPr lang="ko-KR" sz="3000" dirty="0"/>
          </a:p>
        </p:txBody>
      </p:sp>
      <p:sp>
        <p:nvSpPr>
          <p:cNvPr id="5" name="S12-chip57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2-card58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59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good.</a:t>
            </a:r>
            <a:endParaRPr lang="ko-KR" sz="3000" dirty="0"/>
          </a:p>
        </p:txBody>
      </p:sp>
      <p:sp>
        <p:nvSpPr>
          <p:cNvPr id="8" name="S12-chip60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2-card61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62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Tom.</a:t>
            </a:r>
            <a:endParaRPr lang="ko-KR" sz="3000" dirty="0"/>
          </a:p>
        </p:txBody>
      </p:sp>
      <p:sp>
        <p:nvSpPr>
          <p:cNvPr id="11" name="S12-chip63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2-card64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65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to meet you, too.</a:t>
            </a:r>
            <a:endParaRPr lang="ko-KR" sz="3000" dirty="0"/>
          </a:p>
        </p:txBody>
      </p:sp>
      <p:sp>
        <p:nvSpPr>
          <p:cNvPr id="14" name="S12-chip66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2-card67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68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Goodbye.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69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0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What's your name?이라고 물으면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○○. 또는 My name is ○○.로 대답해요.</a:t>
            </a:r>
            <a:endParaRPr lang="ko-KR" sz="3000" dirty="0"/>
          </a:p>
        </p:txBody>
      </p:sp>
      <p:sp>
        <p:nvSpPr>
          <p:cNvPr id="5" name="S13-chip71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I'm 다음에 내 이름</a:t>
            </a:r>
            <a:endParaRPr lang="ko-KR" sz="2400" dirty="0"/>
          </a:p>
        </p:txBody>
      </p:sp>
      <p:sp>
        <p:nvSpPr>
          <p:cNvPr id="6" name="S13-chip72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이름 질문에 I'm fine.</a:t>
            </a:r>
            <a:endParaRPr lang="ko-KR" sz="2400" dirty="0"/>
          </a:p>
        </p:txBody>
      </p:sp>
      <p:sp>
        <p:nvSpPr>
          <p:cNvPr id="7" name="S13-text73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74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이름을 묻는 말은?</a:t>
            </a:r>
            <a:endParaRPr lang="ko-KR" sz="2400" dirty="0"/>
          </a:p>
        </p:txBody>
      </p:sp>
      <p:sp>
        <p:nvSpPr>
          <p:cNvPr id="9" name="S13-text75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 이름 말하기 2가지</a:t>
            </a:r>
            <a:endParaRPr lang="ko-KR" sz="2400" dirty="0"/>
          </a:p>
        </p:txBody>
      </p:sp>
      <p:sp>
        <p:nvSpPr>
          <p:cNvPr id="10" name="S13-text76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Nice to meet you.에 대답하기</a:t>
            </a:r>
            <a:endParaRPr lang="ko-KR" sz="2400" dirty="0"/>
          </a:p>
        </p:txBody>
      </p:sp>
      <p:sp>
        <p:nvSpPr>
          <p:cNvPr id="11" name="S13-text7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감사·사과·부탁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인사 다시 하기</a:t>
            </a:r>
            <a:endParaRPr lang="ko-KR" sz="4000" dirty="0"/>
          </a:p>
        </p:txBody>
      </p:sp>
      <p:sp>
        <p:nvSpPr>
          <p:cNvPr id="3" name="S14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만날 때 인사 → 묻고 답하기 → 헤어질 때 인사</a:t>
            </a:r>
            <a:endParaRPr lang="ko-KR" sz="3000" dirty="0"/>
          </a:p>
        </p:txBody>
      </p:sp>
      <p:sp>
        <p:nvSpPr>
          <p:cNvPr id="5" name="S14-word80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Hello.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안녕하세요.</a:t>
            </a:r>
            <a:endParaRPr lang="ko-KR" sz="3400" dirty="0"/>
          </a:p>
        </p:txBody>
      </p:sp>
      <p:sp>
        <p:nvSpPr>
          <p:cNvPr id="6" name="S14-word81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Goodbye.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안녕히 가세요.</a:t>
            </a:r>
            <a:endParaRPr lang="ko-KR" sz="3400" dirty="0"/>
          </a:p>
        </p:txBody>
      </p:sp>
      <p:sp>
        <p:nvSpPr>
          <p:cNvPr id="7" name="S14-word82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are you?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지내?</a:t>
            </a:r>
            <a:endParaRPr lang="ko-KR" sz="3400" dirty="0"/>
          </a:p>
        </p:txBody>
      </p:sp>
      <p:sp>
        <p:nvSpPr>
          <p:cNvPr id="8" name="S14-word83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fine, thank you.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지내, 고마워.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이름 묻고 답하기</dc:title>
  <dc:subject>KR22-G03-ENG-NAME-L01</dc:subject>
  <dc:creator>education-ppt</dc:creator>
  <cp:lastModifiedBy>education-ppt</cp:lastModifiedBy>
  <cp:revision>1</cp:revision>
  <dcterms:created xsi:type="dcterms:W3CDTF">2026-10-26T08:22:30Z</dcterms:created>
  <dcterms:modified xsi:type="dcterms:W3CDTF">2026-10-26T08:22:30Z</dcterms:modified>
</cp:coreProperties>
</file>