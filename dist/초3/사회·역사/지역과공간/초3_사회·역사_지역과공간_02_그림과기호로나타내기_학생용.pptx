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91508586-537e-f47b-3460-bc1d6cbee6a8}">
          <p14:sldIdLst>
            <p14:sldId id="256"/>
            <p14:sldId id="257"/>
          </p14:sldIdLst>
        </p14:section>
        <p14:section name="개념" id="{522e87c9-a762-b778-411c-70e762e55b7a}">
          <p14:sldIdLst>
            <p14:sldId id="258"/>
            <p14:sldId id="259"/>
            <p14:sldId id="262"/>
            <p14:sldId id="263"/>
          </p14:sldIdLst>
        </p14:section>
        <p14:section name="연습" id="{d6eb29f0-27cc-33ce-c91d-0e0ee86e7534}">
          <p14:sldIdLst>
            <p14:sldId id="260"/>
            <p14:sldId id="261"/>
            <p14:sldId id="264"/>
            <p14:sldId id="265"/>
          </p14:sldIdLst>
        </p14:section>
        <p14:section name="개념" id="{98c39451-00e0-91bd-eade-1e7d82f85929}">
          <p14:sldIdLst/>
        </p14:section>
        <p14:section name="연습" id="{4af59148-69d0-b314-bfc9-43a7dfdfbe6a}">
          <p14:sldIdLst/>
        </p14:section>
        <p14:section name="확인" id="{b494bd0b-822d-d0b8-72db-0d9a7042e054}">
          <p14:sldIdLst>
            <p14:sldId id="266"/>
            <p14:sldId id="267"/>
          </p14:sldIdLst>
        </p14:section>
        <p14:section name="정리" id="{e271db91-d810-bb68-e4de-680071af044e}">
          <p14:sldIdLst>
            <p14:sldId id="268"/>
          </p14:sldIdLst>
        </p14:section>
        <p14:section name="보충" id="{b17c545d-5843-632a-c876-9a677fd5a1f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그림과 기호로 나타내기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고장을 그림지도로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나타낼까?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기호와 범례를 보고 그림지도를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동서남북으로 위치를 말하고 그림지도를 그려요.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card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2-cardtext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시장과 병원 중 지호네에서 가까운 곳은?</a:t>
            </a:r>
            <a:endParaRPr lang="ko-KR" sz="3000" dirty="0"/>
          </a:p>
        </p:txBody>
      </p:sp>
      <p:sp>
        <p:nvSpPr>
          <p:cNvPr id="5" name="S02-figure5"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2-mark6"/>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2-mark7"/>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2-mark8"/>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2-mark9"/>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2-mark10"/>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2-mark11"/>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2-mark12"/>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2-mark13"/>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2-mark14"/>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2-mark15"/>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2-mark16"/>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2-mark17"/>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2-mark18"/>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2-label20"/>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2-label22"/>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2-label24"/>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2-label26"/>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2-label28"/>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2-label30"/>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2-label32"/>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2-label34"/>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text3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간단한 모양으로 나타낸 것이 기호예요.</a:t>
            </a:r>
            <a:endParaRPr lang="ko-KR" sz="3000" dirty="0"/>
          </a:p>
        </p:txBody>
      </p:sp>
      <p:sp>
        <p:nvSpPr>
          <p:cNvPr id="4" name="S03-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기호와 그 뜻을 모아 놓은 것을 범례라고 해요.</a:t>
            </a:r>
            <a:endParaRPr lang="ko-KR" sz="3000" dirty="0"/>
          </a:p>
        </p:txBody>
      </p:sp>
      <p:sp>
        <p:nvSpPr>
          <p:cNvPr id="6" name="S03-figure38" descr="그림지도 기호 일곱 가지: 깃발은 학교, 더하기 모양은 병원, 나무는 공원, 펼친 책은 도서관, 겹동그라미는 주민센터, 장바구니는 시장, 집 모양은 집"/>
          <p:cNvSpPr/>
          <p:nvPr/>
        </p:nvSpPr>
        <p:spPr>
          <a:xfrm>
            <a:off x="1315212" y="2137046"/>
            <a:ext cx="457995" cy="271405"/>
          </a:xfrm>
          <a:custGeom>
            <a:avLst/>
            <a:gdLst/>
            <a:ahLst/>
            <a:cxnLst/>
            <a:rect l="l" t="t" r="r" b="b"/>
            <a:pathLst>
              <a:path w="457995" h="271405">
                <a:moveTo>
                  <a:pt x="0" y="0"/>
                </a:moveTo>
                <a:lnTo>
                  <a:pt x="457995" y="135702"/>
                </a:lnTo>
                <a:lnTo>
                  <a:pt x="0" y="271405"/>
                </a:lnTo>
                <a:close/>
              </a:path>
            </a:pathLst>
          </a:custGeom>
          <a:solidFill>
            <a:srgbClr val="E9762B"/>
          </a:solidFill>
          <a:ln w="15875">
            <a:solidFill>
              <a:srgbClr val="1F2937"/>
            </a:solidFill>
            <a:prstDash val="solid"/>
          </a:ln>
        </p:spPr>
      </p:sp>
      <p:sp>
        <p:nvSpPr>
          <p:cNvPr id="7" name="S03-mark39"/>
          <p:cNvSpPr/>
          <p:nvPr/>
        </p:nvSpPr>
        <p:spPr>
          <a:xfrm>
            <a:off x="4275218" y="2162490"/>
            <a:ext cx="559772" cy="559772"/>
          </a:xfrm>
          <a:custGeom>
            <a:avLst/>
            <a:gdLst/>
            <a:ahLst/>
            <a:cxnLst/>
            <a:rect l="l" t="t" r="r" b="b"/>
            <a:pathLst>
              <a:path w="559772" h="559772">
                <a:moveTo>
                  <a:pt x="195072" y="559772"/>
                </a:moveTo>
                <a:lnTo>
                  <a:pt x="364700" y="559772"/>
                </a:lnTo>
                <a:lnTo>
                  <a:pt x="364700" y="364700"/>
                </a:lnTo>
                <a:lnTo>
                  <a:pt x="559772" y="364700"/>
                </a:lnTo>
                <a:lnTo>
                  <a:pt x="559772" y="195072"/>
                </a:lnTo>
                <a:lnTo>
                  <a:pt x="364700" y="195072"/>
                </a:lnTo>
                <a:lnTo>
                  <a:pt x="364700" y="0"/>
                </a:lnTo>
                <a:lnTo>
                  <a:pt x="195072" y="0"/>
                </a:lnTo>
                <a:lnTo>
                  <a:pt x="195072" y="195072"/>
                </a:lnTo>
                <a:lnTo>
                  <a:pt x="0" y="195072"/>
                </a:lnTo>
                <a:lnTo>
                  <a:pt x="0" y="364700"/>
                </a:lnTo>
                <a:lnTo>
                  <a:pt x="195072" y="364700"/>
                </a:lnTo>
                <a:close/>
              </a:path>
            </a:pathLst>
          </a:custGeom>
          <a:solidFill>
            <a:srgbClr val="C8434E"/>
          </a:solidFill>
          <a:ln w="12700">
            <a:solidFill>
              <a:srgbClr val="1F2937"/>
            </a:solidFill>
            <a:prstDash val="solid"/>
          </a:ln>
        </p:spPr>
      </p:sp>
      <p:sp>
        <p:nvSpPr>
          <p:cNvPr id="8" name="S03-mark40"/>
          <p:cNvSpPr/>
          <p:nvPr/>
        </p:nvSpPr>
        <p:spPr>
          <a:xfrm>
            <a:off x="7549035" y="2544152"/>
            <a:ext cx="118739" cy="220516"/>
          </a:xfrm>
          <a:custGeom>
            <a:avLst/>
            <a:gdLst/>
            <a:ahLst/>
            <a:cxnLst/>
            <a:rect l="l" t="t" r="r" b="b"/>
            <a:pathLst>
              <a:path w="118739" h="220516">
                <a:moveTo>
                  <a:pt x="0" y="220516"/>
                </a:moveTo>
                <a:lnTo>
                  <a:pt x="118739" y="220516"/>
                </a:lnTo>
                <a:lnTo>
                  <a:pt x="118739" y="0"/>
                </a:lnTo>
                <a:lnTo>
                  <a:pt x="0" y="0"/>
                </a:lnTo>
                <a:close/>
              </a:path>
            </a:pathLst>
          </a:custGeom>
          <a:solidFill>
            <a:srgbClr val="8B5A2B"/>
          </a:solidFill>
          <a:ln w="12700">
            <a:solidFill>
              <a:srgbClr val="1F2937"/>
            </a:solidFill>
            <a:prstDash val="solid"/>
          </a:ln>
        </p:spPr>
      </p:sp>
      <p:sp>
        <p:nvSpPr>
          <p:cNvPr id="9" name="S03-mark41"/>
          <p:cNvSpPr/>
          <p:nvPr/>
        </p:nvSpPr>
        <p:spPr>
          <a:xfrm>
            <a:off x="7337000" y="2103120"/>
            <a:ext cx="542809" cy="441032"/>
          </a:xfrm>
          <a:custGeom>
            <a:avLst/>
            <a:gdLst/>
            <a:ahLst/>
            <a:cxnLst/>
            <a:rect l="l" t="t" r="r" b="b"/>
            <a:pathLst>
              <a:path w="542809" h="441032">
                <a:moveTo>
                  <a:pt x="0" y="441032"/>
                </a:moveTo>
                <a:lnTo>
                  <a:pt x="542809" y="441032"/>
                </a:lnTo>
                <a:lnTo>
                  <a:pt x="271405" y="0"/>
                </a:lnTo>
                <a:close/>
              </a:path>
            </a:pathLst>
          </a:custGeom>
          <a:solidFill>
            <a:srgbClr val="2A9D8F"/>
          </a:solidFill>
          <a:ln w="15875">
            <a:solidFill>
              <a:srgbClr val="1F2937"/>
            </a:solidFill>
            <a:prstDash val="solid"/>
          </a:ln>
        </p:spPr>
      </p:sp>
      <p:sp>
        <p:nvSpPr>
          <p:cNvPr id="10" name="S03-mark42"/>
          <p:cNvSpPr/>
          <p:nvPr/>
        </p:nvSpPr>
        <p:spPr>
          <a:xfrm>
            <a:off x="10356375" y="2170971"/>
            <a:ext cx="305330" cy="525846"/>
          </a:xfrm>
          <a:custGeom>
            <a:avLst/>
            <a:gdLst/>
            <a:ahLst/>
            <a:cxnLst/>
            <a:rect l="l" t="t" r="r" b="b"/>
            <a:pathLst>
              <a:path w="305330" h="525846">
                <a:moveTo>
                  <a:pt x="0" y="457995"/>
                </a:moveTo>
                <a:lnTo>
                  <a:pt x="305330" y="525846"/>
                </a:lnTo>
                <a:lnTo>
                  <a:pt x="305330" y="67851"/>
                </a:lnTo>
                <a:lnTo>
                  <a:pt x="0" y="0"/>
                </a:lnTo>
                <a:close/>
              </a:path>
            </a:pathLst>
          </a:custGeom>
          <a:solidFill>
            <a:srgbClr val="3D5A80"/>
          </a:solidFill>
          <a:ln w="15875">
            <a:solidFill>
              <a:srgbClr val="1F2937"/>
            </a:solidFill>
            <a:prstDash val="solid"/>
          </a:ln>
        </p:spPr>
      </p:sp>
      <p:sp>
        <p:nvSpPr>
          <p:cNvPr id="11" name="S03-mark43"/>
          <p:cNvSpPr/>
          <p:nvPr/>
        </p:nvSpPr>
        <p:spPr>
          <a:xfrm>
            <a:off x="10661705" y="2170971"/>
            <a:ext cx="305330" cy="525846"/>
          </a:xfrm>
          <a:custGeom>
            <a:avLst/>
            <a:gdLst/>
            <a:ahLst/>
            <a:cxnLst/>
            <a:rect l="l" t="t" r="r" b="b"/>
            <a:pathLst>
              <a:path w="305330" h="525846">
                <a:moveTo>
                  <a:pt x="305330" y="457995"/>
                </a:moveTo>
                <a:lnTo>
                  <a:pt x="0" y="525846"/>
                </a:lnTo>
                <a:lnTo>
                  <a:pt x="0" y="67851"/>
                </a:lnTo>
                <a:lnTo>
                  <a:pt x="305330" y="0"/>
                </a:lnTo>
                <a:close/>
              </a:path>
            </a:pathLst>
          </a:custGeom>
          <a:solidFill>
            <a:srgbClr val="3D5A80"/>
          </a:solidFill>
          <a:ln w="15875">
            <a:solidFill>
              <a:srgbClr val="1F2937"/>
            </a:solidFill>
            <a:prstDash val="solid"/>
          </a:ln>
        </p:spPr>
      </p:sp>
      <p:sp>
        <p:nvSpPr>
          <p:cNvPr id="12" name="S03-mark44"/>
          <p:cNvSpPr/>
          <p:nvPr/>
        </p:nvSpPr>
        <p:spPr>
          <a:xfrm>
            <a:off x="4410920" y="3935101"/>
            <a:ext cx="288367" cy="220516"/>
          </a:xfrm>
          <a:custGeom>
            <a:avLst/>
            <a:gdLst/>
            <a:ahLst/>
            <a:cxnLst/>
            <a:rect l="l" t="t" r="r" b="b"/>
            <a:pathLst>
              <a:path w="288367" h="220516">
                <a:moveTo>
                  <a:pt x="288367" y="220516"/>
                </a:moveTo>
                <a:lnTo>
                  <a:pt x="268860" y="110258"/>
                </a:lnTo>
                <a:lnTo>
                  <a:pt x="216275" y="29685"/>
                </a:lnTo>
                <a:lnTo>
                  <a:pt x="144184" y="0"/>
                </a:lnTo>
                <a:lnTo>
                  <a:pt x="72092" y="29685"/>
                </a:lnTo>
                <a:lnTo>
                  <a:pt x="19507" y="110258"/>
                </a:lnTo>
                <a:lnTo>
                  <a:pt x="0" y="220516"/>
                </a:lnTo>
              </a:path>
            </a:pathLst>
          </a:custGeom>
          <a:noFill/>
          <a:ln w="25400">
            <a:solidFill>
              <a:srgbClr val="1F2937"/>
            </a:solidFill>
            <a:prstDash val="solid"/>
          </a:ln>
        </p:spPr>
      </p:sp>
      <p:sp>
        <p:nvSpPr>
          <p:cNvPr id="13" name="S03-mark45"/>
          <p:cNvSpPr/>
          <p:nvPr/>
        </p:nvSpPr>
        <p:spPr>
          <a:xfrm>
            <a:off x="4275218" y="4155617"/>
            <a:ext cx="559772" cy="373181"/>
          </a:xfrm>
          <a:custGeom>
            <a:avLst/>
            <a:gdLst/>
            <a:ahLst/>
            <a:cxnLst/>
            <a:rect l="l" t="t" r="r" b="b"/>
            <a:pathLst>
              <a:path w="559772" h="373181">
                <a:moveTo>
                  <a:pt x="0" y="0"/>
                </a:moveTo>
                <a:lnTo>
                  <a:pt x="559772" y="0"/>
                </a:lnTo>
                <a:lnTo>
                  <a:pt x="491921" y="373181"/>
                </a:lnTo>
                <a:lnTo>
                  <a:pt x="67851" y="373181"/>
                </a:lnTo>
                <a:close/>
              </a:path>
            </a:pathLst>
          </a:custGeom>
          <a:solidFill>
            <a:srgbClr val="F2C14E"/>
          </a:solidFill>
          <a:ln w="15875">
            <a:solidFill>
              <a:srgbClr val="1F2937"/>
            </a:solidFill>
            <a:prstDash val="solid"/>
          </a:ln>
        </p:spPr>
      </p:sp>
      <p:sp>
        <p:nvSpPr>
          <p:cNvPr id="14" name="S03-mark46"/>
          <p:cNvSpPr/>
          <p:nvPr/>
        </p:nvSpPr>
        <p:spPr>
          <a:xfrm>
            <a:off x="7353963" y="3901175"/>
            <a:ext cx="508883" cy="627623"/>
          </a:xfrm>
          <a:custGeom>
            <a:avLst/>
            <a:gdLst/>
            <a:ahLst/>
            <a:cxnLst/>
            <a:rect l="l" t="t" r="r" b="b"/>
            <a:pathLst>
              <a:path w="508883" h="627623">
                <a:moveTo>
                  <a:pt x="0" y="627623"/>
                </a:moveTo>
                <a:lnTo>
                  <a:pt x="508883" y="627623"/>
                </a:lnTo>
                <a:lnTo>
                  <a:pt x="508883" y="288367"/>
                </a:lnTo>
                <a:lnTo>
                  <a:pt x="254442" y="0"/>
                </a:lnTo>
                <a:lnTo>
                  <a:pt x="0" y="288367"/>
                </a:lnTo>
                <a:close/>
              </a:path>
            </a:pathLst>
          </a:custGeom>
          <a:solidFill>
            <a:srgbClr val="FDEBDD"/>
          </a:solidFill>
          <a:ln w="19050">
            <a:solidFill>
              <a:srgbClr val="1F2937"/>
            </a:solidFill>
            <a:prstDash val="solid"/>
          </a:ln>
        </p:spPr>
      </p:sp>
      <p:sp>
        <p:nvSpPr>
          <p:cNvPr id="15" name="S03-mark47"/>
          <p:cNvSpPr/>
          <p:nvPr/>
        </p:nvSpPr>
        <p:spPr>
          <a:xfrm>
            <a:off x="1221917" y="3943582"/>
            <a:ext cx="559772" cy="559772"/>
          </a:xfrm>
          <a:prstGeom prst="ellipse">
            <a:avLst/>
          </a:prstGeom>
          <a:solidFill>
            <a:srgbClr val="FFFFFF"/>
          </a:solidFill>
          <a:ln w="25400">
            <a:solidFill>
              <a:srgbClr val="1F2937"/>
            </a:solidFill>
            <a:prstDash val="solid"/>
          </a:ln>
        </p:spPr>
      </p:sp>
      <p:sp>
        <p:nvSpPr>
          <p:cNvPr id="16" name="S03-mark48"/>
          <p:cNvSpPr/>
          <p:nvPr/>
        </p:nvSpPr>
        <p:spPr>
          <a:xfrm>
            <a:off x="1383063" y="4104728"/>
            <a:ext cx="237479" cy="237479"/>
          </a:xfrm>
          <a:prstGeom prst="ellipse">
            <a:avLst/>
          </a:prstGeom>
          <a:solidFill>
            <a:srgbClr val="264653"/>
          </a:solidFill>
          <a:ln w="12700">
            <a:solidFill>
              <a:srgbClr val="1F2937"/>
            </a:solidFill>
            <a:prstDash val="solid"/>
          </a:ln>
        </p:spPr>
      </p:sp>
      <p:sp>
        <p:nvSpPr>
          <p:cNvPr id="17" name="S03-mark49"/>
          <p:cNvSpPr/>
          <p:nvPr/>
        </p:nvSpPr>
        <p:spPr>
          <a:xfrm flipV="1">
            <a:off x="1315212" y="2137046"/>
            <a:ext cx="0" cy="610660"/>
          </a:xfrm>
          <a:prstGeom prst="line">
            <a:avLst/>
          </a:prstGeom>
          <a:noFill/>
          <a:ln w="28575">
            <a:solidFill>
              <a:srgbClr val="1F2937"/>
            </a:solidFill>
            <a:prstDash val="solid"/>
          </a:ln>
        </p:spPr>
      </p:sp>
      <p:sp>
        <p:nvSpPr>
          <p:cNvPr id="18" name="S03-label51"/>
          <p:cNvSpPr txBox="1"/>
          <p:nvPr/>
        </p:nvSpPr>
        <p:spPr>
          <a:xfrm>
            <a:off x="11482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3-label53"/>
          <p:cNvSpPr txBox="1"/>
          <p:nvPr/>
        </p:nvSpPr>
        <p:spPr>
          <a:xfrm>
            <a:off x="42015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0" name="S03-label55"/>
          <p:cNvSpPr txBox="1"/>
          <p:nvPr/>
        </p:nvSpPr>
        <p:spPr>
          <a:xfrm>
            <a:off x="7254836"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03-label57"/>
          <p:cNvSpPr txBox="1"/>
          <p:nvPr/>
        </p:nvSpPr>
        <p:spPr>
          <a:xfrm>
            <a:off x="10158785" y="305760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2" name="S03-label59"/>
          <p:cNvSpPr txBox="1"/>
          <p:nvPr/>
        </p:nvSpPr>
        <p:spPr>
          <a:xfrm>
            <a:off x="849531" y="4838700"/>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3" name="S03-label61"/>
          <p:cNvSpPr txBox="1"/>
          <p:nvPr/>
        </p:nvSpPr>
        <p:spPr>
          <a:xfrm>
            <a:off x="4201535" y="483870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3-label63"/>
          <p:cNvSpPr txBox="1"/>
          <p:nvPr/>
        </p:nvSpPr>
        <p:spPr>
          <a:xfrm>
            <a:off x="740418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그림지도</a:t>
            </a:r>
            <a:endParaRPr lang="ko-KR" sz="4000" dirty="0"/>
          </a:p>
        </p:txBody>
      </p:sp>
      <p:sp>
        <p:nvSpPr>
          <p:cNvPr id="3" name="S04-card6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기호의 뜻은 범례에서 찾아요.</a:t>
            </a:r>
            <a:endParaRPr lang="ko-KR" sz="3000" dirty="0"/>
          </a:p>
        </p:txBody>
      </p:sp>
      <p:sp>
        <p:nvSpPr>
          <p:cNvPr id="5" name="S04-figure6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4-mark67"/>
          <p:cNvSpPr/>
          <p:nvPr/>
        </p:nvSpPr>
        <p:spPr>
          <a:xfrm>
            <a:off x="1218577"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4-mark68"/>
          <p:cNvSpPr/>
          <p:nvPr/>
        </p:nvSpPr>
        <p:spPr>
          <a:xfrm>
            <a:off x="179707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4-mark69"/>
          <p:cNvSpPr/>
          <p:nvPr/>
        </p:nvSpPr>
        <p:spPr>
          <a:xfrm>
            <a:off x="237557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4-mark70"/>
          <p:cNvSpPr/>
          <p:nvPr/>
        </p:nvSpPr>
        <p:spPr>
          <a:xfrm>
            <a:off x="295406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4-mark71"/>
          <p:cNvSpPr/>
          <p:nvPr/>
        </p:nvSpPr>
        <p:spPr>
          <a:xfrm>
            <a:off x="353256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4-mark72"/>
          <p:cNvSpPr/>
          <p:nvPr/>
        </p:nvSpPr>
        <p:spPr>
          <a:xfrm>
            <a:off x="411105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4-mark73"/>
          <p:cNvSpPr/>
          <p:nvPr/>
        </p:nvSpPr>
        <p:spPr>
          <a:xfrm>
            <a:off x="468955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4-mark74"/>
          <p:cNvSpPr/>
          <p:nvPr/>
        </p:nvSpPr>
        <p:spPr>
          <a:xfrm>
            <a:off x="5268052"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4-mark75"/>
          <p:cNvSpPr/>
          <p:nvPr/>
        </p:nvSpPr>
        <p:spPr>
          <a:xfrm>
            <a:off x="584654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4-mark76"/>
          <p:cNvSpPr/>
          <p:nvPr/>
        </p:nvSpPr>
        <p:spPr>
          <a:xfrm>
            <a:off x="1299566" y="2748893"/>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4-mark77"/>
          <p:cNvSpPr/>
          <p:nvPr/>
        </p:nvSpPr>
        <p:spPr>
          <a:xfrm>
            <a:off x="1507825" y="2748893"/>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4-mark78"/>
          <p:cNvSpPr/>
          <p:nvPr/>
        </p:nvSpPr>
        <p:spPr>
          <a:xfrm>
            <a:off x="3116045" y="2725753"/>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4-mark79"/>
          <p:cNvSpPr/>
          <p:nvPr/>
        </p:nvSpPr>
        <p:spPr>
          <a:xfrm>
            <a:off x="3202820" y="2424935"/>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4-mark80"/>
          <p:cNvSpPr/>
          <p:nvPr/>
        </p:nvSpPr>
        <p:spPr>
          <a:xfrm>
            <a:off x="3058196" y="2124117"/>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4-mark81"/>
          <p:cNvSpPr/>
          <p:nvPr/>
        </p:nvSpPr>
        <p:spPr>
          <a:xfrm>
            <a:off x="2566473" y="3894316"/>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4-mark82"/>
          <p:cNvSpPr/>
          <p:nvPr/>
        </p:nvSpPr>
        <p:spPr>
          <a:xfrm>
            <a:off x="2473914" y="4044725"/>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4-mark83"/>
          <p:cNvSpPr/>
          <p:nvPr/>
        </p:nvSpPr>
        <p:spPr>
          <a:xfrm>
            <a:off x="3069765" y="3871176"/>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4-mark84"/>
          <p:cNvSpPr/>
          <p:nvPr/>
        </p:nvSpPr>
        <p:spPr>
          <a:xfrm>
            <a:off x="5366397" y="3900101"/>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4-mark85"/>
          <p:cNvSpPr/>
          <p:nvPr/>
        </p:nvSpPr>
        <p:spPr>
          <a:xfrm>
            <a:off x="640080" y="2066267"/>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4-mark86"/>
          <p:cNvSpPr/>
          <p:nvPr/>
        </p:nvSpPr>
        <p:spPr>
          <a:xfrm>
            <a:off x="8036572" y="2293533"/>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4-mark87"/>
          <p:cNvSpPr/>
          <p:nvPr/>
        </p:nvSpPr>
        <p:spPr>
          <a:xfrm>
            <a:off x="8036572" y="2293533"/>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4-mark88"/>
          <p:cNvSpPr/>
          <p:nvPr/>
        </p:nvSpPr>
        <p:spPr>
          <a:xfrm>
            <a:off x="8244004" y="2626582"/>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4-mark89"/>
          <p:cNvSpPr/>
          <p:nvPr/>
        </p:nvSpPr>
        <p:spPr>
          <a:xfrm>
            <a:off x="9938586" y="2637739"/>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4-mark90"/>
          <p:cNvSpPr/>
          <p:nvPr/>
        </p:nvSpPr>
        <p:spPr>
          <a:xfrm>
            <a:off x="8299787" y="3176980"/>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4-mark91"/>
          <p:cNvSpPr/>
          <p:nvPr/>
        </p:nvSpPr>
        <p:spPr>
          <a:xfrm>
            <a:off x="8206815" y="2983597"/>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4-mark92"/>
          <p:cNvSpPr/>
          <p:nvPr/>
        </p:nvSpPr>
        <p:spPr>
          <a:xfrm>
            <a:off x="9927429" y="3013348"/>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4-mark93"/>
          <p:cNvSpPr/>
          <p:nvPr/>
        </p:nvSpPr>
        <p:spPr>
          <a:xfrm>
            <a:off x="10061309" y="3013348"/>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4-mark94"/>
          <p:cNvSpPr/>
          <p:nvPr/>
        </p:nvSpPr>
        <p:spPr>
          <a:xfrm>
            <a:off x="9998088" y="3377801"/>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4-mark95"/>
          <p:cNvSpPr/>
          <p:nvPr/>
        </p:nvSpPr>
        <p:spPr>
          <a:xfrm>
            <a:off x="9938586" y="3474493"/>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4-mark96"/>
          <p:cNvSpPr/>
          <p:nvPr/>
        </p:nvSpPr>
        <p:spPr>
          <a:xfrm>
            <a:off x="8214253" y="3734816"/>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4-mark97"/>
          <p:cNvSpPr/>
          <p:nvPr/>
        </p:nvSpPr>
        <p:spPr>
          <a:xfrm>
            <a:off x="5366397" y="2743108"/>
            <a:ext cx="381808" cy="381808"/>
          </a:xfrm>
          <a:prstGeom prst="ellipse">
            <a:avLst/>
          </a:prstGeom>
          <a:solidFill>
            <a:srgbClr val="FFFFFF"/>
          </a:solidFill>
          <a:ln w="25400">
            <a:solidFill>
              <a:srgbClr val="1F2937"/>
            </a:solidFill>
            <a:prstDash val="solid"/>
          </a:ln>
        </p:spPr>
      </p:sp>
      <p:sp>
        <p:nvSpPr>
          <p:cNvPr id="37" name="S04-mark98"/>
          <p:cNvSpPr/>
          <p:nvPr/>
        </p:nvSpPr>
        <p:spPr>
          <a:xfrm>
            <a:off x="5476311" y="2853022"/>
            <a:ext cx="161979" cy="161979"/>
          </a:xfrm>
          <a:prstGeom prst="ellipse">
            <a:avLst/>
          </a:prstGeom>
          <a:solidFill>
            <a:srgbClr val="264653"/>
          </a:solidFill>
          <a:ln w="12700">
            <a:solidFill>
              <a:srgbClr val="1F2937"/>
            </a:solidFill>
            <a:prstDash val="solid"/>
          </a:ln>
        </p:spPr>
      </p:sp>
      <p:sp>
        <p:nvSpPr>
          <p:cNvPr id="38" name="S04-mark99"/>
          <p:cNvSpPr/>
          <p:nvPr/>
        </p:nvSpPr>
        <p:spPr>
          <a:xfrm>
            <a:off x="8203096" y="3381520"/>
            <a:ext cx="245448" cy="245448"/>
          </a:xfrm>
          <a:prstGeom prst="ellipse">
            <a:avLst/>
          </a:prstGeom>
          <a:solidFill>
            <a:srgbClr val="FFFFFF"/>
          </a:solidFill>
          <a:ln w="25400">
            <a:solidFill>
              <a:srgbClr val="1F2937"/>
            </a:solidFill>
            <a:prstDash val="solid"/>
          </a:ln>
        </p:spPr>
      </p:sp>
      <p:sp>
        <p:nvSpPr>
          <p:cNvPr id="39" name="S04-mark100"/>
          <p:cNvSpPr/>
          <p:nvPr/>
        </p:nvSpPr>
        <p:spPr>
          <a:xfrm>
            <a:off x="8273755" y="3452179"/>
            <a:ext cx="104129" cy="104129"/>
          </a:xfrm>
          <a:prstGeom prst="ellipse">
            <a:avLst/>
          </a:prstGeom>
          <a:solidFill>
            <a:srgbClr val="264653"/>
          </a:solidFill>
          <a:ln w="12700">
            <a:solidFill>
              <a:srgbClr val="1F2937"/>
            </a:solidFill>
            <a:prstDash val="solid"/>
          </a:ln>
        </p:spPr>
      </p:sp>
      <p:sp>
        <p:nvSpPr>
          <p:cNvPr id="40" name="S04-mark101"/>
          <p:cNvSpPr/>
          <p:nvPr/>
        </p:nvSpPr>
        <p:spPr>
          <a:xfrm flipV="1">
            <a:off x="3116045" y="2725753"/>
            <a:ext cx="0" cy="416518"/>
          </a:xfrm>
          <a:prstGeom prst="line">
            <a:avLst/>
          </a:prstGeom>
          <a:noFill/>
          <a:ln w="28575">
            <a:solidFill>
              <a:srgbClr val="1F2937"/>
            </a:solidFill>
            <a:prstDash val="solid"/>
          </a:ln>
        </p:spPr>
      </p:sp>
      <p:sp>
        <p:nvSpPr>
          <p:cNvPr id="41" name="S04-mark102"/>
          <p:cNvSpPr/>
          <p:nvPr/>
        </p:nvSpPr>
        <p:spPr>
          <a:xfrm flipV="1">
            <a:off x="640080" y="2066267"/>
            <a:ext cx="0" cy="2313986"/>
          </a:xfrm>
          <a:prstGeom prst="line">
            <a:avLst/>
          </a:prstGeom>
          <a:noFill/>
          <a:ln w="9525">
            <a:solidFill>
              <a:srgbClr val="B8C2CC"/>
            </a:solidFill>
            <a:prstDash val="solid"/>
          </a:ln>
        </p:spPr>
      </p:sp>
      <p:sp>
        <p:nvSpPr>
          <p:cNvPr id="42" name="S04-mark103"/>
          <p:cNvSpPr/>
          <p:nvPr/>
        </p:nvSpPr>
        <p:spPr>
          <a:xfrm flipV="1">
            <a:off x="1218577" y="2066267"/>
            <a:ext cx="0" cy="2313986"/>
          </a:xfrm>
          <a:prstGeom prst="line">
            <a:avLst/>
          </a:prstGeom>
          <a:noFill/>
          <a:ln w="9525">
            <a:solidFill>
              <a:srgbClr val="B8C2CC"/>
            </a:solidFill>
            <a:prstDash val="solid"/>
          </a:ln>
        </p:spPr>
      </p:sp>
      <p:sp>
        <p:nvSpPr>
          <p:cNvPr id="43" name="S04-mark104"/>
          <p:cNvSpPr/>
          <p:nvPr/>
        </p:nvSpPr>
        <p:spPr>
          <a:xfrm flipV="1">
            <a:off x="1797073" y="2066267"/>
            <a:ext cx="0" cy="2313986"/>
          </a:xfrm>
          <a:prstGeom prst="line">
            <a:avLst/>
          </a:prstGeom>
          <a:noFill/>
          <a:ln w="9525">
            <a:solidFill>
              <a:srgbClr val="B8C2CC"/>
            </a:solidFill>
            <a:prstDash val="solid"/>
          </a:ln>
        </p:spPr>
      </p:sp>
      <p:sp>
        <p:nvSpPr>
          <p:cNvPr id="44" name="S04-mark105"/>
          <p:cNvSpPr/>
          <p:nvPr/>
        </p:nvSpPr>
        <p:spPr>
          <a:xfrm flipV="1">
            <a:off x="2375570" y="2066267"/>
            <a:ext cx="0" cy="2313986"/>
          </a:xfrm>
          <a:prstGeom prst="line">
            <a:avLst/>
          </a:prstGeom>
          <a:noFill/>
          <a:ln w="9525">
            <a:solidFill>
              <a:srgbClr val="B8C2CC"/>
            </a:solidFill>
            <a:prstDash val="solid"/>
          </a:ln>
        </p:spPr>
      </p:sp>
      <p:sp>
        <p:nvSpPr>
          <p:cNvPr id="45" name="S04-mark106"/>
          <p:cNvSpPr/>
          <p:nvPr/>
        </p:nvSpPr>
        <p:spPr>
          <a:xfrm flipV="1">
            <a:off x="2954066" y="2066267"/>
            <a:ext cx="0" cy="2313986"/>
          </a:xfrm>
          <a:prstGeom prst="line">
            <a:avLst/>
          </a:prstGeom>
          <a:noFill/>
          <a:ln w="9525">
            <a:solidFill>
              <a:srgbClr val="B8C2CC"/>
            </a:solidFill>
            <a:prstDash val="solid"/>
          </a:ln>
        </p:spPr>
      </p:sp>
      <p:sp>
        <p:nvSpPr>
          <p:cNvPr id="46" name="S04-mark107"/>
          <p:cNvSpPr/>
          <p:nvPr/>
        </p:nvSpPr>
        <p:spPr>
          <a:xfrm flipV="1">
            <a:off x="3532563" y="2066267"/>
            <a:ext cx="0" cy="2313986"/>
          </a:xfrm>
          <a:prstGeom prst="line">
            <a:avLst/>
          </a:prstGeom>
          <a:noFill/>
          <a:ln w="9525">
            <a:solidFill>
              <a:srgbClr val="B8C2CC"/>
            </a:solidFill>
            <a:prstDash val="solid"/>
          </a:ln>
        </p:spPr>
      </p:sp>
      <p:sp>
        <p:nvSpPr>
          <p:cNvPr id="47" name="S04-mark108"/>
          <p:cNvSpPr/>
          <p:nvPr/>
        </p:nvSpPr>
        <p:spPr>
          <a:xfrm flipV="1">
            <a:off x="4111059" y="2066267"/>
            <a:ext cx="0" cy="2313986"/>
          </a:xfrm>
          <a:prstGeom prst="line">
            <a:avLst/>
          </a:prstGeom>
          <a:noFill/>
          <a:ln w="9525">
            <a:solidFill>
              <a:srgbClr val="B8C2CC"/>
            </a:solidFill>
            <a:prstDash val="solid"/>
          </a:ln>
        </p:spPr>
      </p:sp>
      <p:sp>
        <p:nvSpPr>
          <p:cNvPr id="48" name="S04-mark109"/>
          <p:cNvSpPr/>
          <p:nvPr/>
        </p:nvSpPr>
        <p:spPr>
          <a:xfrm flipV="1">
            <a:off x="4689556" y="2066267"/>
            <a:ext cx="0" cy="2313986"/>
          </a:xfrm>
          <a:prstGeom prst="line">
            <a:avLst/>
          </a:prstGeom>
          <a:noFill/>
          <a:ln w="9525">
            <a:solidFill>
              <a:srgbClr val="B8C2CC"/>
            </a:solidFill>
            <a:prstDash val="solid"/>
          </a:ln>
        </p:spPr>
      </p:sp>
      <p:sp>
        <p:nvSpPr>
          <p:cNvPr id="49" name="S04-mark110"/>
          <p:cNvSpPr/>
          <p:nvPr/>
        </p:nvSpPr>
        <p:spPr>
          <a:xfrm flipV="1">
            <a:off x="5268052" y="2066267"/>
            <a:ext cx="0" cy="2313986"/>
          </a:xfrm>
          <a:prstGeom prst="line">
            <a:avLst/>
          </a:prstGeom>
          <a:noFill/>
          <a:ln w="9525">
            <a:solidFill>
              <a:srgbClr val="B8C2CC"/>
            </a:solidFill>
            <a:prstDash val="solid"/>
          </a:ln>
        </p:spPr>
      </p:sp>
      <p:sp>
        <p:nvSpPr>
          <p:cNvPr id="50" name="S04-mark111"/>
          <p:cNvSpPr/>
          <p:nvPr/>
        </p:nvSpPr>
        <p:spPr>
          <a:xfrm flipV="1">
            <a:off x="5846549" y="2066267"/>
            <a:ext cx="0" cy="2313986"/>
          </a:xfrm>
          <a:prstGeom prst="line">
            <a:avLst/>
          </a:prstGeom>
          <a:noFill/>
          <a:ln w="9525">
            <a:solidFill>
              <a:srgbClr val="B8C2CC"/>
            </a:solidFill>
            <a:prstDash val="solid"/>
          </a:ln>
        </p:spPr>
      </p:sp>
      <p:sp>
        <p:nvSpPr>
          <p:cNvPr id="51" name="S04-mark112"/>
          <p:cNvSpPr/>
          <p:nvPr/>
        </p:nvSpPr>
        <p:spPr>
          <a:xfrm flipV="1">
            <a:off x="6425045" y="2066267"/>
            <a:ext cx="0" cy="2313986"/>
          </a:xfrm>
          <a:prstGeom prst="line">
            <a:avLst/>
          </a:prstGeom>
          <a:noFill/>
          <a:ln w="9525">
            <a:solidFill>
              <a:srgbClr val="B8C2CC"/>
            </a:solidFill>
            <a:prstDash val="solid"/>
          </a:ln>
        </p:spPr>
      </p:sp>
      <p:sp>
        <p:nvSpPr>
          <p:cNvPr id="52" name="S04-mark113"/>
          <p:cNvSpPr/>
          <p:nvPr/>
        </p:nvSpPr>
        <p:spPr>
          <a:xfrm>
            <a:off x="640080" y="4380253"/>
            <a:ext cx="5784965" cy="0"/>
          </a:xfrm>
          <a:prstGeom prst="line">
            <a:avLst/>
          </a:prstGeom>
          <a:noFill/>
          <a:ln w="9525">
            <a:solidFill>
              <a:srgbClr val="B8C2CC"/>
            </a:solidFill>
            <a:prstDash val="solid"/>
          </a:ln>
        </p:spPr>
      </p:sp>
      <p:sp>
        <p:nvSpPr>
          <p:cNvPr id="53" name="S04-mark114"/>
          <p:cNvSpPr/>
          <p:nvPr/>
        </p:nvSpPr>
        <p:spPr>
          <a:xfrm>
            <a:off x="640080" y="3801757"/>
            <a:ext cx="5784965" cy="0"/>
          </a:xfrm>
          <a:prstGeom prst="line">
            <a:avLst/>
          </a:prstGeom>
          <a:noFill/>
          <a:ln w="9525">
            <a:solidFill>
              <a:srgbClr val="B8C2CC"/>
            </a:solidFill>
            <a:prstDash val="solid"/>
          </a:ln>
        </p:spPr>
      </p:sp>
      <p:sp>
        <p:nvSpPr>
          <p:cNvPr id="54" name="S04-mark115"/>
          <p:cNvSpPr/>
          <p:nvPr/>
        </p:nvSpPr>
        <p:spPr>
          <a:xfrm>
            <a:off x="640080" y="3223260"/>
            <a:ext cx="5784965" cy="0"/>
          </a:xfrm>
          <a:prstGeom prst="line">
            <a:avLst/>
          </a:prstGeom>
          <a:noFill/>
          <a:ln w="9525">
            <a:solidFill>
              <a:srgbClr val="B8C2CC"/>
            </a:solidFill>
            <a:prstDash val="solid"/>
          </a:ln>
        </p:spPr>
      </p:sp>
      <p:sp>
        <p:nvSpPr>
          <p:cNvPr id="55" name="S04-mark116"/>
          <p:cNvSpPr/>
          <p:nvPr/>
        </p:nvSpPr>
        <p:spPr>
          <a:xfrm>
            <a:off x="640080" y="2644763"/>
            <a:ext cx="5784965" cy="0"/>
          </a:xfrm>
          <a:prstGeom prst="line">
            <a:avLst/>
          </a:prstGeom>
          <a:noFill/>
          <a:ln w="9525">
            <a:solidFill>
              <a:srgbClr val="B8C2CC"/>
            </a:solidFill>
            <a:prstDash val="solid"/>
          </a:ln>
        </p:spPr>
      </p:sp>
      <p:sp>
        <p:nvSpPr>
          <p:cNvPr id="56" name="S04-mark117"/>
          <p:cNvSpPr/>
          <p:nvPr/>
        </p:nvSpPr>
        <p:spPr>
          <a:xfrm>
            <a:off x="640080" y="2066267"/>
            <a:ext cx="5784965" cy="0"/>
          </a:xfrm>
          <a:prstGeom prst="line">
            <a:avLst/>
          </a:prstGeom>
          <a:noFill/>
          <a:ln w="9525">
            <a:solidFill>
              <a:srgbClr val="B8C2CC"/>
            </a:solidFill>
            <a:prstDash val="solid"/>
          </a:ln>
        </p:spPr>
      </p:sp>
      <p:sp>
        <p:nvSpPr>
          <p:cNvPr id="57" name="S04-mark118"/>
          <p:cNvSpPr/>
          <p:nvPr/>
        </p:nvSpPr>
        <p:spPr>
          <a:xfrm flipV="1">
            <a:off x="7210148" y="2872030"/>
            <a:ext cx="0" cy="702460"/>
          </a:xfrm>
          <a:prstGeom prst="line">
            <a:avLst/>
          </a:prstGeom>
          <a:noFill/>
          <a:ln w="38100">
            <a:solidFill>
              <a:srgbClr val="1F2937"/>
            </a:solidFill>
            <a:prstDash val="solid"/>
            <a:tailEnd type="triangle"/>
          </a:ln>
        </p:spPr>
      </p:sp>
      <p:sp>
        <p:nvSpPr>
          <p:cNvPr id="58" name="S04-mark119"/>
          <p:cNvSpPr/>
          <p:nvPr/>
        </p:nvSpPr>
        <p:spPr>
          <a:xfrm>
            <a:off x="6858918" y="3223260"/>
            <a:ext cx="702460" cy="0"/>
          </a:xfrm>
          <a:prstGeom prst="line">
            <a:avLst/>
          </a:prstGeom>
          <a:noFill/>
          <a:ln w="25400">
            <a:solidFill>
              <a:srgbClr val="1F2937"/>
            </a:solidFill>
            <a:prstDash val="solid"/>
          </a:ln>
        </p:spPr>
      </p:sp>
      <p:sp>
        <p:nvSpPr>
          <p:cNvPr id="59" name="S04-mark120"/>
          <p:cNvSpPr/>
          <p:nvPr/>
        </p:nvSpPr>
        <p:spPr>
          <a:xfrm flipV="1">
            <a:off x="8244004" y="2626582"/>
            <a:ext cx="0" cy="267761"/>
          </a:xfrm>
          <a:prstGeom prst="line">
            <a:avLst/>
          </a:prstGeom>
          <a:noFill/>
          <a:ln w="28575">
            <a:solidFill>
              <a:srgbClr val="1F2937"/>
            </a:solidFill>
            <a:prstDash val="solid"/>
          </a:ln>
        </p:spPr>
      </p:sp>
      <p:sp>
        <p:nvSpPr>
          <p:cNvPr id="60" name="S04-label122"/>
          <p:cNvSpPr txBox="1"/>
          <p:nvPr/>
        </p:nvSpPr>
        <p:spPr>
          <a:xfrm>
            <a:off x="7005932" y="249558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4-label124"/>
          <p:cNvSpPr txBox="1"/>
          <p:nvPr/>
        </p:nvSpPr>
        <p:spPr>
          <a:xfrm>
            <a:off x="7005932" y="356993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4-label126"/>
          <p:cNvSpPr txBox="1"/>
          <p:nvPr/>
        </p:nvSpPr>
        <p:spPr>
          <a:xfrm>
            <a:off x="754310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4-label128"/>
          <p:cNvSpPr txBox="1"/>
          <p:nvPr/>
        </p:nvSpPr>
        <p:spPr>
          <a:xfrm>
            <a:off x="646875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4-label130"/>
          <p:cNvSpPr txBox="1"/>
          <p:nvPr/>
        </p:nvSpPr>
        <p:spPr>
          <a:xfrm>
            <a:off x="9439154" y="225798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4-label132"/>
          <p:cNvSpPr txBox="1"/>
          <p:nvPr/>
        </p:nvSpPr>
        <p:spPr>
          <a:xfrm>
            <a:off x="879867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4-label134"/>
          <p:cNvSpPr txBox="1"/>
          <p:nvPr/>
        </p:nvSpPr>
        <p:spPr>
          <a:xfrm>
            <a:off x="1053416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4-label136"/>
          <p:cNvSpPr txBox="1"/>
          <p:nvPr/>
        </p:nvSpPr>
        <p:spPr>
          <a:xfrm>
            <a:off x="8798675" y="294185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4-label138"/>
          <p:cNvSpPr txBox="1"/>
          <p:nvPr/>
        </p:nvSpPr>
        <p:spPr>
          <a:xfrm>
            <a:off x="10384813" y="294185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4-label140"/>
          <p:cNvSpPr txBox="1"/>
          <p:nvPr/>
        </p:nvSpPr>
        <p:spPr>
          <a:xfrm>
            <a:off x="8499971" y="3313744"/>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4-label142"/>
          <p:cNvSpPr txBox="1"/>
          <p:nvPr/>
        </p:nvSpPr>
        <p:spPr>
          <a:xfrm>
            <a:off x="10534165" y="3313744"/>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4-label144"/>
          <p:cNvSpPr txBox="1"/>
          <p:nvPr/>
        </p:nvSpPr>
        <p:spPr>
          <a:xfrm>
            <a:off x="8948027" y="3685635"/>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기호가 나타내는 곳</a:t>
            </a:r>
            <a:endParaRPr lang="ko-KR" sz="4000" dirty="0"/>
          </a:p>
        </p:txBody>
      </p:sp>
      <p:sp>
        <p:nvSpPr>
          <p:cNvPr id="3" name="S05-card145"/>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5-cardtext146"/>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나무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펼친 책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 바로 옆에 있는 곳은?</a:t>
            </a:r>
            <a:endParaRPr lang="ko-KR" sz="3000" dirty="0"/>
          </a:p>
        </p:txBody>
      </p:sp>
      <p:sp>
        <p:nvSpPr>
          <p:cNvPr id="5" name="S05-figure147"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5-mark148"/>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5-mark149"/>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5-mark150"/>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5-mark151"/>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5-mark152"/>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5-mark153"/>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5-mark154"/>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5-mark155"/>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5-mark156"/>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5-mark157"/>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5-mark158"/>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5-mark159"/>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5-mark160"/>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5-mark161"/>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5-mark162"/>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5-mark163"/>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5-mark164"/>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5-mark165"/>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5-mark166"/>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5-mark167"/>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5-mark168"/>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5-mark169"/>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5-mark170"/>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5-mark171"/>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5-mark172"/>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5-mark173"/>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5-mark174"/>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5-mark175"/>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5-mark176"/>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5-mark177"/>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5-mark178"/>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5-mark179"/>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5-mark180"/>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5-mark181"/>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5-mark182"/>
          <p:cNvSpPr/>
          <p:nvPr/>
        </p:nvSpPr>
        <p:spPr>
          <a:xfrm flipV="1">
            <a:off x="3116045" y="2298271"/>
            <a:ext cx="0" cy="416518"/>
          </a:xfrm>
          <a:prstGeom prst="line">
            <a:avLst/>
          </a:prstGeom>
          <a:noFill/>
          <a:ln w="28575">
            <a:solidFill>
              <a:srgbClr val="1F2937"/>
            </a:solidFill>
            <a:prstDash val="solid"/>
          </a:ln>
        </p:spPr>
      </p:sp>
      <p:sp>
        <p:nvSpPr>
          <p:cNvPr id="41" name="S05-mark183"/>
          <p:cNvSpPr/>
          <p:nvPr/>
        </p:nvSpPr>
        <p:spPr>
          <a:xfrm flipV="1">
            <a:off x="640080" y="1638785"/>
            <a:ext cx="0" cy="2313986"/>
          </a:xfrm>
          <a:prstGeom prst="line">
            <a:avLst/>
          </a:prstGeom>
          <a:noFill/>
          <a:ln w="9525">
            <a:solidFill>
              <a:srgbClr val="B8C2CC"/>
            </a:solidFill>
            <a:prstDash val="solid"/>
          </a:ln>
        </p:spPr>
      </p:sp>
      <p:sp>
        <p:nvSpPr>
          <p:cNvPr id="42" name="S05-mark184"/>
          <p:cNvSpPr/>
          <p:nvPr/>
        </p:nvSpPr>
        <p:spPr>
          <a:xfrm flipV="1">
            <a:off x="1218577" y="1638785"/>
            <a:ext cx="0" cy="2313986"/>
          </a:xfrm>
          <a:prstGeom prst="line">
            <a:avLst/>
          </a:prstGeom>
          <a:noFill/>
          <a:ln w="9525">
            <a:solidFill>
              <a:srgbClr val="B8C2CC"/>
            </a:solidFill>
            <a:prstDash val="solid"/>
          </a:ln>
        </p:spPr>
      </p:sp>
      <p:sp>
        <p:nvSpPr>
          <p:cNvPr id="43" name="S05-mark185"/>
          <p:cNvSpPr/>
          <p:nvPr/>
        </p:nvSpPr>
        <p:spPr>
          <a:xfrm flipV="1">
            <a:off x="1797073" y="1638785"/>
            <a:ext cx="0" cy="2313986"/>
          </a:xfrm>
          <a:prstGeom prst="line">
            <a:avLst/>
          </a:prstGeom>
          <a:noFill/>
          <a:ln w="9525">
            <a:solidFill>
              <a:srgbClr val="B8C2CC"/>
            </a:solidFill>
            <a:prstDash val="solid"/>
          </a:ln>
        </p:spPr>
      </p:sp>
      <p:sp>
        <p:nvSpPr>
          <p:cNvPr id="44" name="S05-mark186"/>
          <p:cNvSpPr/>
          <p:nvPr/>
        </p:nvSpPr>
        <p:spPr>
          <a:xfrm flipV="1">
            <a:off x="2375570" y="1638785"/>
            <a:ext cx="0" cy="2313986"/>
          </a:xfrm>
          <a:prstGeom prst="line">
            <a:avLst/>
          </a:prstGeom>
          <a:noFill/>
          <a:ln w="9525">
            <a:solidFill>
              <a:srgbClr val="B8C2CC"/>
            </a:solidFill>
            <a:prstDash val="solid"/>
          </a:ln>
        </p:spPr>
      </p:sp>
      <p:sp>
        <p:nvSpPr>
          <p:cNvPr id="45" name="S05-mark187"/>
          <p:cNvSpPr/>
          <p:nvPr/>
        </p:nvSpPr>
        <p:spPr>
          <a:xfrm flipV="1">
            <a:off x="2954066" y="1638785"/>
            <a:ext cx="0" cy="2313986"/>
          </a:xfrm>
          <a:prstGeom prst="line">
            <a:avLst/>
          </a:prstGeom>
          <a:noFill/>
          <a:ln w="9525">
            <a:solidFill>
              <a:srgbClr val="B8C2CC"/>
            </a:solidFill>
            <a:prstDash val="solid"/>
          </a:ln>
        </p:spPr>
      </p:sp>
      <p:sp>
        <p:nvSpPr>
          <p:cNvPr id="46" name="S05-mark188"/>
          <p:cNvSpPr/>
          <p:nvPr/>
        </p:nvSpPr>
        <p:spPr>
          <a:xfrm flipV="1">
            <a:off x="3532563" y="1638785"/>
            <a:ext cx="0" cy="2313986"/>
          </a:xfrm>
          <a:prstGeom prst="line">
            <a:avLst/>
          </a:prstGeom>
          <a:noFill/>
          <a:ln w="9525">
            <a:solidFill>
              <a:srgbClr val="B8C2CC"/>
            </a:solidFill>
            <a:prstDash val="solid"/>
          </a:ln>
        </p:spPr>
      </p:sp>
      <p:sp>
        <p:nvSpPr>
          <p:cNvPr id="47" name="S05-mark189"/>
          <p:cNvSpPr/>
          <p:nvPr/>
        </p:nvSpPr>
        <p:spPr>
          <a:xfrm flipV="1">
            <a:off x="4111059" y="1638785"/>
            <a:ext cx="0" cy="2313986"/>
          </a:xfrm>
          <a:prstGeom prst="line">
            <a:avLst/>
          </a:prstGeom>
          <a:noFill/>
          <a:ln w="9525">
            <a:solidFill>
              <a:srgbClr val="B8C2CC"/>
            </a:solidFill>
            <a:prstDash val="solid"/>
          </a:ln>
        </p:spPr>
      </p:sp>
      <p:sp>
        <p:nvSpPr>
          <p:cNvPr id="48" name="S05-mark190"/>
          <p:cNvSpPr/>
          <p:nvPr/>
        </p:nvSpPr>
        <p:spPr>
          <a:xfrm flipV="1">
            <a:off x="4689556" y="1638785"/>
            <a:ext cx="0" cy="2313986"/>
          </a:xfrm>
          <a:prstGeom prst="line">
            <a:avLst/>
          </a:prstGeom>
          <a:noFill/>
          <a:ln w="9525">
            <a:solidFill>
              <a:srgbClr val="B8C2CC"/>
            </a:solidFill>
            <a:prstDash val="solid"/>
          </a:ln>
        </p:spPr>
      </p:sp>
      <p:sp>
        <p:nvSpPr>
          <p:cNvPr id="49" name="S05-mark191"/>
          <p:cNvSpPr/>
          <p:nvPr/>
        </p:nvSpPr>
        <p:spPr>
          <a:xfrm flipV="1">
            <a:off x="5268052" y="1638785"/>
            <a:ext cx="0" cy="2313986"/>
          </a:xfrm>
          <a:prstGeom prst="line">
            <a:avLst/>
          </a:prstGeom>
          <a:noFill/>
          <a:ln w="9525">
            <a:solidFill>
              <a:srgbClr val="B8C2CC"/>
            </a:solidFill>
            <a:prstDash val="solid"/>
          </a:ln>
        </p:spPr>
      </p:sp>
      <p:sp>
        <p:nvSpPr>
          <p:cNvPr id="50" name="S05-mark192"/>
          <p:cNvSpPr/>
          <p:nvPr/>
        </p:nvSpPr>
        <p:spPr>
          <a:xfrm flipV="1">
            <a:off x="5846549" y="1638785"/>
            <a:ext cx="0" cy="2313986"/>
          </a:xfrm>
          <a:prstGeom prst="line">
            <a:avLst/>
          </a:prstGeom>
          <a:noFill/>
          <a:ln w="9525">
            <a:solidFill>
              <a:srgbClr val="B8C2CC"/>
            </a:solidFill>
            <a:prstDash val="solid"/>
          </a:ln>
        </p:spPr>
      </p:sp>
      <p:sp>
        <p:nvSpPr>
          <p:cNvPr id="51" name="S05-mark193"/>
          <p:cNvSpPr/>
          <p:nvPr/>
        </p:nvSpPr>
        <p:spPr>
          <a:xfrm flipV="1">
            <a:off x="6425045" y="1638785"/>
            <a:ext cx="0" cy="2313986"/>
          </a:xfrm>
          <a:prstGeom prst="line">
            <a:avLst/>
          </a:prstGeom>
          <a:noFill/>
          <a:ln w="9525">
            <a:solidFill>
              <a:srgbClr val="B8C2CC"/>
            </a:solidFill>
            <a:prstDash val="solid"/>
          </a:ln>
        </p:spPr>
      </p:sp>
      <p:sp>
        <p:nvSpPr>
          <p:cNvPr id="52" name="S05-mark194"/>
          <p:cNvSpPr/>
          <p:nvPr/>
        </p:nvSpPr>
        <p:spPr>
          <a:xfrm>
            <a:off x="640080" y="3952771"/>
            <a:ext cx="5784965" cy="0"/>
          </a:xfrm>
          <a:prstGeom prst="line">
            <a:avLst/>
          </a:prstGeom>
          <a:noFill/>
          <a:ln w="9525">
            <a:solidFill>
              <a:srgbClr val="B8C2CC"/>
            </a:solidFill>
            <a:prstDash val="solid"/>
          </a:ln>
        </p:spPr>
      </p:sp>
      <p:sp>
        <p:nvSpPr>
          <p:cNvPr id="53" name="S05-mark195"/>
          <p:cNvSpPr/>
          <p:nvPr/>
        </p:nvSpPr>
        <p:spPr>
          <a:xfrm>
            <a:off x="640080" y="3374275"/>
            <a:ext cx="5784965" cy="0"/>
          </a:xfrm>
          <a:prstGeom prst="line">
            <a:avLst/>
          </a:prstGeom>
          <a:noFill/>
          <a:ln w="9525">
            <a:solidFill>
              <a:srgbClr val="B8C2CC"/>
            </a:solidFill>
            <a:prstDash val="solid"/>
          </a:ln>
        </p:spPr>
      </p:sp>
      <p:sp>
        <p:nvSpPr>
          <p:cNvPr id="54" name="S05-mark196"/>
          <p:cNvSpPr/>
          <p:nvPr/>
        </p:nvSpPr>
        <p:spPr>
          <a:xfrm>
            <a:off x="640080" y="2795778"/>
            <a:ext cx="5784965" cy="0"/>
          </a:xfrm>
          <a:prstGeom prst="line">
            <a:avLst/>
          </a:prstGeom>
          <a:noFill/>
          <a:ln w="9525">
            <a:solidFill>
              <a:srgbClr val="B8C2CC"/>
            </a:solidFill>
            <a:prstDash val="solid"/>
          </a:ln>
        </p:spPr>
      </p:sp>
      <p:sp>
        <p:nvSpPr>
          <p:cNvPr id="55" name="S05-mark197"/>
          <p:cNvSpPr/>
          <p:nvPr/>
        </p:nvSpPr>
        <p:spPr>
          <a:xfrm>
            <a:off x="640080" y="2217281"/>
            <a:ext cx="5784965" cy="0"/>
          </a:xfrm>
          <a:prstGeom prst="line">
            <a:avLst/>
          </a:prstGeom>
          <a:noFill/>
          <a:ln w="9525">
            <a:solidFill>
              <a:srgbClr val="B8C2CC"/>
            </a:solidFill>
            <a:prstDash val="solid"/>
          </a:ln>
        </p:spPr>
      </p:sp>
      <p:sp>
        <p:nvSpPr>
          <p:cNvPr id="56" name="S05-mark198"/>
          <p:cNvSpPr/>
          <p:nvPr/>
        </p:nvSpPr>
        <p:spPr>
          <a:xfrm>
            <a:off x="640080" y="1638785"/>
            <a:ext cx="5784965" cy="0"/>
          </a:xfrm>
          <a:prstGeom prst="line">
            <a:avLst/>
          </a:prstGeom>
          <a:noFill/>
          <a:ln w="9525">
            <a:solidFill>
              <a:srgbClr val="B8C2CC"/>
            </a:solidFill>
            <a:prstDash val="solid"/>
          </a:ln>
        </p:spPr>
      </p:sp>
      <p:sp>
        <p:nvSpPr>
          <p:cNvPr id="57" name="S05-mark199"/>
          <p:cNvSpPr/>
          <p:nvPr/>
        </p:nvSpPr>
        <p:spPr>
          <a:xfrm flipV="1">
            <a:off x="7210148" y="2444548"/>
            <a:ext cx="0" cy="702460"/>
          </a:xfrm>
          <a:prstGeom prst="line">
            <a:avLst/>
          </a:prstGeom>
          <a:noFill/>
          <a:ln w="38100">
            <a:solidFill>
              <a:srgbClr val="1F2937"/>
            </a:solidFill>
            <a:prstDash val="solid"/>
            <a:tailEnd type="triangle"/>
          </a:ln>
        </p:spPr>
      </p:sp>
      <p:sp>
        <p:nvSpPr>
          <p:cNvPr id="58" name="S05-mark200"/>
          <p:cNvSpPr/>
          <p:nvPr/>
        </p:nvSpPr>
        <p:spPr>
          <a:xfrm>
            <a:off x="6858918" y="2795778"/>
            <a:ext cx="702460" cy="0"/>
          </a:xfrm>
          <a:prstGeom prst="line">
            <a:avLst/>
          </a:prstGeom>
          <a:noFill/>
          <a:ln w="25400">
            <a:solidFill>
              <a:srgbClr val="1F2937"/>
            </a:solidFill>
            <a:prstDash val="solid"/>
          </a:ln>
        </p:spPr>
      </p:sp>
      <p:sp>
        <p:nvSpPr>
          <p:cNvPr id="59" name="S05-mark201"/>
          <p:cNvSpPr/>
          <p:nvPr/>
        </p:nvSpPr>
        <p:spPr>
          <a:xfrm flipV="1">
            <a:off x="8244004" y="2199100"/>
            <a:ext cx="0" cy="267761"/>
          </a:xfrm>
          <a:prstGeom prst="line">
            <a:avLst/>
          </a:prstGeom>
          <a:noFill/>
          <a:ln w="28575">
            <a:solidFill>
              <a:srgbClr val="1F2937"/>
            </a:solidFill>
            <a:prstDash val="solid"/>
          </a:ln>
        </p:spPr>
      </p:sp>
      <p:sp>
        <p:nvSpPr>
          <p:cNvPr id="60" name="S05-label203"/>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5-label205"/>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5-label207"/>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5-label209"/>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5-label211"/>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5-label213"/>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15"/>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5-label217"/>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5-label219"/>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5-label221"/>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5-label223"/>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5-label225"/>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기호를 만들어 봐요</a:t>
            </a:r>
            <a:endParaRPr lang="ko-KR" sz="4000" dirty="0"/>
          </a:p>
        </p:txBody>
      </p:sp>
      <p:sp>
        <p:nvSpPr>
          <p:cNvPr id="3" name="S06-text2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종이에 기호를 그리고 뜻도 적어요.</a:t>
            </a:r>
            <a:endParaRPr lang="ko-KR" sz="3000" dirty="0"/>
          </a:p>
        </p:txBody>
      </p:sp>
      <p:sp>
        <p:nvSpPr>
          <p:cNvPr id="4" name="S06-card22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2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간단하게 · 특징이 드러나게 · 헷갈리지 않게</a:t>
            </a:r>
            <a:endParaRPr lang="ko-KR" sz="3000" dirty="0"/>
          </a:p>
        </p:txBody>
      </p:sp>
      <p:sp>
        <p:nvSpPr>
          <p:cNvPr id="6" name="S06-chip229"/>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6-text230"/>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소방서</a:t>
            </a:r>
            <a:endParaRPr lang="ko-KR" sz="3000" dirty="0"/>
          </a:p>
        </p:txBody>
      </p:sp>
      <p:sp>
        <p:nvSpPr>
          <p:cNvPr id="8" name="S06-chip23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6-text232"/>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우체국</a:t>
            </a:r>
            <a:endParaRPr lang="ko-KR" sz="3000" dirty="0"/>
          </a:p>
        </p:txBody>
      </p:sp>
      <p:sp>
        <p:nvSpPr>
          <p:cNvPr id="10" name="S06-chip233"/>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6-text234"/>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방위표와 동서남북</a:t>
            </a:r>
            <a:endParaRPr lang="ko-KR" sz="4000" dirty="0"/>
          </a:p>
        </p:txBody>
      </p:sp>
      <p:sp>
        <p:nvSpPr>
          <p:cNvPr id="3" name="S07-card23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2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그림지도에서는 보통 위쪽이 북쪽이에요.</a:t>
            </a:r>
            <a:endParaRPr lang="ko-KR" sz="3000" dirty="0"/>
          </a:p>
        </p:txBody>
      </p:sp>
      <p:sp>
        <p:nvSpPr>
          <p:cNvPr id="5" name="S07-figure237" descr="방위표: 위쪽 화살표 끝이 북, 아래가 남, 오른쪽이 동, 왼쪽이 서"/>
          <p:cNvSpPr/>
          <p:nvPr/>
        </p:nvSpPr>
        <p:spPr>
          <a:xfrm flipV="1">
            <a:off x="3230118" y="1959102"/>
            <a:ext cx="0" cy="2528316"/>
          </a:xfrm>
          <a:prstGeom prst="line">
            <a:avLst/>
          </a:prstGeom>
          <a:noFill/>
          <a:ln w="38100">
            <a:solidFill>
              <a:srgbClr val="1F2937"/>
            </a:solidFill>
            <a:prstDash val="solid"/>
            <a:tailEnd type="triangle"/>
          </a:ln>
        </p:spPr>
      </p:sp>
      <p:sp>
        <p:nvSpPr>
          <p:cNvPr id="6" name="S07-mark238"/>
          <p:cNvSpPr/>
          <p:nvPr/>
        </p:nvSpPr>
        <p:spPr>
          <a:xfrm>
            <a:off x="1965960" y="3223260"/>
            <a:ext cx="2528316" cy="0"/>
          </a:xfrm>
          <a:prstGeom prst="line">
            <a:avLst/>
          </a:prstGeom>
          <a:noFill/>
          <a:ln w="25400">
            <a:solidFill>
              <a:srgbClr val="1F2937"/>
            </a:solidFill>
            <a:prstDash val="solid"/>
          </a:ln>
        </p:spPr>
      </p:sp>
      <p:sp>
        <p:nvSpPr>
          <p:cNvPr id="7" name="S07-label240"/>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7-label242"/>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7-label244"/>
          <p:cNvSpPr txBox="1"/>
          <p:nvPr/>
        </p:nvSpPr>
        <p:spPr>
          <a:xfrm>
            <a:off x="483184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7-label246"/>
          <p:cNvSpPr txBox="1"/>
          <p:nvPr/>
        </p:nvSpPr>
        <p:spPr>
          <a:xfrm>
            <a:off x="121996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7-card247"/>
          <p:cNvSpPr/>
          <p:nvPr/>
        </p:nvSpPr>
        <p:spPr>
          <a:xfrm>
            <a:off x="6277356" y="1496568"/>
            <a:ext cx="5362956" cy="868680"/>
          </a:xfrm>
          <a:prstGeom prst="roundRect">
            <a:avLst>
              <a:gd name="adj" fmla="val 12632"/>
            </a:avLst>
          </a:prstGeom>
          <a:solidFill>
            <a:srgbClr val="EAF3F1"/>
          </a:solidFill>
          <a:ln w="12700">
            <a:solidFill>
              <a:srgbClr val="EAF3F1"/>
            </a:solidFill>
            <a:prstDash val="solid"/>
          </a:ln>
        </p:spPr>
      </p:sp>
      <p:sp>
        <p:nvSpPr>
          <p:cNvPr id="12" name="S07-cardtext248"/>
          <p:cNvSpPr txBox="1"/>
          <p:nvPr/>
        </p:nvSpPr>
        <p:spPr>
          <a:xfrm>
            <a:off x="6551676" y="1633728"/>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화살표 쪽이 북쪽</a:t>
            </a:r>
            <a:endParaRPr lang="ko-KR" sz="3000" dirty="0"/>
          </a:p>
        </p:txBody>
      </p:sp>
      <p:sp>
        <p:nvSpPr>
          <p:cNvPr id="13" name="S07-card249"/>
          <p:cNvSpPr/>
          <p:nvPr/>
        </p:nvSpPr>
        <p:spPr>
          <a:xfrm>
            <a:off x="6277356" y="2593848"/>
            <a:ext cx="5362956" cy="1258824"/>
          </a:xfrm>
          <a:prstGeom prst="roundRect">
            <a:avLst>
              <a:gd name="adj" fmla="val 8717"/>
            </a:avLst>
          </a:prstGeom>
          <a:solidFill>
            <a:srgbClr val="EAF3F1"/>
          </a:solidFill>
          <a:ln w="12700">
            <a:solidFill>
              <a:srgbClr val="EAF3F1"/>
            </a:solidFill>
            <a:prstDash val="solid"/>
          </a:ln>
        </p:spPr>
      </p:sp>
      <p:sp>
        <p:nvSpPr>
          <p:cNvPr id="14" name="S07-cardtext250"/>
          <p:cNvSpPr txBox="1"/>
          <p:nvPr/>
        </p:nvSpPr>
        <p:spPr>
          <a:xfrm>
            <a:off x="6551676" y="2731008"/>
            <a:ext cx="481431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a:t>
            </a:r>
            <a:endParaRPr lang="ko-KR" sz="3000" dirty="0"/>
          </a:p>
        </p:txBody>
      </p:sp>
      <p:sp>
        <p:nvSpPr>
          <p:cNvPr id="15" name="S07-card251"/>
          <p:cNvSpPr/>
          <p:nvPr/>
        </p:nvSpPr>
        <p:spPr>
          <a:xfrm>
            <a:off x="6277356" y="4081272"/>
            <a:ext cx="5362956" cy="868680"/>
          </a:xfrm>
          <a:prstGeom prst="roundRect">
            <a:avLst>
              <a:gd name="adj" fmla="val 12632"/>
            </a:avLst>
          </a:prstGeom>
          <a:solidFill>
            <a:srgbClr val="EAF3F1"/>
          </a:solidFill>
          <a:ln w="12700">
            <a:solidFill>
              <a:srgbClr val="EAF3F1"/>
            </a:solidFill>
            <a:prstDash val="solid"/>
          </a:ln>
        </p:spPr>
      </p:sp>
      <p:sp>
        <p:nvSpPr>
          <p:cNvPr id="16" name="S07-cardtext252"/>
          <p:cNvSpPr txBox="1"/>
          <p:nvPr/>
        </p:nvSpPr>
        <p:spPr>
          <a:xfrm>
            <a:off x="6551676" y="4218432"/>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왼쪽은 서쪽, 뒤는 남쪽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방위로 위치 말하기</a:t>
            </a:r>
            <a:endParaRPr lang="ko-KR" sz="4000" dirty="0"/>
          </a:p>
        </p:txBody>
      </p:sp>
      <p:sp>
        <p:nvSpPr>
          <p:cNvPr id="3" name="S08-card25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8-cardtext25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방위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학교의 북쪽에 있어요.</a:t>
            </a:r>
            <a:endParaRPr lang="ko-KR" sz="3000" dirty="0"/>
          </a:p>
        </p:txBody>
      </p:sp>
      <p:sp>
        <p:nvSpPr>
          <p:cNvPr id="5" name="S08-figure255"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8-mark256"/>
          <p:cNvSpPr/>
          <p:nvPr/>
        </p:nvSpPr>
        <p:spPr>
          <a:xfrm>
            <a:off x="1218577"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8-mark257"/>
          <p:cNvSpPr/>
          <p:nvPr/>
        </p:nvSpPr>
        <p:spPr>
          <a:xfrm>
            <a:off x="179707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8-mark258"/>
          <p:cNvSpPr/>
          <p:nvPr/>
        </p:nvSpPr>
        <p:spPr>
          <a:xfrm>
            <a:off x="237557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8-mark259"/>
          <p:cNvSpPr/>
          <p:nvPr/>
        </p:nvSpPr>
        <p:spPr>
          <a:xfrm>
            <a:off x="295406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8-mark260"/>
          <p:cNvSpPr/>
          <p:nvPr/>
        </p:nvSpPr>
        <p:spPr>
          <a:xfrm>
            <a:off x="353256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8-mark261"/>
          <p:cNvSpPr/>
          <p:nvPr/>
        </p:nvSpPr>
        <p:spPr>
          <a:xfrm>
            <a:off x="411105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8-mark262"/>
          <p:cNvSpPr/>
          <p:nvPr/>
        </p:nvSpPr>
        <p:spPr>
          <a:xfrm>
            <a:off x="468955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8-mark263"/>
          <p:cNvSpPr/>
          <p:nvPr/>
        </p:nvSpPr>
        <p:spPr>
          <a:xfrm>
            <a:off x="5268052"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8-mark264"/>
          <p:cNvSpPr/>
          <p:nvPr/>
        </p:nvSpPr>
        <p:spPr>
          <a:xfrm>
            <a:off x="584654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8-mark265"/>
          <p:cNvSpPr/>
          <p:nvPr/>
        </p:nvSpPr>
        <p:spPr>
          <a:xfrm>
            <a:off x="1299566" y="255382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8-mark266"/>
          <p:cNvSpPr/>
          <p:nvPr/>
        </p:nvSpPr>
        <p:spPr>
          <a:xfrm>
            <a:off x="1507825" y="255382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8-mark267"/>
          <p:cNvSpPr/>
          <p:nvPr/>
        </p:nvSpPr>
        <p:spPr>
          <a:xfrm>
            <a:off x="3116045" y="253068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8-mark268"/>
          <p:cNvSpPr/>
          <p:nvPr/>
        </p:nvSpPr>
        <p:spPr>
          <a:xfrm>
            <a:off x="3202820" y="222986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8-mark269"/>
          <p:cNvSpPr/>
          <p:nvPr/>
        </p:nvSpPr>
        <p:spPr>
          <a:xfrm>
            <a:off x="3058196" y="192904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8-mark270"/>
          <p:cNvSpPr/>
          <p:nvPr/>
        </p:nvSpPr>
        <p:spPr>
          <a:xfrm>
            <a:off x="2566473" y="369924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8-mark271"/>
          <p:cNvSpPr/>
          <p:nvPr/>
        </p:nvSpPr>
        <p:spPr>
          <a:xfrm>
            <a:off x="2473914" y="384965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8-mark272"/>
          <p:cNvSpPr/>
          <p:nvPr/>
        </p:nvSpPr>
        <p:spPr>
          <a:xfrm>
            <a:off x="3069765" y="367610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8-mark273"/>
          <p:cNvSpPr/>
          <p:nvPr/>
        </p:nvSpPr>
        <p:spPr>
          <a:xfrm>
            <a:off x="5366397" y="370502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8-mark274"/>
          <p:cNvSpPr/>
          <p:nvPr/>
        </p:nvSpPr>
        <p:spPr>
          <a:xfrm>
            <a:off x="640080" y="187119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8-mark275"/>
          <p:cNvSpPr/>
          <p:nvPr/>
        </p:nvSpPr>
        <p:spPr>
          <a:xfrm>
            <a:off x="8036572" y="209846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8-mark276"/>
          <p:cNvSpPr/>
          <p:nvPr/>
        </p:nvSpPr>
        <p:spPr>
          <a:xfrm>
            <a:off x="8036572" y="209846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8-mark277"/>
          <p:cNvSpPr/>
          <p:nvPr/>
        </p:nvSpPr>
        <p:spPr>
          <a:xfrm>
            <a:off x="8244004" y="243151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8-mark278"/>
          <p:cNvSpPr/>
          <p:nvPr/>
        </p:nvSpPr>
        <p:spPr>
          <a:xfrm>
            <a:off x="9938586" y="244266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8-mark279"/>
          <p:cNvSpPr/>
          <p:nvPr/>
        </p:nvSpPr>
        <p:spPr>
          <a:xfrm>
            <a:off x="8299787" y="298190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8-mark280"/>
          <p:cNvSpPr/>
          <p:nvPr/>
        </p:nvSpPr>
        <p:spPr>
          <a:xfrm>
            <a:off x="8206815" y="278852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8-mark281"/>
          <p:cNvSpPr/>
          <p:nvPr/>
        </p:nvSpPr>
        <p:spPr>
          <a:xfrm>
            <a:off x="9927429" y="281827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8-mark282"/>
          <p:cNvSpPr/>
          <p:nvPr/>
        </p:nvSpPr>
        <p:spPr>
          <a:xfrm>
            <a:off x="10061309" y="281827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8-mark283"/>
          <p:cNvSpPr/>
          <p:nvPr/>
        </p:nvSpPr>
        <p:spPr>
          <a:xfrm>
            <a:off x="9998088" y="318272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8-mark284"/>
          <p:cNvSpPr/>
          <p:nvPr/>
        </p:nvSpPr>
        <p:spPr>
          <a:xfrm>
            <a:off x="9938586" y="327942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8-mark285"/>
          <p:cNvSpPr/>
          <p:nvPr/>
        </p:nvSpPr>
        <p:spPr>
          <a:xfrm>
            <a:off x="8214253" y="353974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8-mark286"/>
          <p:cNvSpPr/>
          <p:nvPr/>
        </p:nvSpPr>
        <p:spPr>
          <a:xfrm>
            <a:off x="5366397" y="2548036"/>
            <a:ext cx="381808" cy="381808"/>
          </a:xfrm>
          <a:prstGeom prst="ellipse">
            <a:avLst/>
          </a:prstGeom>
          <a:solidFill>
            <a:srgbClr val="FFFFFF"/>
          </a:solidFill>
          <a:ln w="25400">
            <a:solidFill>
              <a:srgbClr val="1F2937"/>
            </a:solidFill>
            <a:prstDash val="solid"/>
          </a:ln>
        </p:spPr>
      </p:sp>
      <p:sp>
        <p:nvSpPr>
          <p:cNvPr id="37" name="S08-mark287"/>
          <p:cNvSpPr/>
          <p:nvPr/>
        </p:nvSpPr>
        <p:spPr>
          <a:xfrm>
            <a:off x="5476311" y="2657950"/>
            <a:ext cx="161979" cy="161979"/>
          </a:xfrm>
          <a:prstGeom prst="ellipse">
            <a:avLst/>
          </a:prstGeom>
          <a:solidFill>
            <a:srgbClr val="264653"/>
          </a:solidFill>
          <a:ln w="12700">
            <a:solidFill>
              <a:srgbClr val="1F2937"/>
            </a:solidFill>
            <a:prstDash val="solid"/>
          </a:ln>
        </p:spPr>
      </p:sp>
      <p:sp>
        <p:nvSpPr>
          <p:cNvPr id="38" name="S08-mark288"/>
          <p:cNvSpPr/>
          <p:nvPr/>
        </p:nvSpPr>
        <p:spPr>
          <a:xfrm>
            <a:off x="8203096" y="3186448"/>
            <a:ext cx="245448" cy="245448"/>
          </a:xfrm>
          <a:prstGeom prst="ellipse">
            <a:avLst/>
          </a:prstGeom>
          <a:solidFill>
            <a:srgbClr val="FFFFFF"/>
          </a:solidFill>
          <a:ln w="25400">
            <a:solidFill>
              <a:srgbClr val="1F2937"/>
            </a:solidFill>
            <a:prstDash val="solid"/>
          </a:ln>
        </p:spPr>
      </p:sp>
      <p:sp>
        <p:nvSpPr>
          <p:cNvPr id="39" name="S08-mark289"/>
          <p:cNvSpPr/>
          <p:nvPr/>
        </p:nvSpPr>
        <p:spPr>
          <a:xfrm>
            <a:off x="8273755" y="3257107"/>
            <a:ext cx="104129" cy="104129"/>
          </a:xfrm>
          <a:prstGeom prst="ellipse">
            <a:avLst/>
          </a:prstGeom>
          <a:solidFill>
            <a:srgbClr val="264653"/>
          </a:solidFill>
          <a:ln w="12700">
            <a:solidFill>
              <a:srgbClr val="1F2937"/>
            </a:solidFill>
            <a:prstDash val="solid"/>
          </a:ln>
        </p:spPr>
      </p:sp>
      <p:sp>
        <p:nvSpPr>
          <p:cNvPr id="40" name="S08-mark290"/>
          <p:cNvSpPr/>
          <p:nvPr/>
        </p:nvSpPr>
        <p:spPr>
          <a:xfrm flipV="1">
            <a:off x="3116045" y="2530681"/>
            <a:ext cx="0" cy="416518"/>
          </a:xfrm>
          <a:prstGeom prst="line">
            <a:avLst/>
          </a:prstGeom>
          <a:noFill/>
          <a:ln w="28575">
            <a:solidFill>
              <a:srgbClr val="1F2937"/>
            </a:solidFill>
            <a:prstDash val="solid"/>
          </a:ln>
        </p:spPr>
      </p:sp>
      <p:sp>
        <p:nvSpPr>
          <p:cNvPr id="41" name="S08-mark291"/>
          <p:cNvSpPr/>
          <p:nvPr/>
        </p:nvSpPr>
        <p:spPr>
          <a:xfrm flipV="1">
            <a:off x="640080" y="1871195"/>
            <a:ext cx="0" cy="2313986"/>
          </a:xfrm>
          <a:prstGeom prst="line">
            <a:avLst/>
          </a:prstGeom>
          <a:noFill/>
          <a:ln w="9525">
            <a:solidFill>
              <a:srgbClr val="B8C2CC"/>
            </a:solidFill>
            <a:prstDash val="solid"/>
          </a:ln>
        </p:spPr>
      </p:sp>
      <p:sp>
        <p:nvSpPr>
          <p:cNvPr id="42" name="S08-mark292"/>
          <p:cNvSpPr/>
          <p:nvPr/>
        </p:nvSpPr>
        <p:spPr>
          <a:xfrm flipV="1">
            <a:off x="1218577" y="1871195"/>
            <a:ext cx="0" cy="2313986"/>
          </a:xfrm>
          <a:prstGeom prst="line">
            <a:avLst/>
          </a:prstGeom>
          <a:noFill/>
          <a:ln w="9525">
            <a:solidFill>
              <a:srgbClr val="B8C2CC"/>
            </a:solidFill>
            <a:prstDash val="solid"/>
          </a:ln>
        </p:spPr>
      </p:sp>
      <p:sp>
        <p:nvSpPr>
          <p:cNvPr id="43" name="S08-mark293"/>
          <p:cNvSpPr/>
          <p:nvPr/>
        </p:nvSpPr>
        <p:spPr>
          <a:xfrm flipV="1">
            <a:off x="1797073" y="1871195"/>
            <a:ext cx="0" cy="2313986"/>
          </a:xfrm>
          <a:prstGeom prst="line">
            <a:avLst/>
          </a:prstGeom>
          <a:noFill/>
          <a:ln w="9525">
            <a:solidFill>
              <a:srgbClr val="B8C2CC"/>
            </a:solidFill>
            <a:prstDash val="solid"/>
          </a:ln>
        </p:spPr>
      </p:sp>
      <p:sp>
        <p:nvSpPr>
          <p:cNvPr id="44" name="S08-mark294"/>
          <p:cNvSpPr/>
          <p:nvPr/>
        </p:nvSpPr>
        <p:spPr>
          <a:xfrm flipV="1">
            <a:off x="2375570" y="1871195"/>
            <a:ext cx="0" cy="2313986"/>
          </a:xfrm>
          <a:prstGeom prst="line">
            <a:avLst/>
          </a:prstGeom>
          <a:noFill/>
          <a:ln w="9525">
            <a:solidFill>
              <a:srgbClr val="B8C2CC"/>
            </a:solidFill>
            <a:prstDash val="solid"/>
          </a:ln>
        </p:spPr>
      </p:sp>
      <p:sp>
        <p:nvSpPr>
          <p:cNvPr id="45" name="S08-mark295"/>
          <p:cNvSpPr/>
          <p:nvPr/>
        </p:nvSpPr>
        <p:spPr>
          <a:xfrm flipV="1">
            <a:off x="2954066" y="1871195"/>
            <a:ext cx="0" cy="2313986"/>
          </a:xfrm>
          <a:prstGeom prst="line">
            <a:avLst/>
          </a:prstGeom>
          <a:noFill/>
          <a:ln w="9525">
            <a:solidFill>
              <a:srgbClr val="B8C2CC"/>
            </a:solidFill>
            <a:prstDash val="solid"/>
          </a:ln>
        </p:spPr>
      </p:sp>
      <p:sp>
        <p:nvSpPr>
          <p:cNvPr id="46" name="S08-mark296"/>
          <p:cNvSpPr/>
          <p:nvPr/>
        </p:nvSpPr>
        <p:spPr>
          <a:xfrm flipV="1">
            <a:off x="3532563" y="1871195"/>
            <a:ext cx="0" cy="2313986"/>
          </a:xfrm>
          <a:prstGeom prst="line">
            <a:avLst/>
          </a:prstGeom>
          <a:noFill/>
          <a:ln w="9525">
            <a:solidFill>
              <a:srgbClr val="B8C2CC"/>
            </a:solidFill>
            <a:prstDash val="solid"/>
          </a:ln>
        </p:spPr>
      </p:sp>
      <p:sp>
        <p:nvSpPr>
          <p:cNvPr id="47" name="S08-mark297"/>
          <p:cNvSpPr/>
          <p:nvPr/>
        </p:nvSpPr>
        <p:spPr>
          <a:xfrm flipV="1">
            <a:off x="4111059" y="1871195"/>
            <a:ext cx="0" cy="2313986"/>
          </a:xfrm>
          <a:prstGeom prst="line">
            <a:avLst/>
          </a:prstGeom>
          <a:noFill/>
          <a:ln w="9525">
            <a:solidFill>
              <a:srgbClr val="B8C2CC"/>
            </a:solidFill>
            <a:prstDash val="solid"/>
          </a:ln>
        </p:spPr>
      </p:sp>
      <p:sp>
        <p:nvSpPr>
          <p:cNvPr id="48" name="S08-mark298"/>
          <p:cNvSpPr/>
          <p:nvPr/>
        </p:nvSpPr>
        <p:spPr>
          <a:xfrm flipV="1">
            <a:off x="4689556" y="1871195"/>
            <a:ext cx="0" cy="2313986"/>
          </a:xfrm>
          <a:prstGeom prst="line">
            <a:avLst/>
          </a:prstGeom>
          <a:noFill/>
          <a:ln w="9525">
            <a:solidFill>
              <a:srgbClr val="B8C2CC"/>
            </a:solidFill>
            <a:prstDash val="solid"/>
          </a:ln>
        </p:spPr>
      </p:sp>
      <p:sp>
        <p:nvSpPr>
          <p:cNvPr id="49" name="S08-mark299"/>
          <p:cNvSpPr/>
          <p:nvPr/>
        </p:nvSpPr>
        <p:spPr>
          <a:xfrm flipV="1">
            <a:off x="5268052" y="1871195"/>
            <a:ext cx="0" cy="2313986"/>
          </a:xfrm>
          <a:prstGeom prst="line">
            <a:avLst/>
          </a:prstGeom>
          <a:noFill/>
          <a:ln w="9525">
            <a:solidFill>
              <a:srgbClr val="B8C2CC"/>
            </a:solidFill>
            <a:prstDash val="solid"/>
          </a:ln>
        </p:spPr>
      </p:sp>
      <p:sp>
        <p:nvSpPr>
          <p:cNvPr id="50" name="S08-mark300"/>
          <p:cNvSpPr/>
          <p:nvPr/>
        </p:nvSpPr>
        <p:spPr>
          <a:xfrm flipV="1">
            <a:off x="5846549" y="1871195"/>
            <a:ext cx="0" cy="2313986"/>
          </a:xfrm>
          <a:prstGeom prst="line">
            <a:avLst/>
          </a:prstGeom>
          <a:noFill/>
          <a:ln w="9525">
            <a:solidFill>
              <a:srgbClr val="B8C2CC"/>
            </a:solidFill>
            <a:prstDash val="solid"/>
          </a:ln>
        </p:spPr>
      </p:sp>
      <p:sp>
        <p:nvSpPr>
          <p:cNvPr id="51" name="S08-mark301"/>
          <p:cNvSpPr/>
          <p:nvPr/>
        </p:nvSpPr>
        <p:spPr>
          <a:xfrm flipV="1">
            <a:off x="6425045" y="1871195"/>
            <a:ext cx="0" cy="2313986"/>
          </a:xfrm>
          <a:prstGeom prst="line">
            <a:avLst/>
          </a:prstGeom>
          <a:noFill/>
          <a:ln w="9525">
            <a:solidFill>
              <a:srgbClr val="B8C2CC"/>
            </a:solidFill>
            <a:prstDash val="solid"/>
          </a:ln>
        </p:spPr>
      </p:sp>
      <p:sp>
        <p:nvSpPr>
          <p:cNvPr id="52" name="S08-mark302"/>
          <p:cNvSpPr/>
          <p:nvPr/>
        </p:nvSpPr>
        <p:spPr>
          <a:xfrm>
            <a:off x="640080" y="4185181"/>
            <a:ext cx="5784965" cy="0"/>
          </a:xfrm>
          <a:prstGeom prst="line">
            <a:avLst/>
          </a:prstGeom>
          <a:noFill/>
          <a:ln w="9525">
            <a:solidFill>
              <a:srgbClr val="B8C2CC"/>
            </a:solidFill>
            <a:prstDash val="solid"/>
          </a:ln>
        </p:spPr>
      </p:sp>
      <p:sp>
        <p:nvSpPr>
          <p:cNvPr id="53" name="S08-mark303"/>
          <p:cNvSpPr/>
          <p:nvPr/>
        </p:nvSpPr>
        <p:spPr>
          <a:xfrm>
            <a:off x="640080" y="3606685"/>
            <a:ext cx="5784965" cy="0"/>
          </a:xfrm>
          <a:prstGeom prst="line">
            <a:avLst/>
          </a:prstGeom>
          <a:noFill/>
          <a:ln w="9525">
            <a:solidFill>
              <a:srgbClr val="B8C2CC"/>
            </a:solidFill>
            <a:prstDash val="solid"/>
          </a:ln>
        </p:spPr>
      </p:sp>
      <p:sp>
        <p:nvSpPr>
          <p:cNvPr id="54" name="S08-mark304"/>
          <p:cNvSpPr/>
          <p:nvPr/>
        </p:nvSpPr>
        <p:spPr>
          <a:xfrm>
            <a:off x="640080" y="3028188"/>
            <a:ext cx="5784965" cy="0"/>
          </a:xfrm>
          <a:prstGeom prst="line">
            <a:avLst/>
          </a:prstGeom>
          <a:noFill/>
          <a:ln w="9525">
            <a:solidFill>
              <a:srgbClr val="B8C2CC"/>
            </a:solidFill>
            <a:prstDash val="solid"/>
          </a:ln>
        </p:spPr>
      </p:sp>
      <p:sp>
        <p:nvSpPr>
          <p:cNvPr id="55" name="S08-mark305"/>
          <p:cNvSpPr/>
          <p:nvPr/>
        </p:nvSpPr>
        <p:spPr>
          <a:xfrm>
            <a:off x="640080" y="2449691"/>
            <a:ext cx="5784965" cy="0"/>
          </a:xfrm>
          <a:prstGeom prst="line">
            <a:avLst/>
          </a:prstGeom>
          <a:noFill/>
          <a:ln w="9525">
            <a:solidFill>
              <a:srgbClr val="B8C2CC"/>
            </a:solidFill>
            <a:prstDash val="solid"/>
          </a:ln>
        </p:spPr>
      </p:sp>
      <p:sp>
        <p:nvSpPr>
          <p:cNvPr id="56" name="S08-mark306"/>
          <p:cNvSpPr/>
          <p:nvPr/>
        </p:nvSpPr>
        <p:spPr>
          <a:xfrm>
            <a:off x="640080" y="1871195"/>
            <a:ext cx="5784965" cy="0"/>
          </a:xfrm>
          <a:prstGeom prst="line">
            <a:avLst/>
          </a:prstGeom>
          <a:noFill/>
          <a:ln w="9525">
            <a:solidFill>
              <a:srgbClr val="B8C2CC"/>
            </a:solidFill>
            <a:prstDash val="solid"/>
          </a:ln>
        </p:spPr>
      </p:sp>
      <p:sp>
        <p:nvSpPr>
          <p:cNvPr id="57" name="S08-mark307"/>
          <p:cNvSpPr/>
          <p:nvPr/>
        </p:nvSpPr>
        <p:spPr>
          <a:xfrm flipV="1">
            <a:off x="7210148" y="2676958"/>
            <a:ext cx="0" cy="702460"/>
          </a:xfrm>
          <a:prstGeom prst="line">
            <a:avLst/>
          </a:prstGeom>
          <a:noFill/>
          <a:ln w="38100">
            <a:solidFill>
              <a:srgbClr val="1F2937"/>
            </a:solidFill>
            <a:prstDash val="solid"/>
            <a:tailEnd type="triangle"/>
          </a:ln>
        </p:spPr>
      </p:sp>
      <p:sp>
        <p:nvSpPr>
          <p:cNvPr id="58" name="S08-mark308"/>
          <p:cNvSpPr/>
          <p:nvPr/>
        </p:nvSpPr>
        <p:spPr>
          <a:xfrm>
            <a:off x="6858918" y="3028188"/>
            <a:ext cx="702460" cy="0"/>
          </a:xfrm>
          <a:prstGeom prst="line">
            <a:avLst/>
          </a:prstGeom>
          <a:noFill/>
          <a:ln w="25400">
            <a:solidFill>
              <a:srgbClr val="1F2937"/>
            </a:solidFill>
            <a:prstDash val="solid"/>
          </a:ln>
        </p:spPr>
      </p:sp>
      <p:sp>
        <p:nvSpPr>
          <p:cNvPr id="59" name="S08-mark309"/>
          <p:cNvSpPr/>
          <p:nvPr/>
        </p:nvSpPr>
        <p:spPr>
          <a:xfrm flipV="1">
            <a:off x="8244004" y="2431510"/>
            <a:ext cx="0" cy="267761"/>
          </a:xfrm>
          <a:prstGeom prst="line">
            <a:avLst/>
          </a:prstGeom>
          <a:noFill/>
          <a:ln w="28575">
            <a:solidFill>
              <a:srgbClr val="1F2937"/>
            </a:solidFill>
            <a:prstDash val="solid"/>
          </a:ln>
        </p:spPr>
      </p:sp>
      <p:sp>
        <p:nvSpPr>
          <p:cNvPr id="60" name="S08-label311"/>
          <p:cNvSpPr txBox="1"/>
          <p:nvPr/>
        </p:nvSpPr>
        <p:spPr>
          <a:xfrm>
            <a:off x="7005932" y="2300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8-label313"/>
          <p:cNvSpPr txBox="1"/>
          <p:nvPr/>
        </p:nvSpPr>
        <p:spPr>
          <a:xfrm>
            <a:off x="7005932" y="337486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8-label315"/>
          <p:cNvSpPr txBox="1"/>
          <p:nvPr/>
        </p:nvSpPr>
        <p:spPr>
          <a:xfrm>
            <a:off x="754310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8-label317"/>
          <p:cNvSpPr txBox="1"/>
          <p:nvPr/>
        </p:nvSpPr>
        <p:spPr>
          <a:xfrm>
            <a:off x="646875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8-label319"/>
          <p:cNvSpPr txBox="1"/>
          <p:nvPr/>
        </p:nvSpPr>
        <p:spPr>
          <a:xfrm>
            <a:off x="9439154" y="20629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8-label321"/>
          <p:cNvSpPr txBox="1"/>
          <p:nvPr/>
        </p:nvSpPr>
        <p:spPr>
          <a:xfrm>
            <a:off x="879867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23"/>
          <p:cNvSpPr txBox="1"/>
          <p:nvPr/>
        </p:nvSpPr>
        <p:spPr>
          <a:xfrm>
            <a:off x="1053416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8-label325"/>
          <p:cNvSpPr txBox="1"/>
          <p:nvPr/>
        </p:nvSpPr>
        <p:spPr>
          <a:xfrm>
            <a:off x="8798675" y="27467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8-label327"/>
          <p:cNvSpPr txBox="1"/>
          <p:nvPr/>
        </p:nvSpPr>
        <p:spPr>
          <a:xfrm>
            <a:off x="10384813" y="274678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8-label329"/>
          <p:cNvSpPr txBox="1"/>
          <p:nvPr/>
        </p:nvSpPr>
        <p:spPr>
          <a:xfrm>
            <a:off x="8499971" y="31186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8-label331"/>
          <p:cNvSpPr txBox="1"/>
          <p:nvPr/>
        </p:nvSpPr>
        <p:spPr>
          <a:xfrm>
            <a:off x="10534165" y="31186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8-label333"/>
          <p:cNvSpPr txBox="1"/>
          <p:nvPr/>
        </p:nvSpPr>
        <p:spPr>
          <a:xfrm>
            <a:off x="8948027" y="349056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방위 말하기</a:t>
            </a:r>
            <a:endParaRPr lang="ko-KR" sz="4000" dirty="0"/>
          </a:p>
        </p:txBody>
      </p:sp>
      <p:sp>
        <p:nvSpPr>
          <p:cNvPr id="3" name="S09-card334"/>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9-cardtext335"/>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주민센터는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시장은 지호네 집의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지호네 집은 학교의 어느 쪽에 있나요?</a:t>
            </a:r>
            <a:endParaRPr lang="ko-KR" sz="3000" dirty="0"/>
          </a:p>
        </p:txBody>
      </p:sp>
      <p:sp>
        <p:nvSpPr>
          <p:cNvPr id="5" name="S09-figure33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9-mark337"/>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9-mark338"/>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9-mark339"/>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9-mark340"/>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9-mark341"/>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9-mark342"/>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9-mark343"/>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9-mark344"/>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9-mark345"/>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9-mark346"/>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9-mark347"/>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9-mark348"/>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9-mark349"/>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9-mark350"/>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9-mark351"/>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9-mark352"/>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9-mark353"/>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9-mark354"/>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9-mark355"/>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9-mark356"/>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9-mark357"/>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9-mark358"/>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9-mark359"/>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9-mark360"/>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9-mark361"/>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9-mark362"/>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9-mark363"/>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9-mark364"/>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9-mark365"/>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9-mark366"/>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9-mark367"/>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9-mark368"/>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9-mark369"/>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9-mark370"/>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9-mark371"/>
          <p:cNvSpPr/>
          <p:nvPr/>
        </p:nvSpPr>
        <p:spPr>
          <a:xfrm flipV="1">
            <a:off x="3116045" y="2298271"/>
            <a:ext cx="0" cy="416518"/>
          </a:xfrm>
          <a:prstGeom prst="line">
            <a:avLst/>
          </a:prstGeom>
          <a:noFill/>
          <a:ln w="28575">
            <a:solidFill>
              <a:srgbClr val="1F2937"/>
            </a:solidFill>
            <a:prstDash val="solid"/>
          </a:ln>
        </p:spPr>
      </p:sp>
      <p:sp>
        <p:nvSpPr>
          <p:cNvPr id="41" name="S09-mark372"/>
          <p:cNvSpPr/>
          <p:nvPr/>
        </p:nvSpPr>
        <p:spPr>
          <a:xfrm flipV="1">
            <a:off x="640080" y="1638785"/>
            <a:ext cx="0" cy="2313986"/>
          </a:xfrm>
          <a:prstGeom prst="line">
            <a:avLst/>
          </a:prstGeom>
          <a:noFill/>
          <a:ln w="9525">
            <a:solidFill>
              <a:srgbClr val="B8C2CC"/>
            </a:solidFill>
            <a:prstDash val="solid"/>
          </a:ln>
        </p:spPr>
      </p:sp>
      <p:sp>
        <p:nvSpPr>
          <p:cNvPr id="42" name="S09-mark373"/>
          <p:cNvSpPr/>
          <p:nvPr/>
        </p:nvSpPr>
        <p:spPr>
          <a:xfrm flipV="1">
            <a:off x="1218577" y="1638785"/>
            <a:ext cx="0" cy="2313986"/>
          </a:xfrm>
          <a:prstGeom prst="line">
            <a:avLst/>
          </a:prstGeom>
          <a:noFill/>
          <a:ln w="9525">
            <a:solidFill>
              <a:srgbClr val="B8C2CC"/>
            </a:solidFill>
            <a:prstDash val="solid"/>
          </a:ln>
        </p:spPr>
      </p:sp>
      <p:sp>
        <p:nvSpPr>
          <p:cNvPr id="43" name="S09-mark374"/>
          <p:cNvSpPr/>
          <p:nvPr/>
        </p:nvSpPr>
        <p:spPr>
          <a:xfrm flipV="1">
            <a:off x="1797073" y="1638785"/>
            <a:ext cx="0" cy="2313986"/>
          </a:xfrm>
          <a:prstGeom prst="line">
            <a:avLst/>
          </a:prstGeom>
          <a:noFill/>
          <a:ln w="9525">
            <a:solidFill>
              <a:srgbClr val="B8C2CC"/>
            </a:solidFill>
            <a:prstDash val="solid"/>
          </a:ln>
        </p:spPr>
      </p:sp>
      <p:sp>
        <p:nvSpPr>
          <p:cNvPr id="44" name="S09-mark375"/>
          <p:cNvSpPr/>
          <p:nvPr/>
        </p:nvSpPr>
        <p:spPr>
          <a:xfrm flipV="1">
            <a:off x="2375570" y="1638785"/>
            <a:ext cx="0" cy="2313986"/>
          </a:xfrm>
          <a:prstGeom prst="line">
            <a:avLst/>
          </a:prstGeom>
          <a:noFill/>
          <a:ln w="9525">
            <a:solidFill>
              <a:srgbClr val="B8C2CC"/>
            </a:solidFill>
            <a:prstDash val="solid"/>
          </a:ln>
        </p:spPr>
      </p:sp>
      <p:sp>
        <p:nvSpPr>
          <p:cNvPr id="45" name="S09-mark376"/>
          <p:cNvSpPr/>
          <p:nvPr/>
        </p:nvSpPr>
        <p:spPr>
          <a:xfrm flipV="1">
            <a:off x="2954066" y="1638785"/>
            <a:ext cx="0" cy="2313986"/>
          </a:xfrm>
          <a:prstGeom prst="line">
            <a:avLst/>
          </a:prstGeom>
          <a:noFill/>
          <a:ln w="9525">
            <a:solidFill>
              <a:srgbClr val="B8C2CC"/>
            </a:solidFill>
            <a:prstDash val="solid"/>
          </a:ln>
        </p:spPr>
      </p:sp>
      <p:sp>
        <p:nvSpPr>
          <p:cNvPr id="46" name="S09-mark377"/>
          <p:cNvSpPr/>
          <p:nvPr/>
        </p:nvSpPr>
        <p:spPr>
          <a:xfrm flipV="1">
            <a:off x="3532563" y="1638785"/>
            <a:ext cx="0" cy="2313986"/>
          </a:xfrm>
          <a:prstGeom prst="line">
            <a:avLst/>
          </a:prstGeom>
          <a:noFill/>
          <a:ln w="9525">
            <a:solidFill>
              <a:srgbClr val="B8C2CC"/>
            </a:solidFill>
            <a:prstDash val="solid"/>
          </a:ln>
        </p:spPr>
      </p:sp>
      <p:sp>
        <p:nvSpPr>
          <p:cNvPr id="47" name="S09-mark378"/>
          <p:cNvSpPr/>
          <p:nvPr/>
        </p:nvSpPr>
        <p:spPr>
          <a:xfrm flipV="1">
            <a:off x="4111059" y="1638785"/>
            <a:ext cx="0" cy="2313986"/>
          </a:xfrm>
          <a:prstGeom prst="line">
            <a:avLst/>
          </a:prstGeom>
          <a:noFill/>
          <a:ln w="9525">
            <a:solidFill>
              <a:srgbClr val="B8C2CC"/>
            </a:solidFill>
            <a:prstDash val="solid"/>
          </a:ln>
        </p:spPr>
      </p:sp>
      <p:sp>
        <p:nvSpPr>
          <p:cNvPr id="48" name="S09-mark379"/>
          <p:cNvSpPr/>
          <p:nvPr/>
        </p:nvSpPr>
        <p:spPr>
          <a:xfrm flipV="1">
            <a:off x="4689556" y="1638785"/>
            <a:ext cx="0" cy="2313986"/>
          </a:xfrm>
          <a:prstGeom prst="line">
            <a:avLst/>
          </a:prstGeom>
          <a:noFill/>
          <a:ln w="9525">
            <a:solidFill>
              <a:srgbClr val="B8C2CC"/>
            </a:solidFill>
            <a:prstDash val="solid"/>
          </a:ln>
        </p:spPr>
      </p:sp>
      <p:sp>
        <p:nvSpPr>
          <p:cNvPr id="49" name="S09-mark380"/>
          <p:cNvSpPr/>
          <p:nvPr/>
        </p:nvSpPr>
        <p:spPr>
          <a:xfrm flipV="1">
            <a:off x="5268052" y="1638785"/>
            <a:ext cx="0" cy="2313986"/>
          </a:xfrm>
          <a:prstGeom prst="line">
            <a:avLst/>
          </a:prstGeom>
          <a:noFill/>
          <a:ln w="9525">
            <a:solidFill>
              <a:srgbClr val="B8C2CC"/>
            </a:solidFill>
            <a:prstDash val="solid"/>
          </a:ln>
        </p:spPr>
      </p:sp>
      <p:sp>
        <p:nvSpPr>
          <p:cNvPr id="50" name="S09-mark381"/>
          <p:cNvSpPr/>
          <p:nvPr/>
        </p:nvSpPr>
        <p:spPr>
          <a:xfrm flipV="1">
            <a:off x="5846549" y="1638785"/>
            <a:ext cx="0" cy="2313986"/>
          </a:xfrm>
          <a:prstGeom prst="line">
            <a:avLst/>
          </a:prstGeom>
          <a:noFill/>
          <a:ln w="9525">
            <a:solidFill>
              <a:srgbClr val="B8C2CC"/>
            </a:solidFill>
            <a:prstDash val="solid"/>
          </a:ln>
        </p:spPr>
      </p:sp>
      <p:sp>
        <p:nvSpPr>
          <p:cNvPr id="51" name="S09-mark382"/>
          <p:cNvSpPr/>
          <p:nvPr/>
        </p:nvSpPr>
        <p:spPr>
          <a:xfrm flipV="1">
            <a:off x="6425045" y="1638785"/>
            <a:ext cx="0" cy="2313986"/>
          </a:xfrm>
          <a:prstGeom prst="line">
            <a:avLst/>
          </a:prstGeom>
          <a:noFill/>
          <a:ln w="9525">
            <a:solidFill>
              <a:srgbClr val="B8C2CC"/>
            </a:solidFill>
            <a:prstDash val="solid"/>
          </a:ln>
        </p:spPr>
      </p:sp>
      <p:sp>
        <p:nvSpPr>
          <p:cNvPr id="52" name="S09-mark383"/>
          <p:cNvSpPr/>
          <p:nvPr/>
        </p:nvSpPr>
        <p:spPr>
          <a:xfrm>
            <a:off x="640080" y="3952771"/>
            <a:ext cx="5784965" cy="0"/>
          </a:xfrm>
          <a:prstGeom prst="line">
            <a:avLst/>
          </a:prstGeom>
          <a:noFill/>
          <a:ln w="9525">
            <a:solidFill>
              <a:srgbClr val="B8C2CC"/>
            </a:solidFill>
            <a:prstDash val="solid"/>
          </a:ln>
        </p:spPr>
      </p:sp>
      <p:sp>
        <p:nvSpPr>
          <p:cNvPr id="53" name="S09-mark384"/>
          <p:cNvSpPr/>
          <p:nvPr/>
        </p:nvSpPr>
        <p:spPr>
          <a:xfrm>
            <a:off x="640080" y="3374275"/>
            <a:ext cx="5784965" cy="0"/>
          </a:xfrm>
          <a:prstGeom prst="line">
            <a:avLst/>
          </a:prstGeom>
          <a:noFill/>
          <a:ln w="9525">
            <a:solidFill>
              <a:srgbClr val="B8C2CC"/>
            </a:solidFill>
            <a:prstDash val="solid"/>
          </a:ln>
        </p:spPr>
      </p:sp>
      <p:sp>
        <p:nvSpPr>
          <p:cNvPr id="54" name="S09-mark385"/>
          <p:cNvSpPr/>
          <p:nvPr/>
        </p:nvSpPr>
        <p:spPr>
          <a:xfrm>
            <a:off x="640080" y="2795778"/>
            <a:ext cx="5784965" cy="0"/>
          </a:xfrm>
          <a:prstGeom prst="line">
            <a:avLst/>
          </a:prstGeom>
          <a:noFill/>
          <a:ln w="9525">
            <a:solidFill>
              <a:srgbClr val="B8C2CC"/>
            </a:solidFill>
            <a:prstDash val="solid"/>
          </a:ln>
        </p:spPr>
      </p:sp>
      <p:sp>
        <p:nvSpPr>
          <p:cNvPr id="55" name="S09-mark386"/>
          <p:cNvSpPr/>
          <p:nvPr/>
        </p:nvSpPr>
        <p:spPr>
          <a:xfrm>
            <a:off x="640080" y="2217281"/>
            <a:ext cx="5784965" cy="0"/>
          </a:xfrm>
          <a:prstGeom prst="line">
            <a:avLst/>
          </a:prstGeom>
          <a:noFill/>
          <a:ln w="9525">
            <a:solidFill>
              <a:srgbClr val="B8C2CC"/>
            </a:solidFill>
            <a:prstDash val="solid"/>
          </a:ln>
        </p:spPr>
      </p:sp>
      <p:sp>
        <p:nvSpPr>
          <p:cNvPr id="56" name="S09-mark387"/>
          <p:cNvSpPr/>
          <p:nvPr/>
        </p:nvSpPr>
        <p:spPr>
          <a:xfrm>
            <a:off x="640080" y="1638785"/>
            <a:ext cx="5784965" cy="0"/>
          </a:xfrm>
          <a:prstGeom prst="line">
            <a:avLst/>
          </a:prstGeom>
          <a:noFill/>
          <a:ln w="9525">
            <a:solidFill>
              <a:srgbClr val="B8C2CC"/>
            </a:solidFill>
            <a:prstDash val="solid"/>
          </a:ln>
        </p:spPr>
      </p:sp>
      <p:sp>
        <p:nvSpPr>
          <p:cNvPr id="57" name="S09-mark388"/>
          <p:cNvSpPr/>
          <p:nvPr/>
        </p:nvSpPr>
        <p:spPr>
          <a:xfrm flipV="1">
            <a:off x="7210148" y="2444548"/>
            <a:ext cx="0" cy="702460"/>
          </a:xfrm>
          <a:prstGeom prst="line">
            <a:avLst/>
          </a:prstGeom>
          <a:noFill/>
          <a:ln w="38100">
            <a:solidFill>
              <a:srgbClr val="1F2937"/>
            </a:solidFill>
            <a:prstDash val="solid"/>
            <a:tailEnd type="triangle"/>
          </a:ln>
        </p:spPr>
      </p:sp>
      <p:sp>
        <p:nvSpPr>
          <p:cNvPr id="58" name="S09-mark389"/>
          <p:cNvSpPr/>
          <p:nvPr/>
        </p:nvSpPr>
        <p:spPr>
          <a:xfrm>
            <a:off x="6858918" y="2795778"/>
            <a:ext cx="702460" cy="0"/>
          </a:xfrm>
          <a:prstGeom prst="line">
            <a:avLst/>
          </a:prstGeom>
          <a:noFill/>
          <a:ln w="25400">
            <a:solidFill>
              <a:srgbClr val="1F2937"/>
            </a:solidFill>
            <a:prstDash val="solid"/>
          </a:ln>
        </p:spPr>
      </p:sp>
      <p:sp>
        <p:nvSpPr>
          <p:cNvPr id="59" name="S09-mark390"/>
          <p:cNvSpPr/>
          <p:nvPr/>
        </p:nvSpPr>
        <p:spPr>
          <a:xfrm flipV="1">
            <a:off x="8244004" y="2199100"/>
            <a:ext cx="0" cy="267761"/>
          </a:xfrm>
          <a:prstGeom prst="line">
            <a:avLst/>
          </a:prstGeom>
          <a:noFill/>
          <a:ln w="28575">
            <a:solidFill>
              <a:srgbClr val="1F2937"/>
            </a:solidFill>
            <a:prstDash val="solid"/>
          </a:ln>
        </p:spPr>
      </p:sp>
      <p:sp>
        <p:nvSpPr>
          <p:cNvPr id="60" name="S09-label392"/>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9-label394"/>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9-label396"/>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9-label398"/>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9-label400"/>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9-label402"/>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9-label404"/>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9-label406"/>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9-label408"/>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9-label410"/>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9-label412"/>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9-label414"/>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동서남북은 바뀔까요?</a:t>
            </a:r>
            <a:endParaRPr lang="ko-KR" sz="4000" dirty="0"/>
          </a:p>
        </p:txBody>
      </p:sp>
      <p:sp>
        <p:nvSpPr>
          <p:cNvPr id="3" name="S10-card415"/>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0-cardtext416"/>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동서남북을 두고 말했어요.</a:t>
            </a:r>
            <a:endParaRPr lang="ko-KR" sz="3000" dirty="0"/>
          </a:p>
        </p:txBody>
      </p:sp>
      <p:sp>
        <p:nvSpPr>
          <p:cNvPr id="5" name="S10-card4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0-cardtext4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 말이 맞을까요? 해가 뜨는 쪽을 떠올려 봐요.</a:t>
            </a:r>
            <a:endParaRPr lang="ko-KR" sz="3000" dirty="0"/>
          </a:p>
        </p:txBody>
      </p:sp>
      <p:sp>
        <p:nvSpPr>
          <p:cNvPr id="7" name="S10-chip419"/>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10-text420"/>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돌면</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동쪽도 바뀌어요.</a:t>
            </a:r>
            <a:endParaRPr lang="ko-KR" sz="3000" dirty="0"/>
          </a:p>
        </p:txBody>
      </p:sp>
      <p:sp>
        <p:nvSpPr>
          <p:cNvPr id="9" name="S10-chip421"/>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10-text422"/>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돌아도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동쪽은 그대로예요.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그림지도</a:t>
            </a:r>
            <a:endParaRPr lang="ko-KR" sz="4000" dirty="0"/>
          </a:p>
        </p:txBody>
      </p:sp>
      <p:sp>
        <p:nvSpPr>
          <p:cNvPr id="3" name="S11-card423"/>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1-cardtext424"/>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더하기 기호는 어떤 곳을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병원은 도서관의 어느 쪽에 있나요?</a:t>
            </a:r>
            <a:endParaRPr lang="ko-KR" sz="3000" dirty="0"/>
          </a:p>
        </p:txBody>
      </p:sp>
      <p:sp>
        <p:nvSpPr>
          <p:cNvPr id="5" name="S11-figure425" descr="햇살마을 그림지도(모눈 8×5칸, 위쪽이 북쪽). 남북으로 큰길. 큰길 서쪽에 학교, 학교 바로 북쪽에 공원, 학교 바로 서쪽 끝에 시장. 큰길 동쪽에 도서관(학교와 같은 줄), 도서관 바로 남쪽 아래 끝에 병원, 북동쪽 끝에 주민센터. 오른쪽에 방위표와 범례."/>
          <p:cNvSpPr/>
          <p:nvPr/>
        </p:nvSpPr>
        <p:spPr>
          <a:xfrm>
            <a:off x="2570418" y="362285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6" name="S11-mark426"/>
          <p:cNvSpPr/>
          <p:nvPr/>
        </p:nvSpPr>
        <p:spPr>
          <a:xfrm>
            <a:off x="2570418" y="307147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7" name="S11-mark427"/>
          <p:cNvSpPr/>
          <p:nvPr/>
        </p:nvSpPr>
        <p:spPr>
          <a:xfrm>
            <a:off x="2570418" y="2520086"/>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8" name="S11-mark428"/>
          <p:cNvSpPr/>
          <p:nvPr/>
        </p:nvSpPr>
        <p:spPr>
          <a:xfrm>
            <a:off x="2570418" y="196870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9" name="S11-mark429"/>
          <p:cNvSpPr/>
          <p:nvPr/>
        </p:nvSpPr>
        <p:spPr>
          <a:xfrm>
            <a:off x="2570418" y="141732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10" name="S11-mark430"/>
          <p:cNvSpPr/>
          <p:nvPr/>
        </p:nvSpPr>
        <p:spPr>
          <a:xfrm>
            <a:off x="1097985" y="2608308"/>
            <a:ext cx="187470" cy="143360"/>
          </a:xfrm>
          <a:custGeom>
            <a:avLst/>
            <a:gdLst/>
            <a:ahLst/>
            <a:cxnLst/>
            <a:rect l="l" t="t" r="r" b="b"/>
            <a:pathLst>
              <a:path w="187470" h="143360">
                <a:moveTo>
                  <a:pt x="187470" y="143360"/>
                </a:moveTo>
                <a:lnTo>
                  <a:pt x="175004" y="71920"/>
                </a:lnTo>
                <a:lnTo>
                  <a:pt x="140962" y="19179"/>
                </a:lnTo>
                <a:lnTo>
                  <a:pt x="93975" y="0"/>
                </a:lnTo>
                <a:lnTo>
                  <a:pt x="46987" y="19179"/>
                </a:lnTo>
                <a:lnTo>
                  <a:pt x="12946" y="71920"/>
                </a:lnTo>
                <a:lnTo>
                  <a:pt x="0" y="143360"/>
                </a:lnTo>
              </a:path>
            </a:pathLst>
          </a:custGeom>
          <a:noFill/>
          <a:ln w="25400">
            <a:solidFill>
              <a:srgbClr val="1F2937"/>
            </a:solidFill>
            <a:prstDash val="solid"/>
          </a:ln>
        </p:spPr>
      </p:sp>
      <p:sp>
        <p:nvSpPr>
          <p:cNvPr id="11" name="S11-mark431"/>
          <p:cNvSpPr/>
          <p:nvPr/>
        </p:nvSpPr>
        <p:spPr>
          <a:xfrm>
            <a:off x="1009764" y="2751667"/>
            <a:ext cx="363913" cy="242609"/>
          </a:xfrm>
          <a:custGeom>
            <a:avLst/>
            <a:gdLst/>
            <a:ahLst/>
            <a:cxnLst/>
            <a:rect l="l" t="t" r="r" b="b"/>
            <a:pathLst>
              <a:path w="363913" h="242609">
                <a:moveTo>
                  <a:pt x="0" y="0"/>
                </a:moveTo>
                <a:lnTo>
                  <a:pt x="363913" y="0"/>
                </a:lnTo>
                <a:lnTo>
                  <a:pt x="319802" y="242609"/>
                </a:lnTo>
                <a:lnTo>
                  <a:pt x="44111" y="242609"/>
                </a:lnTo>
                <a:close/>
              </a:path>
            </a:pathLst>
          </a:custGeom>
          <a:solidFill>
            <a:srgbClr val="F2C14E"/>
          </a:solidFill>
          <a:ln w="15875">
            <a:solidFill>
              <a:srgbClr val="1F2937"/>
            </a:solidFill>
            <a:prstDash val="solid"/>
          </a:ln>
        </p:spPr>
      </p:sp>
      <p:sp>
        <p:nvSpPr>
          <p:cNvPr id="12" name="S11-mark432"/>
          <p:cNvSpPr/>
          <p:nvPr/>
        </p:nvSpPr>
        <p:spPr>
          <a:xfrm>
            <a:off x="2173422" y="2597280"/>
            <a:ext cx="297747" cy="176443"/>
          </a:xfrm>
          <a:custGeom>
            <a:avLst/>
            <a:gdLst/>
            <a:ahLst/>
            <a:cxnLst/>
            <a:rect l="l" t="t" r="r" b="b"/>
            <a:pathLst>
              <a:path w="297747" h="176443">
                <a:moveTo>
                  <a:pt x="0" y="0"/>
                </a:moveTo>
                <a:lnTo>
                  <a:pt x="297747" y="88221"/>
                </a:lnTo>
                <a:lnTo>
                  <a:pt x="0" y="176443"/>
                </a:lnTo>
                <a:close/>
              </a:path>
            </a:pathLst>
          </a:custGeom>
          <a:solidFill>
            <a:srgbClr val="E9762B"/>
          </a:solidFill>
          <a:ln w="15875">
            <a:solidFill>
              <a:srgbClr val="1F2937"/>
            </a:solidFill>
            <a:prstDash val="solid"/>
          </a:ln>
        </p:spPr>
      </p:sp>
      <p:sp>
        <p:nvSpPr>
          <p:cNvPr id="13" name="S11-mark433"/>
          <p:cNvSpPr/>
          <p:nvPr/>
        </p:nvSpPr>
        <p:spPr>
          <a:xfrm>
            <a:off x="2256369" y="2310561"/>
            <a:ext cx="76714" cy="143360"/>
          </a:xfrm>
          <a:custGeom>
            <a:avLst/>
            <a:gdLst/>
            <a:ahLst/>
            <a:cxnLst/>
            <a:rect l="l" t="t" r="r" b="b"/>
            <a:pathLst>
              <a:path w="76714" h="143360">
                <a:moveTo>
                  <a:pt x="0" y="143360"/>
                </a:moveTo>
                <a:lnTo>
                  <a:pt x="76714" y="143360"/>
                </a:lnTo>
                <a:lnTo>
                  <a:pt x="76714" y="0"/>
                </a:lnTo>
                <a:lnTo>
                  <a:pt x="0" y="0"/>
                </a:lnTo>
                <a:close/>
              </a:path>
            </a:pathLst>
          </a:custGeom>
          <a:solidFill>
            <a:srgbClr val="8B5A2B"/>
          </a:solidFill>
          <a:ln w="12700">
            <a:solidFill>
              <a:srgbClr val="1F2937"/>
            </a:solidFill>
            <a:prstDash val="solid"/>
          </a:ln>
        </p:spPr>
      </p:sp>
      <p:sp>
        <p:nvSpPr>
          <p:cNvPr id="14" name="S11-mark434"/>
          <p:cNvSpPr/>
          <p:nvPr/>
        </p:nvSpPr>
        <p:spPr>
          <a:xfrm>
            <a:off x="2118284" y="2023842"/>
            <a:ext cx="352885" cy="286719"/>
          </a:xfrm>
          <a:custGeom>
            <a:avLst/>
            <a:gdLst/>
            <a:ahLst/>
            <a:cxnLst/>
            <a:rect l="l" t="t" r="r" b="b"/>
            <a:pathLst>
              <a:path w="352885" h="286719">
                <a:moveTo>
                  <a:pt x="0" y="286719"/>
                </a:moveTo>
                <a:lnTo>
                  <a:pt x="352885" y="286719"/>
                </a:lnTo>
                <a:lnTo>
                  <a:pt x="176443" y="0"/>
                </a:lnTo>
                <a:close/>
              </a:path>
            </a:pathLst>
          </a:custGeom>
          <a:solidFill>
            <a:srgbClr val="2A9D8F"/>
          </a:solidFill>
          <a:ln w="15875">
            <a:solidFill>
              <a:srgbClr val="1F2937"/>
            </a:solidFill>
            <a:prstDash val="solid"/>
          </a:ln>
        </p:spPr>
      </p:sp>
      <p:sp>
        <p:nvSpPr>
          <p:cNvPr id="15" name="S11-mark435"/>
          <p:cNvSpPr/>
          <p:nvPr/>
        </p:nvSpPr>
        <p:spPr>
          <a:xfrm>
            <a:off x="3750378" y="2619335"/>
            <a:ext cx="198498" cy="341858"/>
          </a:xfrm>
          <a:custGeom>
            <a:avLst/>
            <a:gdLst/>
            <a:ahLst/>
            <a:cxnLst/>
            <a:rect l="l" t="t" r="r" b="b"/>
            <a:pathLst>
              <a:path w="198498" h="341858">
                <a:moveTo>
                  <a:pt x="0" y="297747"/>
                </a:moveTo>
                <a:lnTo>
                  <a:pt x="198498" y="341858"/>
                </a:lnTo>
                <a:lnTo>
                  <a:pt x="198498" y="44111"/>
                </a:lnTo>
                <a:lnTo>
                  <a:pt x="0" y="0"/>
                </a:lnTo>
                <a:close/>
              </a:path>
            </a:pathLst>
          </a:custGeom>
          <a:solidFill>
            <a:srgbClr val="3D5A80"/>
          </a:solidFill>
          <a:ln w="15875">
            <a:solidFill>
              <a:srgbClr val="1F2937"/>
            </a:solidFill>
            <a:prstDash val="solid"/>
          </a:ln>
        </p:spPr>
      </p:sp>
      <p:sp>
        <p:nvSpPr>
          <p:cNvPr id="16" name="S11-mark436"/>
          <p:cNvSpPr/>
          <p:nvPr/>
        </p:nvSpPr>
        <p:spPr>
          <a:xfrm>
            <a:off x="3948876" y="2619335"/>
            <a:ext cx="198498" cy="341858"/>
          </a:xfrm>
          <a:custGeom>
            <a:avLst/>
            <a:gdLst/>
            <a:ahLst/>
            <a:cxnLst/>
            <a:rect l="l" t="t" r="r" b="b"/>
            <a:pathLst>
              <a:path w="198498" h="341858">
                <a:moveTo>
                  <a:pt x="198498" y="297747"/>
                </a:moveTo>
                <a:lnTo>
                  <a:pt x="0" y="341858"/>
                </a:lnTo>
                <a:lnTo>
                  <a:pt x="0" y="44111"/>
                </a:lnTo>
                <a:lnTo>
                  <a:pt x="198498" y="0"/>
                </a:lnTo>
                <a:close/>
              </a:path>
            </a:pathLst>
          </a:custGeom>
          <a:solidFill>
            <a:srgbClr val="3D5A80"/>
          </a:solidFill>
          <a:ln w="15875">
            <a:solidFill>
              <a:srgbClr val="1F2937"/>
            </a:solidFill>
            <a:prstDash val="solid"/>
          </a:ln>
        </p:spPr>
      </p:sp>
      <p:sp>
        <p:nvSpPr>
          <p:cNvPr id="17" name="S11-mark437"/>
          <p:cNvSpPr/>
          <p:nvPr/>
        </p:nvSpPr>
        <p:spPr>
          <a:xfrm>
            <a:off x="3767159" y="3716828"/>
            <a:ext cx="363913" cy="363913"/>
          </a:xfrm>
          <a:custGeom>
            <a:avLst/>
            <a:gdLst/>
            <a:ahLst/>
            <a:cxnLst/>
            <a:rect l="l" t="t" r="r" b="b"/>
            <a:pathLst>
              <a:path w="363913" h="363913">
                <a:moveTo>
                  <a:pt x="126578" y="363913"/>
                </a:moveTo>
                <a:lnTo>
                  <a:pt x="236855" y="363913"/>
                </a:lnTo>
                <a:lnTo>
                  <a:pt x="236855" y="236855"/>
                </a:lnTo>
                <a:lnTo>
                  <a:pt x="363913" y="236855"/>
                </a:lnTo>
                <a:lnTo>
                  <a:pt x="363913" y="126578"/>
                </a:lnTo>
                <a:lnTo>
                  <a:pt x="236855" y="126578"/>
                </a:lnTo>
                <a:lnTo>
                  <a:pt x="236855" y="0"/>
                </a:lnTo>
                <a:lnTo>
                  <a:pt x="126578" y="0"/>
                </a:lnTo>
                <a:lnTo>
                  <a:pt x="126578" y="126578"/>
                </a:lnTo>
                <a:lnTo>
                  <a:pt x="0" y="126578"/>
                </a:lnTo>
                <a:lnTo>
                  <a:pt x="0" y="236855"/>
                </a:lnTo>
                <a:lnTo>
                  <a:pt x="126578" y="236855"/>
                </a:lnTo>
                <a:close/>
              </a:path>
            </a:pathLst>
          </a:custGeom>
          <a:solidFill>
            <a:srgbClr val="C8434E"/>
          </a:solidFill>
          <a:ln w="12700">
            <a:solidFill>
              <a:srgbClr val="1F2937"/>
            </a:solidFill>
            <a:prstDash val="solid"/>
          </a:ln>
        </p:spPr>
      </p:sp>
      <p:sp>
        <p:nvSpPr>
          <p:cNvPr id="18" name="S11-mark438"/>
          <p:cNvSpPr/>
          <p:nvPr/>
        </p:nvSpPr>
        <p:spPr>
          <a:xfrm>
            <a:off x="916269" y="1417320"/>
            <a:ext cx="4411066" cy="2756916"/>
          </a:xfrm>
          <a:custGeom>
            <a:avLst/>
            <a:gdLst/>
            <a:ahLst/>
            <a:cxnLst/>
            <a:rect l="l" t="t" r="r" b="b"/>
            <a:pathLst>
              <a:path w="4411066" h="2756916">
                <a:moveTo>
                  <a:pt x="0" y="2756916"/>
                </a:moveTo>
                <a:lnTo>
                  <a:pt x="4411066" y="2756916"/>
                </a:lnTo>
                <a:lnTo>
                  <a:pt x="4411066" y="0"/>
                </a:lnTo>
                <a:lnTo>
                  <a:pt x="0" y="0"/>
                </a:lnTo>
                <a:close/>
              </a:path>
            </a:pathLst>
          </a:custGeom>
          <a:noFill/>
          <a:ln w="19050">
            <a:solidFill>
              <a:srgbClr val="1F2937"/>
            </a:solidFill>
            <a:prstDash val="solid"/>
          </a:ln>
        </p:spPr>
      </p:sp>
      <p:sp>
        <p:nvSpPr>
          <p:cNvPr id="19" name="S11-mark439"/>
          <p:cNvSpPr/>
          <p:nvPr/>
        </p:nvSpPr>
        <p:spPr>
          <a:xfrm>
            <a:off x="7197242" y="1932743"/>
            <a:ext cx="4075441" cy="1726069"/>
          </a:xfrm>
          <a:custGeom>
            <a:avLst/>
            <a:gdLst/>
            <a:ahLst/>
            <a:cxnLst/>
            <a:rect l="l" t="t" r="r" b="b"/>
            <a:pathLst>
              <a:path w="4075441" h="1726069">
                <a:moveTo>
                  <a:pt x="0" y="1726069"/>
                </a:moveTo>
                <a:lnTo>
                  <a:pt x="4075441" y="1726069"/>
                </a:lnTo>
                <a:lnTo>
                  <a:pt x="4075441" y="0"/>
                </a:lnTo>
                <a:lnTo>
                  <a:pt x="0" y="0"/>
                </a:lnTo>
                <a:close/>
              </a:path>
            </a:pathLst>
          </a:custGeom>
          <a:solidFill>
            <a:srgbClr val="FFFFFF"/>
          </a:solidFill>
          <a:ln w="15875">
            <a:solidFill>
              <a:srgbClr val="1F2937"/>
            </a:solidFill>
            <a:prstDash val="solid"/>
          </a:ln>
        </p:spPr>
      </p:sp>
      <p:sp>
        <p:nvSpPr>
          <p:cNvPr id="20" name="S11-mark440"/>
          <p:cNvSpPr/>
          <p:nvPr/>
        </p:nvSpPr>
        <p:spPr>
          <a:xfrm>
            <a:off x="7197242" y="1932743"/>
            <a:ext cx="4075441" cy="359598"/>
          </a:xfrm>
          <a:custGeom>
            <a:avLst/>
            <a:gdLst/>
            <a:ahLst/>
            <a:cxnLst/>
            <a:rect l="l" t="t" r="r" b="b"/>
            <a:pathLst>
              <a:path w="4075441" h="359598">
                <a:moveTo>
                  <a:pt x="0" y="359598"/>
                </a:moveTo>
                <a:lnTo>
                  <a:pt x="4075441" y="359598"/>
                </a:lnTo>
                <a:lnTo>
                  <a:pt x="4075441" y="0"/>
                </a:lnTo>
                <a:lnTo>
                  <a:pt x="0" y="0"/>
                </a:lnTo>
                <a:close/>
              </a:path>
            </a:pathLst>
          </a:custGeom>
          <a:solidFill>
            <a:srgbClr val="EAF3F1"/>
          </a:solidFill>
          <a:ln w="15875">
            <a:solidFill>
              <a:srgbClr val="1F2937"/>
            </a:solidFill>
            <a:prstDash val="solid"/>
          </a:ln>
        </p:spPr>
      </p:sp>
      <p:sp>
        <p:nvSpPr>
          <p:cNvPr id="21" name="S11-mark441"/>
          <p:cNvSpPr/>
          <p:nvPr/>
        </p:nvSpPr>
        <p:spPr>
          <a:xfrm>
            <a:off x="7437933" y="2319191"/>
            <a:ext cx="233019" cy="138086"/>
          </a:xfrm>
          <a:custGeom>
            <a:avLst/>
            <a:gdLst/>
            <a:ahLst/>
            <a:cxnLst/>
            <a:rect l="l" t="t" r="r" b="b"/>
            <a:pathLst>
              <a:path w="233019" h="138086">
                <a:moveTo>
                  <a:pt x="0" y="0"/>
                </a:moveTo>
                <a:lnTo>
                  <a:pt x="233019" y="69043"/>
                </a:lnTo>
                <a:lnTo>
                  <a:pt x="0" y="138086"/>
                </a:lnTo>
                <a:close/>
              </a:path>
            </a:pathLst>
          </a:custGeom>
          <a:solidFill>
            <a:srgbClr val="E9762B"/>
          </a:solidFill>
          <a:ln w="15875">
            <a:solidFill>
              <a:srgbClr val="1F2937"/>
            </a:solidFill>
            <a:prstDash val="solid"/>
          </a:ln>
        </p:spPr>
      </p:sp>
      <p:sp>
        <p:nvSpPr>
          <p:cNvPr id="22" name="S11-mark442"/>
          <p:cNvSpPr/>
          <p:nvPr/>
        </p:nvSpPr>
        <p:spPr>
          <a:xfrm>
            <a:off x="9404214" y="2332137"/>
            <a:ext cx="284801" cy="284801"/>
          </a:xfrm>
          <a:custGeom>
            <a:avLst/>
            <a:gdLst/>
            <a:ahLst/>
            <a:cxnLst/>
            <a:rect l="l" t="t" r="r" b="b"/>
            <a:pathLst>
              <a:path w="284801" h="284801">
                <a:moveTo>
                  <a:pt x="99249" y="284801"/>
                </a:moveTo>
                <a:lnTo>
                  <a:pt x="185552" y="284801"/>
                </a:lnTo>
                <a:lnTo>
                  <a:pt x="185552" y="185552"/>
                </a:lnTo>
                <a:lnTo>
                  <a:pt x="284801" y="185552"/>
                </a:lnTo>
                <a:lnTo>
                  <a:pt x="284801" y="99249"/>
                </a:lnTo>
                <a:lnTo>
                  <a:pt x="185552" y="99249"/>
                </a:lnTo>
                <a:lnTo>
                  <a:pt x="185552" y="0"/>
                </a:lnTo>
                <a:lnTo>
                  <a:pt x="99249" y="0"/>
                </a:lnTo>
                <a:lnTo>
                  <a:pt x="99249" y="99249"/>
                </a:lnTo>
                <a:lnTo>
                  <a:pt x="0" y="99249"/>
                </a:lnTo>
                <a:lnTo>
                  <a:pt x="0" y="185552"/>
                </a:lnTo>
                <a:lnTo>
                  <a:pt x="99249" y="185552"/>
                </a:lnTo>
                <a:close/>
              </a:path>
            </a:pathLst>
          </a:custGeom>
          <a:solidFill>
            <a:srgbClr val="C8434E"/>
          </a:solidFill>
          <a:ln w="12700">
            <a:solidFill>
              <a:srgbClr val="1F2937"/>
            </a:solidFill>
            <a:prstDash val="solid"/>
          </a:ln>
        </p:spPr>
      </p:sp>
      <p:sp>
        <p:nvSpPr>
          <p:cNvPr id="23" name="S11-mark443"/>
          <p:cNvSpPr/>
          <p:nvPr/>
        </p:nvSpPr>
        <p:spPr>
          <a:xfrm>
            <a:off x="7502661" y="2957837"/>
            <a:ext cx="60412" cy="112194"/>
          </a:xfrm>
          <a:custGeom>
            <a:avLst/>
            <a:gdLst/>
            <a:ahLst/>
            <a:cxnLst/>
            <a:rect l="l" t="t" r="r" b="b"/>
            <a:pathLst>
              <a:path w="60412" h="112194">
                <a:moveTo>
                  <a:pt x="0" y="112194"/>
                </a:moveTo>
                <a:lnTo>
                  <a:pt x="60412" y="112194"/>
                </a:lnTo>
                <a:lnTo>
                  <a:pt x="60412" y="0"/>
                </a:lnTo>
                <a:lnTo>
                  <a:pt x="0" y="0"/>
                </a:lnTo>
                <a:close/>
              </a:path>
            </a:pathLst>
          </a:custGeom>
          <a:solidFill>
            <a:srgbClr val="8B5A2B"/>
          </a:solidFill>
          <a:ln w="12700">
            <a:solidFill>
              <a:srgbClr val="1F2937"/>
            </a:solidFill>
            <a:prstDash val="solid"/>
          </a:ln>
        </p:spPr>
      </p:sp>
      <p:sp>
        <p:nvSpPr>
          <p:cNvPr id="24" name="S11-mark444"/>
          <p:cNvSpPr/>
          <p:nvPr/>
        </p:nvSpPr>
        <p:spPr>
          <a:xfrm>
            <a:off x="7394781" y="2733448"/>
            <a:ext cx="276171" cy="224389"/>
          </a:xfrm>
          <a:custGeom>
            <a:avLst/>
            <a:gdLst/>
            <a:ahLst/>
            <a:cxnLst/>
            <a:rect l="l" t="t" r="r" b="b"/>
            <a:pathLst>
              <a:path w="276171" h="224389">
                <a:moveTo>
                  <a:pt x="0" y="224389"/>
                </a:moveTo>
                <a:lnTo>
                  <a:pt x="276171" y="224389"/>
                </a:lnTo>
                <a:lnTo>
                  <a:pt x="138086" y="0"/>
                </a:lnTo>
                <a:close/>
              </a:path>
            </a:pathLst>
          </a:custGeom>
          <a:solidFill>
            <a:srgbClr val="2A9D8F"/>
          </a:solidFill>
          <a:ln w="15875">
            <a:solidFill>
              <a:srgbClr val="1F2937"/>
            </a:solidFill>
            <a:prstDash val="solid"/>
          </a:ln>
        </p:spPr>
      </p:sp>
      <p:sp>
        <p:nvSpPr>
          <p:cNvPr id="25" name="S11-mark445"/>
          <p:cNvSpPr/>
          <p:nvPr/>
        </p:nvSpPr>
        <p:spPr>
          <a:xfrm>
            <a:off x="9391268" y="2767969"/>
            <a:ext cx="155346" cy="267541"/>
          </a:xfrm>
          <a:custGeom>
            <a:avLst/>
            <a:gdLst/>
            <a:ahLst/>
            <a:cxnLst/>
            <a:rect l="l" t="t" r="r" b="b"/>
            <a:pathLst>
              <a:path w="155346" h="267541">
                <a:moveTo>
                  <a:pt x="0" y="233019"/>
                </a:moveTo>
                <a:lnTo>
                  <a:pt x="155346" y="267541"/>
                </a:lnTo>
                <a:lnTo>
                  <a:pt x="155346" y="34521"/>
                </a:lnTo>
                <a:lnTo>
                  <a:pt x="0" y="0"/>
                </a:lnTo>
                <a:close/>
              </a:path>
            </a:pathLst>
          </a:custGeom>
          <a:solidFill>
            <a:srgbClr val="3D5A80"/>
          </a:solidFill>
          <a:ln w="15875">
            <a:solidFill>
              <a:srgbClr val="1F2937"/>
            </a:solidFill>
            <a:prstDash val="solid"/>
          </a:ln>
        </p:spPr>
      </p:sp>
      <p:sp>
        <p:nvSpPr>
          <p:cNvPr id="26" name="S11-mark446"/>
          <p:cNvSpPr/>
          <p:nvPr/>
        </p:nvSpPr>
        <p:spPr>
          <a:xfrm>
            <a:off x="9546614" y="2767969"/>
            <a:ext cx="155346" cy="267541"/>
          </a:xfrm>
          <a:custGeom>
            <a:avLst/>
            <a:gdLst/>
            <a:ahLst/>
            <a:cxnLst/>
            <a:rect l="l" t="t" r="r" b="b"/>
            <a:pathLst>
              <a:path w="155346" h="267541">
                <a:moveTo>
                  <a:pt x="155346" y="233019"/>
                </a:moveTo>
                <a:lnTo>
                  <a:pt x="0" y="267541"/>
                </a:lnTo>
                <a:lnTo>
                  <a:pt x="0" y="34521"/>
                </a:lnTo>
                <a:lnTo>
                  <a:pt x="155346" y="0"/>
                </a:lnTo>
                <a:close/>
              </a:path>
            </a:pathLst>
          </a:custGeom>
          <a:solidFill>
            <a:srgbClr val="3D5A80"/>
          </a:solidFill>
          <a:ln w="15875">
            <a:solidFill>
              <a:srgbClr val="1F2937"/>
            </a:solidFill>
            <a:prstDash val="solid"/>
          </a:ln>
        </p:spPr>
      </p:sp>
      <p:sp>
        <p:nvSpPr>
          <p:cNvPr id="27" name="S11-mark447"/>
          <p:cNvSpPr/>
          <p:nvPr/>
        </p:nvSpPr>
        <p:spPr>
          <a:xfrm>
            <a:off x="9473256" y="3190856"/>
            <a:ext cx="146716" cy="112194"/>
          </a:xfrm>
          <a:custGeom>
            <a:avLst/>
            <a:gdLst/>
            <a:ahLst/>
            <a:cxnLst/>
            <a:rect l="l" t="t" r="r" b="b"/>
            <a:pathLst>
              <a:path w="146716" h="112194">
                <a:moveTo>
                  <a:pt x="146716" y="112194"/>
                </a:moveTo>
                <a:lnTo>
                  <a:pt x="137127" y="56097"/>
                </a:lnTo>
                <a:lnTo>
                  <a:pt x="109797" y="14863"/>
                </a:lnTo>
                <a:lnTo>
                  <a:pt x="73358" y="0"/>
                </a:lnTo>
                <a:lnTo>
                  <a:pt x="36919" y="14863"/>
                </a:lnTo>
                <a:lnTo>
                  <a:pt x="9589" y="56097"/>
                </a:lnTo>
                <a:lnTo>
                  <a:pt x="0" y="112194"/>
                </a:lnTo>
              </a:path>
            </a:pathLst>
          </a:custGeom>
          <a:noFill/>
          <a:ln w="25400">
            <a:solidFill>
              <a:srgbClr val="1F2937"/>
            </a:solidFill>
            <a:prstDash val="solid"/>
          </a:ln>
        </p:spPr>
      </p:sp>
      <p:sp>
        <p:nvSpPr>
          <p:cNvPr id="28" name="S11-mark448"/>
          <p:cNvSpPr/>
          <p:nvPr/>
        </p:nvSpPr>
        <p:spPr>
          <a:xfrm>
            <a:off x="9404214" y="3303051"/>
            <a:ext cx="284801" cy="189868"/>
          </a:xfrm>
          <a:custGeom>
            <a:avLst/>
            <a:gdLst/>
            <a:ahLst/>
            <a:cxnLst/>
            <a:rect l="l" t="t" r="r" b="b"/>
            <a:pathLst>
              <a:path w="284801" h="189868">
                <a:moveTo>
                  <a:pt x="0" y="0"/>
                </a:moveTo>
                <a:lnTo>
                  <a:pt x="284801" y="0"/>
                </a:lnTo>
                <a:lnTo>
                  <a:pt x="250280" y="189868"/>
                </a:lnTo>
                <a:lnTo>
                  <a:pt x="34521" y="189868"/>
                </a:lnTo>
                <a:close/>
              </a:path>
            </a:pathLst>
          </a:custGeom>
          <a:solidFill>
            <a:srgbClr val="F2C14E"/>
          </a:solidFill>
          <a:ln w="15875">
            <a:solidFill>
              <a:srgbClr val="1F2937"/>
            </a:solidFill>
            <a:prstDash val="solid"/>
          </a:ln>
        </p:spPr>
      </p:sp>
      <p:sp>
        <p:nvSpPr>
          <p:cNvPr id="29" name="S11-mark449"/>
          <p:cNvSpPr/>
          <p:nvPr/>
        </p:nvSpPr>
        <p:spPr>
          <a:xfrm>
            <a:off x="4318063" y="1510815"/>
            <a:ext cx="364392" cy="364392"/>
          </a:xfrm>
          <a:prstGeom prst="ellipse">
            <a:avLst/>
          </a:prstGeom>
          <a:solidFill>
            <a:srgbClr val="FFFFFF"/>
          </a:solidFill>
          <a:ln w="25400">
            <a:solidFill>
              <a:srgbClr val="1F2937"/>
            </a:solidFill>
            <a:prstDash val="solid"/>
          </a:ln>
        </p:spPr>
      </p:sp>
      <p:sp>
        <p:nvSpPr>
          <p:cNvPr id="30" name="S11-mark450"/>
          <p:cNvSpPr/>
          <p:nvPr/>
        </p:nvSpPr>
        <p:spPr>
          <a:xfrm>
            <a:off x="4423066" y="1615818"/>
            <a:ext cx="154387" cy="154387"/>
          </a:xfrm>
          <a:prstGeom prst="ellipse">
            <a:avLst/>
          </a:prstGeom>
          <a:solidFill>
            <a:srgbClr val="264653"/>
          </a:solidFill>
          <a:ln w="12700">
            <a:solidFill>
              <a:srgbClr val="1F2937"/>
            </a:solidFill>
            <a:prstDash val="solid"/>
          </a:ln>
        </p:spPr>
      </p:sp>
      <p:sp>
        <p:nvSpPr>
          <p:cNvPr id="31" name="S11-mark451"/>
          <p:cNvSpPr/>
          <p:nvPr/>
        </p:nvSpPr>
        <p:spPr>
          <a:xfrm>
            <a:off x="7390466" y="3195171"/>
            <a:ext cx="284801" cy="284801"/>
          </a:xfrm>
          <a:prstGeom prst="ellipse">
            <a:avLst/>
          </a:prstGeom>
          <a:solidFill>
            <a:srgbClr val="FFFFFF"/>
          </a:solidFill>
          <a:ln w="25400">
            <a:solidFill>
              <a:srgbClr val="1F2937"/>
            </a:solidFill>
            <a:prstDash val="solid"/>
          </a:ln>
        </p:spPr>
      </p:sp>
      <p:sp>
        <p:nvSpPr>
          <p:cNvPr id="32" name="S11-mark452"/>
          <p:cNvSpPr/>
          <p:nvPr/>
        </p:nvSpPr>
        <p:spPr>
          <a:xfrm>
            <a:off x="7472455" y="3277160"/>
            <a:ext cx="120825" cy="120825"/>
          </a:xfrm>
          <a:prstGeom prst="ellipse">
            <a:avLst/>
          </a:prstGeom>
          <a:solidFill>
            <a:srgbClr val="264653"/>
          </a:solidFill>
          <a:ln w="12700">
            <a:solidFill>
              <a:srgbClr val="1F2937"/>
            </a:solidFill>
            <a:prstDash val="solid"/>
          </a:ln>
        </p:spPr>
      </p:sp>
      <p:sp>
        <p:nvSpPr>
          <p:cNvPr id="33" name="S11-mark453"/>
          <p:cNvSpPr/>
          <p:nvPr/>
        </p:nvSpPr>
        <p:spPr>
          <a:xfrm flipV="1">
            <a:off x="2173422" y="2597280"/>
            <a:ext cx="0" cy="396996"/>
          </a:xfrm>
          <a:prstGeom prst="line">
            <a:avLst/>
          </a:prstGeom>
          <a:noFill/>
          <a:ln w="28575">
            <a:solidFill>
              <a:srgbClr val="1F2937"/>
            </a:solidFill>
            <a:prstDash val="solid"/>
          </a:ln>
        </p:spPr>
      </p:sp>
      <p:sp>
        <p:nvSpPr>
          <p:cNvPr id="34" name="S11-mark454"/>
          <p:cNvSpPr/>
          <p:nvPr/>
        </p:nvSpPr>
        <p:spPr>
          <a:xfrm flipV="1">
            <a:off x="916269" y="1417320"/>
            <a:ext cx="0" cy="2756916"/>
          </a:xfrm>
          <a:prstGeom prst="line">
            <a:avLst/>
          </a:prstGeom>
          <a:noFill/>
          <a:ln w="9525">
            <a:solidFill>
              <a:srgbClr val="B8C2CC"/>
            </a:solidFill>
            <a:prstDash val="solid"/>
          </a:ln>
        </p:spPr>
      </p:sp>
      <p:sp>
        <p:nvSpPr>
          <p:cNvPr id="35" name="S11-mark455"/>
          <p:cNvSpPr/>
          <p:nvPr/>
        </p:nvSpPr>
        <p:spPr>
          <a:xfrm flipV="1">
            <a:off x="1467652" y="1417320"/>
            <a:ext cx="0" cy="2756916"/>
          </a:xfrm>
          <a:prstGeom prst="line">
            <a:avLst/>
          </a:prstGeom>
          <a:noFill/>
          <a:ln w="9525">
            <a:solidFill>
              <a:srgbClr val="B8C2CC"/>
            </a:solidFill>
            <a:prstDash val="solid"/>
          </a:ln>
        </p:spPr>
      </p:sp>
      <p:sp>
        <p:nvSpPr>
          <p:cNvPr id="36" name="S11-mark456"/>
          <p:cNvSpPr/>
          <p:nvPr/>
        </p:nvSpPr>
        <p:spPr>
          <a:xfrm flipV="1">
            <a:off x="2019035" y="1417320"/>
            <a:ext cx="0" cy="2756916"/>
          </a:xfrm>
          <a:prstGeom prst="line">
            <a:avLst/>
          </a:prstGeom>
          <a:noFill/>
          <a:ln w="9525">
            <a:solidFill>
              <a:srgbClr val="B8C2CC"/>
            </a:solidFill>
            <a:prstDash val="solid"/>
          </a:ln>
        </p:spPr>
      </p:sp>
      <p:sp>
        <p:nvSpPr>
          <p:cNvPr id="37" name="S11-mark457"/>
          <p:cNvSpPr/>
          <p:nvPr/>
        </p:nvSpPr>
        <p:spPr>
          <a:xfrm flipV="1">
            <a:off x="2570418" y="1417320"/>
            <a:ext cx="0" cy="2756916"/>
          </a:xfrm>
          <a:prstGeom prst="line">
            <a:avLst/>
          </a:prstGeom>
          <a:noFill/>
          <a:ln w="9525">
            <a:solidFill>
              <a:srgbClr val="B8C2CC"/>
            </a:solidFill>
            <a:prstDash val="solid"/>
          </a:ln>
        </p:spPr>
      </p:sp>
      <p:sp>
        <p:nvSpPr>
          <p:cNvPr id="38" name="S11-mark458"/>
          <p:cNvSpPr/>
          <p:nvPr/>
        </p:nvSpPr>
        <p:spPr>
          <a:xfrm flipV="1">
            <a:off x="3121801" y="1417320"/>
            <a:ext cx="0" cy="2756916"/>
          </a:xfrm>
          <a:prstGeom prst="line">
            <a:avLst/>
          </a:prstGeom>
          <a:noFill/>
          <a:ln w="9525">
            <a:solidFill>
              <a:srgbClr val="B8C2CC"/>
            </a:solidFill>
            <a:prstDash val="solid"/>
          </a:ln>
        </p:spPr>
      </p:sp>
      <p:sp>
        <p:nvSpPr>
          <p:cNvPr id="39" name="S11-mark459"/>
          <p:cNvSpPr/>
          <p:nvPr/>
        </p:nvSpPr>
        <p:spPr>
          <a:xfrm flipV="1">
            <a:off x="3673185" y="1417320"/>
            <a:ext cx="0" cy="2756916"/>
          </a:xfrm>
          <a:prstGeom prst="line">
            <a:avLst/>
          </a:prstGeom>
          <a:noFill/>
          <a:ln w="9525">
            <a:solidFill>
              <a:srgbClr val="B8C2CC"/>
            </a:solidFill>
            <a:prstDash val="solid"/>
          </a:ln>
        </p:spPr>
      </p:sp>
      <p:sp>
        <p:nvSpPr>
          <p:cNvPr id="40" name="S11-mark460"/>
          <p:cNvSpPr/>
          <p:nvPr/>
        </p:nvSpPr>
        <p:spPr>
          <a:xfrm flipV="1">
            <a:off x="4224568" y="1417320"/>
            <a:ext cx="0" cy="2756916"/>
          </a:xfrm>
          <a:prstGeom prst="line">
            <a:avLst/>
          </a:prstGeom>
          <a:noFill/>
          <a:ln w="9525">
            <a:solidFill>
              <a:srgbClr val="B8C2CC"/>
            </a:solidFill>
            <a:prstDash val="solid"/>
          </a:ln>
        </p:spPr>
      </p:sp>
      <p:sp>
        <p:nvSpPr>
          <p:cNvPr id="41" name="S11-mark461"/>
          <p:cNvSpPr/>
          <p:nvPr/>
        </p:nvSpPr>
        <p:spPr>
          <a:xfrm flipV="1">
            <a:off x="4775951" y="1417320"/>
            <a:ext cx="0" cy="2756916"/>
          </a:xfrm>
          <a:prstGeom prst="line">
            <a:avLst/>
          </a:prstGeom>
          <a:noFill/>
          <a:ln w="9525">
            <a:solidFill>
              <a:srgbClr val="B8C2CC"/>
            </a:solidFill>
            <a:prstDash val="solid"/>
          </a:ln>
        </p:spPr>
      </p:sp>
      <p:sp>
        <p:nvSpPr>
          <p:cNvPr id="42" name="S11-mark462"/>
          <p:cNvSpPr/>
          <p:nvPr/>
        </p:nvSpPr>
        <p:spPr>
          <a:xfrm flipV="1">
            <a:off x="5327334" y="1417320"/>
            <a:ext cx="0" cy="2756916"/>
          </a:xfrm>
          <a:prstGeom prst="line">
            <a:avLst/>
          </a:prstGeom>
          <a:noFill/>
          <a:ln w="9525">
            <a:solidFill>
              <a:srgbClr val="B8C2CC"/>
            </a:solidFill>
            <a:prstDash val="solid"/>
          </a:ln>
        </p:spPr>
      </p:sp>
      <p:sp>
        <p:nvSpPr>
          <p:cNvPr id="43" name="S11-mark463"/>
          <p:cNvSpPr/>
          <p:nvPr/>
        </p:nvSpPr>
        <p:spPr>
          <a:xfrm>
            <a:off x="916269" y="4174236"/>
            <a:ext cx="4411066" cy="0"/>
          </a:xfrm>
          <a:prstGeom prst="line">
            <a:avLst/>
          </a:prstGeom>
          <a:noFill/>
          <a:ln w="9525">
            <a:solidFill>
              <a:srgbClr val="B8C2CC"/>
            </a:solidFill>
            <a:prstDash val="solid"/>
          </a:ln>
        </p:spPr>
      </p:sp>
      <p:sp>
        <p:nvSpPr>
          <p:cNvPr id="44" name="S11-mark464"/>
          <p:cNvSpPr/>
          <p:nvPr/>
        </p:nvSpPr>
        <p:spPr>
          <a:xfrm>
            <a:off x="916269" y="3622853"/>
            <a:ext cx="4411066" cy="0"/>
          </a:xfrm>
          <a:prstGeom prst="line">
            <a:avLst/>
          </a:prstGeom>
          <a:noFill/>
          <a:ln w="9525">
            <a:solidFill>
              <a:srgbClr val="B8C2CC"/>
            </a:solidFill>
            <a:prstDash val="solid"/>
          </a:ln>
        </p:spPr>
      </p:sp>
      <p:sp>
        <p:nvSpPr>
          <p:cNvPr id="45" name="S11-mark465"/>
          <p:cNvSpPr/>
          <p:nvPr/>
        </p:nvSpPr>
        <p:spPr>
          <a:xfrm>
            <a:off x="916269" y="3071470"/>
            <a:ext cx="4411066" cy="0"/>
          </a:xfrm>
          <a:prstGeom prst="line">
            <a:avLst/>
          </a:prstGeom>
          <a:noFill/>
          <a:ln w="9525">
            <a:solidFill>
              <a:srgbClr val="B8C2CC"/>
            </a:solidFill>
            <a:prstDash val="solid"/>
          </a:ln>
        </p:spPr>
      </p:sp>
      <p:sp>
        <p:nvSpPr>
          <p:cNvPr id="46" name="S11-mark466"/>
          <p:cNvSpPr/>
          <p:nvPr/>
        </p:nvSpPr>
        <p:spPr>
          <a:xfrm>
            <a:off x="916269" y="2520086"/>
            <a:ext cx="4411066" cy="0"/>
          </a:xfrm>
          <a:prstGeom prst="line">
            <a:avLst/>
          </a:prstGeom>
          <a:noFill/>
          <a:ln w="9525">
            <a:solidFill>
              <a:srgbClr val="B8C2CC"/>
            </a:solidFill>
            <a:prstDash val="solid"/>
          </a:ln>
        </p:spPr>
      </p:sp>
      <p:sp>
        <p:nvSpPr>
          <p:cNvPr id="47" name="S11-mark467"/>
          <p:cNvSpPr/>
          <p:nvPr/>
        </p:nvSpPr>
        <p:spPr>
          <a:xfrm>
            <a:off x="916269" y="1968703"/>
            <a:ext cx="4411066" cy="0"/>
          </a:xfrm>
          <a:prstGeom prst="line">
            <a:avLst/>
          </a:prstGeom>
          <a:noFill/>
          <a:ln w="9525">
            <a:solidFill>
              <a:srgbClr val="B8C2CC"/>
            </a:solidFill>
            <a:prstDash val="solid"/>
          </a:ln>
        </p:spPr>
      </p:sp>
      <p:sp>
        <p:nvSpPr>
          <p:cNvPr id="48" name="S11-mark468"/>
          <p:cNvSpPr/>
          <p:nvPr/>
        </p:nvSpPr>
        <p:spPr>
          <a:xfrm>
            <a:off x="916269" y="1417320"/>
            <a:ext cx="4411066" cy="0"/>
          </a:xfrm>
          <a:prstGeom prst="line">
            <a:avLst/>
          </a:prstGeom>
          <a:noFill/>
          <a:ln w="9525">
            <a:solidFill>
              <a:srgbClr val="B8C2CC"/>
            </a:solidFill>
            <a:prstDash val="solid"/>
          </a:ln>
        </p:spPr>
      </p:sp>
      <p:sp>
        <p:nvSpPr>
          <p:cNvPr id="49" name="S11-mark469"/>
          <p:cNvSpPr/>
          <p:nvPr/>
        </p:nvSpPr>
        <p:spPr>
          <a:xfrm flipV="1">
            <a:off x="6238315" y="2388234"/>
            <a:ext cx="0" cy="815088"/>
          </a:xfrm>
          <a:prstGeom prst="line">
            <a:avLst/>
          </a:prstGeom>
          <a:noFill/>
          <a:ln w="38100">
            <a:solidFill>
              <a:srgbClr val="1F2937"/>
            </a:solidFill>
            <a:prstDash val="solid"/>
            <a:tailEnd type="triangle"/>
          </a:ln>
        </p:spPr>
      </p:sp>
      <p:sp>
        <p:nvSpPr>
          <p:cNvPr id="50" name="S11-mark470"/>
          <p:cNvSpPr/>
          <p:nvPr/>
        </p:nvSpPr>
        <p:spPr>
          <a:xfrm>
            <a:off x="5830771" y="2795778"/>
            <a:ext cx="815088" cy="0"/>
          </a:xfrm>
          <a:prstGeom prst="line">
            <a:avLst/>
          </a:prstGeom>
          <a:noFill/>
          <a:ln w="25400">
            <a:solidFill>
              <a:srgbClr val="1F2937"/>
            </a:solidFill>
            <a:prstDash val="solid"/>
          </a:ln>
        </p:spPr>
      </p:sp>
      <p:sp>
        <p:nvSpPr>
          <p:cNvPr id="51" name="S11-mark471"/>
          <p:cNvSpPr/>
          <p:nvPr/>
        </p:nvSpPr>
        <p:spPr>
          <a:xfrm flipV="1">
            <a:off x="7437933" y="2319191"/>
            <a:ext cx="0" cy="310692"/>
          </a:xfrm>
          <a:prstGeom prst="line">
            <a:avLst/>
          </a:prstGeom>
          <a:noFill/>
          <a:ln w="28575">
            <a:solidFill>
              <a:srgbClr val="1F2937"/>
            </a:solidFill>
            <a:prstDash val="solid"/>
          </a:ln>
        </p:spPr>
      </p:sp>
      <p:sp>
        <p:nvSpPr>
          <p:cNvPr id="52" name="S11-label473"/>
          <p:cNvSpPr txBox="1"/>
          <p:nvPr/>
        </p:nvSpPr>
        <p:spPr>
          <a:xfrm>
            <a:off x="6034099" y="198197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53" name="S11-label475"/>
          <p:cNvSpPr txBox="1"/>
          <p:nvPr/>
        </p:nvSpPr>
        <p:spPr>
          <a:xfrm>
            <a:off x="6034099" y="322858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54" name="S11-label477"/>
          <p:cNvSpPr txBox="1"/>
          <p:nvPr/>
        </p:nvSpPr>
        <p:spPr>
          <a:xfrm>
            <a:off x="6657402"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55" name="S11-label479"/>
          <p:cNvSpPr txBox="1"/>
          <p:nvPr/>
        </p:nvSpPr>
        <p:spPr>
          <a:xfrm>
            <a:off x="5410796"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56" name="S11-label481"/>
          <p:cNvSpPr txBox="1"/>
          <p:nvPr/>
        </p:nvSpPr>
        <p:spPr>
          <a:xfrm>
            <a:off x="8881395" y="1922042"/>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57" name="S11-label483"/>
          <p:cNvSpPr txBox="1"/>
          <p:nvPr/>
        </p:nvSpPr>
        <p:spPr>
          <a:xfrm>
            <a:off x="8138226"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58" name="S11-label485"/>
          <p:cNvSpPr txBox="1"/>
          <p:nvPr/>
        </p:nvSpPr>
        <p:spPr>
          <a:xfrm>
            <a:off x="10151974"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59" name="S11-label487"/>
          <p:cNvSpPr txBox="1"/>
          <p:nvPr/>
        </p:nvSpPr>
        <p:spPr>
          <a:xfrm>
            <a:off x="8138226" y="271555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0" name="S11-label489"/>
          <p:cNvSpPr txBox="1"/>
          <p:nvPr/>
        </p:nvSpPr>
        <p:spPr>
          <a:xfrm>
            <a:off x="10002622" y="2715555"/>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1" name="S11-label491"/>
          <p:cNvSpPr txBox="1"/>
          <p:nvPr/>
        </p:nvSpPr>
        <p:spPr>
          <a:xfrm>
            <a:off x="7839522" y="31470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62" name="S11-label493"/>
          <p:cNvSpPr txBox="1"/>
          <p:nvPr/>
        </p:nvSpPr>
        <p:spPr>
          <a:xfrm>
            <a:off x="10151974" y="31470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둘레 그림지도</a:t>
            </a:r>
            <a:endParaRPr lang="ko-KR" sz="4000" dirty="0"/>
          </a:p>
        </p:txBody>
      </p:sp>
      <p:sp>
        <p:nvSpPr>
          <p:cNvPr id="3" name="S13-card494"/>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3-cardtext495"/>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방위표가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장소를 기호로 나타냈어요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범례가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방위로 위치를 말했어요</a:t>
            </a:r>
            <a:endParaRPr lang="ko-KR" sz="3000" dirty="0"/>
          </a:p>
        </p:txBody>
      </p:sp>
      <p:sp>
        <p:nvSpPr>
          <p:cNvPr id="5" name="S13-stepno496"/>
          <p:cNvSpPr txBox="1"/>
          <p:nvPr/>
        </p:nvSpPr>
        <p:spPr>
          <a:xfrm>
            <a:off x="548640" y="22372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3-text497"/>
          <p:cNvSpPr txBox="1"/>
          <p:nvPr/>
        </p:nvSpPr>
        <p:spPr>
          <a:xfrm>
            <a:off x="1325880" y="223723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방위표부터 그려요.</a:t>
            </a:r>
            <a:endParaRPr lang="ko-KR" sz="3000" dirty="0"/>
          </a:p>
        </p:txBody>
      </p:sp>
      <p:sp>
        <p:nvSpPr>
          <p:cNvPr id="7" name="S13-stepno498"/>
          <p:cNvSpPr txBox="1"/>
          <p:nvPr/>
        </p:nvSpPr>
        <p:spPr>
          <a:xfrm>
            <a:off x="548640" y="29961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3-text499"/>
          <p:cNvSpPr txBox="1"/>
          <p:nvPr/>
        </p:nvSpPr>
        <p:spPr>
          <a:xfrm>
            <a:off x="1325880" y="2950464"/>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큰길과 우리 집을 먼저 그려요.</a:t>
            </a:r>
            <a:endParaRPr lang="ko-KR" sz="3000" dirty="0"/>
          </a:p>
        </p:txBody>
      </p:sp>
      <p:sp>
        <p:nvSpPr>
          <p:cNvPr id="9" name="S13-stepno500"/>
          <p:cNvSpPr txBox="1"/>
          <p:nvPr/>
        </p:nvSpPr>
        <p:spPr>
          <a:xfrm>
            <a:off x="548640" y="40446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3-text501"/>
          <p:cNvSpPr txBox="1"/>
          <p:nvPr/>
        </p:nvSpPr>
        <p:spPr>
          <a:xfrm>
            <a:off x="1325880" y="4044696"/>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장소를 기호로 그려요.</a:t>
            </a:r>
            <a:endParaRPr lang="ko-KR" sz="3000" dirty="0"/>
          </a:p>
        </p:txBody>
      </p:sp>
      <p:sp>
        <p:nvSpPr>
          <p:cNvPr id="11" name="S13-stepno502"/>
          <p:cNvSpPr txBox="1"/>
          <p:nvPr/>
        </p:nvSpPr>
        <p:spPr>
          <a:xfrm>
            <a:off x="548640" y="47579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3-text503"/>
          <p:cNvSpPr txBox="1"/>
          <p:nvPr/>
        </p:nvSpPr>
        <p:spPr>
          <a:xfrm>
            <a:off x="1325880" y="475792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범례에 기호의 뜻을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04"/>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05"/>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그림지도는 기호로 장소를 나타내요.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동서남북을 말해요.</a:t>
            </a:r>
            <a:endParaRPr lang="ko-KR" sz="3000" dirty="0"/>
          </a:p>
        </p:txBody>
      </p:sp>
      <p:sp>
        <p:nvSpPr>
          <p:cNvPr id="5" name="S14-chip506"/>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장소와 방위로 말하기</a:t>
            </a:r>
            <a:endParaRPr lang="ko-KR" sz="2400" dirty="0"/>
          </a:p>
        </p:txBody>
      </p:sp>
      <p:sp>
        <p:nvSpPr>
          <p:cNvPr id="6" name="S14-chip507"/>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범례 없이 짐작하기</a:t>
            </a:r>
            <a:endParaRPr lang="ko-KR" sz="2400" dirty="0"/>
          </a:p>
        </p:txBody>
      </p:sp>
      <p:sp>
        <p:nvSpPr>
          <p:cNvPr id="7" name="S14-text508"/>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09"/>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장소를 간단한</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모양으로 나타낸 것은?</a:t>
            </a:r>
            <a:endParaRPr lang="ko-KR" sz="2400" dirty="0"/>
          </a:p>
        </p:txBody>
      </p:sp>
      <p:sp>
        <p:nvSpPr>
          <p:cNvPr id="9" name="S14-text510"/>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기호의 뜻을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모아 놓은 것은?</a:t>
            </a:r>
            <a:endParaRPr lang="ko-KR" sz="2400" dirty="0"/>
          </a:p>
        </p:txBody>
      </p:sp>
      <p:sp>
        <p:nvSpPr>
          <p:cNvPr id="10" name="S14-text511"/>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북쪽을 보고 서면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오른쪽은?</a:t>
            </a:r>
            <a:endParaRPr lang="ko-KR" sz="2400" dirty="0"/>
          </a:p>
        </p:txBody>
      </p:sp>
      <p:sp>
        <p:nvSpPr>
          <p:cNvPr id="11" name="S14-text51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도구의 변화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기준을 정해 말하기</a:t>
            </a:r>
            <a:endParaRPr lang="ko-KR" sz="4000" dirty="0"/>
          </a:p>
        </p:txBody>
      </p:sp>
      <p:sp>
        <p:nvSpPr>
          <p:cNvPr id="3" name="S15-card5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5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 뒤에 있어요.</a:t>
            </a:r>
            <a:endParaRPr lang="ko-KR" sz="3000" dirty="0"/>
          </a:p>
        </p:txBody>
      </p:sp>
      <p:sp>
        <p:nvSpPr>
          <p:cNvPr id="5" name="S15-figure515" descr="학교 건물 하나. 아래쪽 가운데에 문이 있다. 문이 있는 아래쪽 화살표는 앞, 위쪽 화살표는 뒤, 왼쪽과 오른쪽 화살표는 옆"/>
          <p:cNvSpPr/>
          <p:nvPr/>
        </p:nvSpPr>
        <p:spPr>
          <a:xfrm>
            <a:off x="1813694" y="2373406"/>
            <a:ext cx="2832847" cy="1699708"/>
          </a:xfrm>
          <a:custGeom>
            <a:avLst/>
            <a:gdLst/>
            <a:ahLst/>
            <a:cxnLst/>
            <a:rect l="l" t="t" r="r" b="b"/>
            <a:pathLst>
              <a:path w="2832847" h="1699708">
                <a:moveTo>
                  <a:pt x="0" y="1699708"/>
                </a:moveTo>
                <a:lnTo>
                  <a:pt x="2832847" y="1699708"/>
                </a:lnTo>
                <a:lnTo>
                  <a:pt x="2832847" y="0"/>
                </a:lnTo>
                <a:lnTo>
                  <a:pt x="0" y="0"/>
                </a:lnTo>
                <a:close/>
              </a:path>
            </a:pathLst>
          </a:custGeom>
          <a:solidFill>
            <a:srgbClr val="EAF3F1"/>
          </a:solidFill>
          <a:ln w="19050">
            <a:solidFill>
              <a:srgbClr val="1F2937"/>
            </a:solidFill>
            <a:prstDash val="solid"/>
          </a:ln>
        </p:spPr>
      </p:sp>
      <p:sp>
        <p:nvSpPr>
          <p:cNvPr id="6" name="S15-mark516"/>
          <p:cNvSpPr/>
          <p:nvPr/>
        </p:nvSpPr>
        <p:spPr>
          <a:xfrm>
            <a:off x="2946833" y="3917308"/>
            <a:ext cx="566569" cy="155807"/>
          </a:xfrm>
          <a:custGeom>
            <a:avLst/>
            <a:gdLst/>
            <a:ahLst/>
            <a:cxnLst/>
            <a:rect l="l" t="t" r="r" b="b"/>
            <a:pathLst>
              <a:path w="566569" h="155807">
                <a:moveTo>
                  <a:pt x="0" y="155807"/>
                </a:moveTo>
                <a:lnTo>
                  <a:pt x="566569" y="155807"/>
                </a:lnTo>
                <a:lnTo>
                  <a:pt x="566569" y="0"/>
                </a:lnTo>
                <a:lnTo>
                  <a:pt x="0" y="0"/>
                </a:lnTo>
                <a:close/>
              </a:path>
            </a:pathLst>
          </a:custGeom>
          <a:solidFill>
            <a:srgbClr val="264653"/>
          </a:solidFill>
          <a:ln/>
        </p:spPr>
      </p:sp>
      <p:sp>
        <p:nvSpPr>
          <p:cNvPr id="7" name="S15-mark517"/>
          <p:cNvSpPr/>
          <p:nvPr/>
        </p:nvSpPr>
        <p:spPr>
          <a:xfrm>
            <a:off x="3230118" y="4179346"/>
            <a:ext cx="0" cy="495748"/>
          </a:xfrm>
          <a:prstGeom prst="line">
            <a:avLst/>
          </a:prstGeom>
          <a:noFill/>
          <a:ln w="38100">
            <a:solidFill>
              <a:srgbClr val="E9762B"/>
            </a:solidFill>
            <a:prstDash val="solid"/>
            <a:tailEnd type="triangle"/>
          </a:ln>
        </p:spPr>
      </p:sp>
      <p:sp>
        <p:nvSpPr>
          <p:cNvPr id="8" name="S15-mark518"/>
          <p:cNvSpPr/>
          <p:nvPr/>
        </p:nvSpPr>
        <p:spPr>
          <a:xfrm flipV="1">
            <a:off x="3230118" y="1771426"/>
            <a:ext cx="0" cy="495748"/>
          </a:xfrm>
          <a:prstGeom prst="line">
            <a:avLst/>
          </a:prstGeom>
          <a:noFill/>
          <a:ln w="38100">
            <a:solidFill>
              <a:srgbClr val="E9762B"/>
            </a:solidFill>
            <a:prstDash val="solid"/>
            <a:tailEnd type="triangle"/>
          </a:ln>
        </p:spPr>
      </p:sp>
      <p:sp>
        <p:nvSpPr>
          <p:cNvPr id="9" name="S15-mark519"/>
          <p:cNvSpPr/>
          <p:nvPr/>
        </p:nvSpPr>
        <p:spPr>
          <a:xfrm flipH="1">
            <a:off x="1211714" y="3223260"/>
            <a:ext cx="495748" cy="0"/>
          </a:xfrm>
          <a:prstGeom prst="line">
            <a:avLst/>
          </a:prstGeom>
          <a:noFill/>
          <a:ln w="38100">
            <a:solidFill>
              <a:srgbClr val="E9762B"/>
            </a:solidFill>
            <a:prstDash val="solid"/>
            <a:tailEnd type="triangle"/>
          </a:ln>
        </p:spPr>
      </p:sp>
      <p:sp>
        <p:nvSpPr>
          <p:cNvPr id="10" name="S15-mark520"/>
          <p:cNvSpPr/>
          <p:nvPr/>
        </p:nvSpPr>
        <p:spPr>
          <a:xfrm>
            <a:off x="4752773" y="3223260"/>
            <a:ext cx="495748" cy="0"/>
          </a:xfrm>
          <a:prstGeom prst="line">
            <a:avLst/>
          </a:prstGeom>
          <a:noFill/>
          <a:ln w="38100">
            <a:solidFill>
              <a:srgbClr val="E9762B"/>
            </a:solidFill>
            <a:prstDash val="solid"/>
            <a:tailEnd type="triangle"/>
          </a:ln>
        </p:spPr>
      </p:sp>
      <p:sp>
        <p:nvSpPr>
          <p:cNvPr id="11" name="S15-label522"/>
          <p:cNvSpPr txBox="1"/>
          <p:nvPr/>
        </p:nvSpPr>
        <p:spPr>
          <a:xfrm>
            <a:off x="2876550" y="285570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2" name="S15-label524"/>
          <p:cNvSpPr txBox="1"/>
          <p:nvPr/>
        </p:nvSpPr>
        <p:spPr>
          <a:xfrm>
            <a:off x="3025902" y="345768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3" name="S15-label526"/>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4" name="S15-label528"/>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5" name="S15-label530"/>
          <p:cNvSpPr txBox="1"/>
          <p:nvPr/>
        </p:nvSpPr>
        <p:spPr>
          <a:xfrm>
            <a:off x="582571"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6" name="S15-label532"/>
          <p:cNvSpPr txBox="1"/>
          <p:nvPr/>
        </p:nvSpPr>
        <p:spPr>
          <a:xfrm>
            <a:off x="5469233"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7" name="S15-card533"/>
          <p:cNvSpPr/>
          <p:nvPr/>
        </p:nvSpPr>
        <p:spPr>
          <a:xfrm>
            <a:off x="6277356" y="1691640"/>
            <a:ext cx="5362956" cy="868680"/>
          </a:xfrm>
          <a:prstGeom prst="roundRect">
            <a:avLst>
              <a:gd name="adj" fmla="val 12632"/>
            </a:avLst>
          </a:prstGeom>
          <a:solidFill>
            <a:srgbClr val="EAF3F1"/>
          </a:solidFill>
          <a:ln w="12700">
            <a:solidFill>
              <a:srgbClr val="EAF3F1"/>
            </a:solidFill>
            <a:prstDash val="solid"/>
          </a:ln>
        </p:spPr>
      </p:sp>
      <p:sp>
        <p:nvSpPr>
          <p:cNvPr id="18" name="S15-cardtext534"/>
          <p:cNvSpPr txBox="1"/>
          <p:nvPr/>
        </p:nvSpPr>
        <p:spPr>
          <a:xfrm>
            <a:off x="6551676" y="18288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정해요</a:t>
            </a:r>
            <a:endParaRPr lang="ko-KR" sz="3000" dirty="0"/>
          </a:p>
        </p:txBody>
      </p:sp>
      <p:sp>
        <p:nvSpPr>
          <p:cNvPr id="19" name="S15-card535"/>
          <p:cNvSpPr/>
          <p:nvPr/>
        </p:nvSpPr>
        <p:spPr>
          <a:xfrm>
            <a:off x="6277356" y="2788920"/>
            <a:ext cx="5362956" cy="868680"/>
          </a:xfrm>
          <a:prstGeom prst="roundRect">
            <a:avLst>
              <a:gd name="adj" fmla="val 12632"/>
            </a:avLst>
          </a:prstGeom>
          <a:solidFill>
            <a:srgbClr val="EAF3F1"/>
          </a:solidFill>
          <a:ln w="12700">
            <a:solidFill>
              <a:srgbClr val="EAF3F1"/>
            </a:solidFill>
            <a:prstDash val="solid"/>
          </a:ln>
        </p:spPr>
      </p:sp>
      <p:sp>
        <p:nvSpPr>
          <p:cNvPr id="20" name="S15-cardtext536"/>
          <p:cNvSpPr txBox="1"/>
          <p:nvPr/>
        </p:nvSpPr>
        <p:spPr>
          <a:xfrm>
            <a:off x="6551676" y="292608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21" name="S15-card537"/>
          <p:cNvSpPr/>
          <p:nvPr/>
        </p:nvSpPr>
        <p:spPr>
          <a:xfrm>
            <a:off x="6277356" y="3886200"/>
            <a:ext cx="5362956" cy="868680"/>
          </a:xfrm>
          <a:prstGeom prst="roundRect">
            <a:avLst>
              <a:gd name="adj" fmla="val 12632"/>
            </a:avLst>
          </a:prstGeom>
          <a:solidFill>
            <a:srgbClr val="EAF3F1"/>
          </a:solidFill>
          <a:ln w="12700">
            <a:solidFill>
              <a:srgbClr val="EAF3F1"/>
            </a:solidFill>
            <a:prstDash val="solid"/>
          </a:ln>
        </p:spPr>
      </p:sp>
      <p:sp>
        <p:nvSpPr>
          <p:cNvPr id="22" name="S15-cardtext538"/>
          <p:cNvSpPr txBox="1"/>
          <p:nvPr/>
        </p:nvSpPr>
        <p:spPr>
          <a:xfrm>
            <a:off x="6551676" y="402336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뒤는 반대쪽, 옆은 양쪽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그림과 기호로 나타내기</dc:title>
  <dc:subject>KR22-G03-SOC-SYMBOLS-L01</dc:subject>
  <dc:creator>education-ppt</dc:creator>
  <cp:lastModifiedBy>education-ppt</cp:lastModifiedBy>
  <cp:revision>1</cp:revision>
  <dcterms:created xsi:type="dcterms:W3CDTF">2026-10-26T09:32:29Z</dcterms:created>
  <dcterms:modified xsi:type="dcterms:W3CDTF">2026-10-26T09:32:29Z</dcterms:modified>
</cp:coreProperties>
</file>