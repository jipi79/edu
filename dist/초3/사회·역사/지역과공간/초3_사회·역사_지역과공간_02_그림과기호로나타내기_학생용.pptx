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c444b24c-841a-7d73-c315-65b0d3b68005}">
          <p14:sldIdLst>
            <p14:sldId id="256"/>
            <p14:sldId id="257"/>
          </p14:sldIdLst>
        </p14:section>
        <p14:section name="개념" id="{5d0a0351-6e46-c208-c78b-289da3208cc7}">
          <p14:sldIdLst>
            <p14:sldId id="258"/>
            <p14:sldId id="259"/>
            <p14:sldId id="262"/>
            <p14:sldId id="263"/>
          </p14:sldIdLst>
        </p14:section>
        <p14:section name="연습" id="{dea4a7a5-0f94-493d-449c-5f59a8e5fd3a}">
          <p14:sldIdLst>
            <p14:sldId id="260"/>
            <p14:sldId id="261"/>
            <p14:sldId id="264"/>
            <p14:sldId id="265"/>
          </p14:sldIdLst>
        </p14:section>
        <p14:section name="개념" id="{ad90a8b9-c511-a330-f804-de17c84c1b4c}">
          <p14:sldIdLst/>
        </p14:section>
        <p14:section name="연습" id="{040414c3-887f-1130-4045-c4dd89ac73ce}">
          <p14:sldIdLst/>
        </p14:section>
        <p14:section name="확인" id="{e4b2bdf4-f529-4266-1a83-03c596a62596}">
          <p14:sldIdLst>
            <p14:sldId id="266"/>
            <p14:sldId id="267"/>
          </p14:sldIdLst>
        </p14:section>
        <p14:section name="정리" id="{8b0b62cb-f7b5-9cbc-f0bd-8a952f6e1bd5}">
          <p14:sldIdLst>
            <p14:sldId id="268"/>
          </p14:sldIdLst>
        </p14:section>
        <p14:section name="보충" id="{55bcd967-a086-270d-f73c-ebfbbc7b703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지역과공간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400" b="1" dirty="0">
                <a:solidFill>
                  <a:srgbClr val="FFFFFF"/>
                </a:solidFill>
                <a:latin typeface="맑은 고딕" pitchFamily="34" charset="0"/>
                <a:ea typeface="맑은 고딕" pitchFamily="34" charset="-122"/>
                <a:cs typeface="맑은 고딕" pitchFamily="34" charset="-120"/>
              </a:rPr>
              <a:t>그림과 기호로 나타내기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우리 고장을 그림지도로</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어떻게 나타낼까?</a:t>
            </a:r>
            <a:endParaRPr lang="ko-KR" sz="3000" dirty="0"/>
          </a:p>
        </p:txBody>
      </p:sp>
      <p:sp>
        <p:nvSpPr>
          <p:cNvPr id="4" name="S01-card1"/>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5" name="S01-cardtext2"/>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기호와 범례를 보고 그림지도를 읽어요.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동서남북으로 위치를 말하고 그림지도를 그려요.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떠올리기</a:t>
            </a:r>
            <a:endParaRPr lang="ko-KR" sz="4000" dirty="0"/>
          </a:p>
        </p:txBody>
      </p:sp>
      <p:sp>
        <p:nvSpPr>
          <p:cNvPr id="3" name="S02-card3"/>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2-cardtext4"/>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시장과 병원 중 지호네에서 가까운 곳은?</a:t>
            </a:r>
            <a:endParaRPr lang="ko-KR" sz="3000" dirty="0"/>
          </a:p>
        </p:txBody>
      </p:sp>
      <p:sp>
        <p:nvSpPr>
          <p:cNvPr id="5" name="S02-figure5"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244551" y="3149436"/>
            <a:ext cx="9699850" cy="554277"/>
          </a:xfrm>
          <a:custGeom>
            <a:avLst/>
            <a:gdLst/>
            <a:ahLst/>
            <a:cxnLst/>
            <a:rect l="l" t="t" r="r" b="b"/>
            <a:pathLst>
              <a:path w="9699850" h="554277">
                <a:moveTo>
                  <a:pt x="0" y="554277"/>
                </a:moveTo>
                <a:lnTo>
                  <a:pt x="9699850" y="554277"/>
                </a:lnTo>
                <a:lnTo>
                  <a:pt x="9699850" y="0"/>
                </a:lnTo>
                <a:lnTo>
                  <a:pt x="0" y="0"/>
                </a:lnTo>
                <a:close/>
              </a:path>
            </a:pathLst>
          </a:custGeom>
          <a:solidFill>
            <a:srgbClr val="E5E7EB"/>
          </a:solidFill>
          <a:ln/>
        </p:spPr>
      </p:sp>
      <p:sp>
        <p:nvSpPr>
          <p:cNvPr id="6" name="S02-mark6"/>
          <p:cNvSpPr/>
          <p:nvPr/>
        </p:nvSpPr>
        <p:spPr>
          <a:xfrm>
            <a:off x="1590974" y="2214093"/>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7" name="S02-mark7"/>
          <p:cNvSpPr/>
          <p:nvPr/>
        </p:nvSpPr>
        <p:spPr>
          <a:xfrm>
            <a:off x="2283821"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8" name="S02-mark8"/>
          <p:cNvSpPr/>
          <p:nvPr/>
        </p:nvSpPr>
        <p:spPr>
          <a:xfrm>
            <a:off x="4431645" y="2214093"/>
            <a:ext cx="2632817" cy="762131"/>
          </a:xfrm>
          <a:custGeom>
            <a:avLst/>
            <a:gdLst/>
            <a:ahLst/>
            <a:cxnLst/>
            <a:rect l="l" t="t" r="r" b="b"/>
            <a:pathLst>
              <a:path w="2632817" h="762131">
                <a:moveTo>
                  <a:pt x="0" y="762131"/>
                </a:moveTo>
                <a:lnTo>
                  <a:pt x="2632817" y="762131"/>
                </a:lnTo>
                <a:lnTo>
                  <a:pt x="2632817" y="0"/>
                </a:lnTo>
                <a:lnTo>
                  <a:pt x="0" y="0"/>
                </a:lnTo>
                <a:close/>
              </a:path>
            </a:pathLst>
          </a:custGeom>
          <a:solidFill>
            <a:srgbClr val="EAF3F1"/>
          </a:solidFill>
          <a:ln w="19050">
            <a:solidFill>
              <a:srgbClr val="1F2937"/>
            </a:solidFill>
            <a:prstDash val="solid"/>
          </a:ln>
        </p:spPr>
      </p:sp>
      <p:sp>
        <p:nvSpPr>
          <p:cNvPr id="9" name="S02-mark9"/>
          <p:cNvSpPr/>
          <p:nvPr/>
        </p:nvSpPr>
        <p:spPr>
          <a:xfrm>
            <a:off x="5470914"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0" name="S02-mark10"/>
          <p:cNvSpPr/>
          <p:nvPr/>
        </p:nvSpPr>
        <p:spPr>
          <a:xfrm>
            <a:off x="7965161" y="2214093"/>
            <a:ext cx="2494247" cy="762131"/>
          </a:xfrm>
          <a:custGeom>
            <a:avLst/>
            <a:gdLst/>
            <a:ahLst/>
            <a:cxnLst/>
            <a:rect l="l" t="t" r="r" b="b"/>
            <a:pathLst>
              <a:path w="2494247" h="762131">
                <a:moveTo>
                  <a:pt x="0" y="762131"/>
                </a:moveTo>
                <a:lnTo>
                  <a:pt x="2494247" y="762131"/>
                </a:lnTo>
                <a:lnTo>
                  <a:pt x="2494247" y="0"/>
                </a:lnTo>
                <a:lnTo>
                  <a:pt x="0" y="0"/>
                </a:lnTo>
                <a:close/>
              </a:path>
            </a:pathLst>
          </a:custGeom>
          <a:solidFill>
            <a:srgbClr val="EAF3F1"/>
          </a:solidFill>
          <a:ln w="19050">
            <a:solidFill>
              <a:srgbClr val="1F2937"/>
            </a:solidFill>
            <a:prstDash val="solid"/>
          </a:ln>
        </p:spPr>
      </p:sp>
      <p:sp>
        <p:nvSpPr>
          <p:cNvPr id="11" name="S02-mark11"/>
          <p:cNvSpPr/>
          <p:nvPr/>
        </p:nvSpPr>
        <p:spPr>
          <a:xfrm>
            <a:off x="8935146"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2" name="S02-mark12"/>
          <p:cNvSpPr/>
          <p:nvPr/>
        </p:nvSpPr>
        <p:spPr>
          <a:xfrm>
            <a:off x="4431645" y="1417320"/>
            <a:ext cx="2632817" cy="623562"/>
          </a:xfrm>
          <a:custGeom>
            <a:avLst/>
            <a:gdLst/>
            <a:ahLst/>
            <a:cxnLst/>
            <a:rect l="l" t="t" r="r" b="b"/>
            <a:pathLst>
              <a:path w="2632817" h="623562">
                <a:moveTo>
                  <a:pt x="0" y="623562"/>
                </a:moveTo>
                <a:lnTo>
                  <a:pt x="2632817" y="623562"/>
                </a:lnTo>
                <a:lnTo>
                  <a:pt x="2632817" y="0"/>
                </a:lnTo>
                <a:lnTo>
                  <a:pt x="0" y="0"/>
                </a:lnTo>
                <a:close/>
              </a:path>
            </a:pathLst>
          </a:custGeom>
          <a:solidFill>
            <a:srgbClr val="D9EFD3"/>
          </a:solidFill>
          <a:ln w="19050">
            <a:solidFill>
              <a:srgbClr val="1F2937"/>
            </a:solidFill>
            <a:prstDash val="solid"/>
          </a:ln>
        </p:spPr>
      </p:sp>
      <p:sp>
        <p:nvSpPr>
          <p:cNvPr id="13" name="S02-mark13"/>
          <p:cNvSpPr/>
          <p:nvPr/>
        </p:nvSpPr>
        <p:spPr>
          <a:xfrm>
            <a:off x="2768813"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4" name="S02-mark14"/>
          <p:cNvSpPr/>
          <p:nvPr/>
        </p:nvSpPr>
        <p:spPr>
          <a:xfrm>
            <a:off x="3461659"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5" name="S02-mark15"/>
          <p:cNvSpPr/>
          <p:nvPr/>
        </p:nvSpPr>
        <p:spPr>
          <a:xfrm>
            <a:off x="4985922" y="3876925"/>
            <a:ext cx="1524262" cy="762131"/>
          </a:xfrm>
          <a:custGeom>
            <a:avLst/>
            <a:gdLst/>
            <a:ahLst/>
            <a:cxnLst/>
            <a:rect l="l" t="t" r="r" b="b"/>
            <a:pathLst>
              <a:path w="1524262" h="762131">
                <a:moveTo>
                  <a:pt x="0" y="762131"/>
                </a:moveTo>
                <a:lnTo>
                  <a:pt x="1524262" y="762131"/>
                </a:lnTo>
                <a:lnTo>
                  <a:pt x="1524262" y="0"/>
                </a:lnTo>
                <a:lnTo>
                  <a:pt x="0" y="0"/>
                </a:lnTo>
                <a:close/>
              </a:path>
            </a:pathLst>
          </a:custGeom>
          <a:solidFill>
            <a:srgbClr val="EAF3F1"/>
          </a:solidFill>
          <a:ln w="19050">
            <a:solidFill>
              <a:srgbClr val="1F2937"/>
            </a:solidFill>
            <a:prstDash val="solid"/>
          </a:ln>
        </p:spPr>
      </p:sp>
      <p:sp>
        <p:nvSpPr>
          <p:cNvPr id="16" name="S02-mark16"/>
          <p:cNvSpPr/>
          <p:nvPr/>
        </p:nvSpPr>
        <p:spPr>
          <a:xfrm>
            <a:off x="5470914"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7" name="S02-mark17"/>
          <p:cNvSpPr/>
          <p:nvPr/>
        </p:nvSpPr>
        <p:spPr>
          <a:xfrm>
            <a:off x="8450154"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8" name="S02-mark18"/>
          <p:cNvSpPr/>
          <p:nvPr/>
        </p:nvSpPr>
        <p:spPr>
          <a:xfrm>
            <a:off x="9143000"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9" name="S02-label20"/>
          <p:cNvSpPr txBox="1"/>
          <p:nvPr/>
        </p:nvSpPr>
        <p:spPr>
          <a:xfrm>
            <a:off x="2058039" y="240465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2-label22"/>
          <p:cNvSpPr txBox="1"/>
          <p:nvPr/>
        </p:nvSpPr>
        <p:spPr>
          <a:xfrm>
            <a:off x="5394485" y="240465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2-label24"/>
          <p:cNvSpPr txBox="1"/>
          <p:nvPr/>
        </p:nvSpPr>
        <p:spPr>
          <a:xfrm>
            <a:off x="8560013" y="2404659"/>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2-label26"/>
          <p:cNvSpPr txBox="1"/>
          <p:nvPr/>
        </p:nvSpPr>
        <p:spPr>
          <a:xfrm>
            <a:off x="5394485" y="153860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2-label28"/>
          <p:cNvSpPr txBox="1"/>
          <p:nvPr/>
        </p:nvSpPr>
        <p:spPr>
          <a:xfrm>
            <a:off x="3385230"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2-label30"/>
          <p:cNvSpPr txBox="1"/>
          <p:nvPr/>
        </p:nvSpPr>
        <p:spPr>
          <a:xfrm>
            <a:off x="5245133" y="4067490"/>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2-label32"/>
          <p:cNvSpPr txBox="1"/>
          <p:nvPr/>
        </p:nvSpPr>
        <p:spPr>
          <a:xfrm>
            <a:off x="9066571"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2-label34"/>
          <p:cNvSpPr txBox="1"/>
          <p:nvPr/>
        </p:nvSpPr>
        <p:spPr>
          <a:xfrm>
            <a:off x="9967271" y="323607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기호와 범례</a:t>
            </a:r>
            <a:endParaRPr lang="ko-KR" sz="4000" dirty="0"/>
          </a:p>
        </p:txBody>
      </p:sp>
      <p:sp>
        <p:nvSpPr>
          <p:cNvPr id="3" name="S03-text3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간단한 모양으로 나타낸 것이 기호예요.</a:t>
            </a:r>
            <a:endParaRPr lang="ko-KR" sz="3000" dirty="0"/>
          </a:p>
        </p:txBody>
      </p:sp>
      <p:sp>
        <p:nvSpPr>
          <p:cNvPr id="4" name="S03-card3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3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기호와 그 뜻을 모아 놓은 것을 범례라고 해요.</a:t>
            </a:r>
            <a:endParaRPr lang="ko-KR" sz="3000" dirty="0"/>
          </a:p>
        </p:txBody>
      </p:sp>
      <p:sp>
        <p:nvSpPr>
          <p:cNvPr id="6" name="S03-figure38" descr="그림지도 기호 일곱 가지: 깃발은 학교, 더하기 모양은 병원, 나무는 공원, 펼친 책은 도서관, 겹동그라미는 주민센터, 장바구니는 시장, 집 모양은 집"/>
          <p:cNvSpPr/>
          <p:nvPr/>
        </p:nvSpPr>
        <p:spPr>
          <a:xfrm>
            <a:off x="1315212" y="2137046"/>
            <a:ext cx="457995" cy="271405"/>
          </a:xfrm>
          <a:custGeom>
            <a:avLst/>
            <a:gdLst/>
            <a:ahLst/>
            <a:cxnLst/>
            <a:rect l="l" t="t" r="r" b="b"/>
            <a:pathLst>
              <a:path w="457995" h="271405">
                <a:moveTo>
                  <a:pt x="0" y="0"/>
                </a:moveTo>
                <a:lnTo>
                  <a:pt x="457995" y="135702"/>
                </a:lnTo>
                <a:lnTo>
                  <a:pt x="0" y="271405"/>
                </a:lnTo>
                <a:close/>
              </a:path>
            </a:pathLst>
          </a:custGeom>
          <a:solidFill>
            <a:srgbClr val="E9762B"/>
          </a:solidFill>
          <a:ln w="15875">
            <a:solidFill>
              <a:srgbClr val="1F2937"/>
            </a:solidFill>
            <a:prstDash val="solid"/>
          </a:ln>
        </p:spPr>
      </p:sp>
      <p:sp>
        <p:nvSpPr>
          <p:cNvPr id="7" name="S03-mark39"/>
          <p:cNvSpPr/>
          <p:nvPr/>
        </p:nvSpPr>
        <p:spPr>
          <a:xfrm>
            <a:off x="4275218" y="2162490"/>
            <a:ext cx="559772" cy="559772"/>
          </a:xfrm>
          <a:custGeom>
            <a:avLst/>
            <a:gdLst/>
            <a:ahLst/>
            <a:cxnLst/>
            <a:rect l="l" t="t" r="r" b="b"/>
            <a:pathLst>
              <a:path w="559772" h="559772">
                <a:moveTo>
                  <a:pt x="195072" y="559772"/>
                </a:moveTo>
                <a:lnTo>
                  <a:pt x="364700" y="559772"/>
                </a:lnTo>
                <a:lnTo>
                  <a:pt x="364700" y="364700"/>
                </a:lnTo>
                <a:lnTo>
                  <a:pt x="559772" y="364700"/>
                </a:lnTo>
                <a:lnTo>
                  <a:pt x="559772" y="195072"/>
                </a:lnTo>
                <a:lnTo>
                  <a:pt x="364700" y="195072"/>
                </a:lnTo>
                <a:lnTo>
                  <a:pt x="364700" y="0"/>
                </a:lnTo>
                <a:lnTo>
                  <a:pt x="195072" y="0"/>
                </a:lnTo>
                <a:lnTo>
                  <a:pt x="195072" y="195072"/>
                </a:lnTo>
                <a:lnTo>
                  <a:pt x="0" y="195072"/>
                </a:lnTo>
                <a:lnTo>
                  <a:pt x="0" y="364700"/>
                </a:lnTo>
                <a:lnTo>
                  <a:pt x="195072" y="364700"/>
                </a:lnTo>
                <a:close/>
              </a:path>
            </a:pathLst>
          </a:custGeom>
          <a:solidFill>
            <a:srgbClr val="C8434E"/>
          </a:solidFill>
          <a:ln w="12700">
            <a:solidFill>
              <a:srgbClr val="1F2937"/>
            </a:solidFill>
            <a:prstDash val="solid"/>
          </a:ln>
        </p:spPr>
      </p:sp>
      <p:sp>
        <p:nvSpPr>
          <p:cNvPr id="8" name="S03-mark40"/>
          <p:cNvSpPr/>
          <p:nvPr/>
        </p:nvSpPr>
        <p:spPr>
          <a:xfrm>
            <a:off x="7549035" y="2544152"/>
            <a:ext cx="118739" cy="220516"/>
          </a:xfrm>
          <a:custGeom>
            <a:avLst/>
            <a:gdLst/>
            <a:ahLst/>
            <a:cxnLst/>
            <a:rect l="l" t="t" r="r" b="b"/>
            <a:pathLst>
              <a:path w="118739" h="220516">
                <a:moveTo>
                  <a:pt x="0" y="220516"/>
                </a:moveTo>
                <a:lnTo>
                  <a:pt x="118739" y="220516"/>
                </a:lnTo>
                <a:lnTo>
                  <a:pt x="118739" y="0"/>
                </a:lnTo>
                <a:lnTo>
                  <a:pt x="0" y="0"/>
                </a:lnTo>
                <a:close/>
              </a:path>
            </a:pathLst>
          </a:custGeom>
          <a:solidFill>
            <a:srgbClr val="8B5A2B"/>
          </a:solidFill>
          <a:ln w="12700">
            <a:solidFill>
              <a:srgbClr val="1F2937"/>
            </a:solidFill>
            <a:prstDash val="solid"/>
          </a:ln>
        </p:spPr>
      </p:sp>
      <p:sp>
        <p:nvSpPr>
          <p:cNvPr id="9" name="S03-mark41"/>
          <p:cNvSpPr/>
          <p:nvPr/>
        </p:nvSpPr>
        <p:spPr>
          <a:xfrm>
            <a:off x="7337000" y="2103120"/>
            <a:ext cx="542809" cy="441032"/>
          </a:xfrm>
          <a:custGeom>
            <a:avLst/>
            <a:gdLst/>
            <a:ahLst/>
            <a:cxnLst/>
            <a:rect l="l" t="t" r="r" b="b"/>
            <a:pathLst>
              <a:path w="542809" h="441032">
                <a:moveTo>
                  <a:pt x="0" y="441032"/>
                </a:moveTo>
                <a:lnTo>
                  <a:pt x="542809" y="441032"/>
                </a:lnTo>
                <a:lnTo>
                  <a:pt x="271405" y="0"/>
                </a:lnTo>
                <a:close/>
              </a:path>
            </a:pathLst>
          </a:custGeom>
          <a:solidFill>
            <a:srgbClr val="2A9D8F"/>
          </a:solidFill>
          <a:ln w="15875">
            <a:solidFill>
              <a:srgbClr val="1F2937"/>
            </a:solidFill>
            <a:prstDash val="solid"/>
          </a:ln>
        </p:spPr>
      </p:sp>
      <p:sp>
        <p:nvSpPr>
          <p:cNvPr id="10" name="S03-mark42"/>
          <p:cNvSpPr/>
          <p:nvPr/>
        </p:nvSpPr>
        <p:spPr>
          <a:xfrm>
            <a:off x="10356375" y="2170971"/>
            <a:ext cx="305330" cy="525846"/>
          </a:xfrm>
          <a:custGeom>
            <a:avLst/>
            <a:gdLst/>
            <a:ahLst/>
            <a:cxnLst/>
            <a:rect l="l" t="t" r="r" b="b"/>
            <a:pathLst>
              <a:path w="305330" h="525846">
                <a:moveTo>
                  <a:pt x="0" y="457995"/>
                </a:moveTo>
                <a:lnTo>
                  <a:pt x="305330" y="525846"/>
                </a:lnTo>
                <a:lnTo>
                  <a:pt x="305330" y="67851"/>
                </a:lnTo>
                <a:lnTo>
                  <a:pt x="0" y="0"/>
                </a:lnTo>
                <a:close/>
              </a:path>
            </a:pathLst>
          </a:custGeom>
          <a:solidFill>
            <a:srgbClr val="3D5A80"/>
          </a:solidFill>
          <a:ln w="15875">
            <a:solidFill>
              <a:srgbClr val="1F2937"/>
            </a:solidFill>
            <a:prstDash val="solid"/>
          </a:ln>
        </p:spPr>
      </p:sp>
      <p:sp>
        <p:nvSpPr>
          <p:cNvPr id="11" name="S03-mark43"/>
          <p:cNvSpPr/>
          <p:nvPr/>
        </p:nvSpPr>
        <p:spPr>
          <a:xfrm>
            <a:off x="10661705" y="2170971"/>
            <a:ext cx="305330" cy="525846"/>
          </a:xfrm>
          <a:custGeom>
            <a:avLst/>
            <a:gdLst/>
            <a:ahLst/>
            <a:cxnLst/>
            <a:rect l="l" t="t" r="r" b="b"/>
            <a:pathLst>
              <a:path w="305330" h="525846">
                <a:moveTo>
                  <a:pt x="305330" y="457995"/>
                </a:moveTo>
                <a:lnTo>
                  <a:pt x="0" y="525846"/>
                </a:lnTo>
                <a:lnTo>
                  <a:pt x="0" y="67851"/>
                </a:lnTo>
                <a:lnTo>
                  <a:pt x="305330" y="0"/>
                </a:lnTo>
                <a:close/>
              </a:path>
            </a:pathLst>
          </a:custGeom>
          <a:solidFill>
            <a:srgbClr val="3D5A80"/>
          </a:solidFill>
          <a:ln w="15875">
            <a:solidFill>
              <a:srgbClr val="1F2937"/>
            </a:solidFill>
            <a:prstDash val="solid"/>
          </a:ln>
        </p:spPr>
      </p:sp>
      <p:sp>
        <p:nvSpPr>
          <p:cNvPr id="12" name="S03-mark44"/>
          <p:cNvSpPr/>
          <p:nvPr/>
        </p:nvSpPr>
        <p:spPr>
          <a:xfrm>
            <a:off x="4410920" y="3935101"/>
            <a:ext cx="288367" cy="220516"/>
          </a:xfrm>
          <a:custGeom>
            <a:avLst/>
            <a:gdLst/>
            <a:ahLst/>
            <a:cxnLst/>
            <a:rect l="l" t="t" r="r" b="b"/>
            <a:pathLst>
              <a:path w="288367" h="220516">
                <a:moveTo>
                  <a:pt x="288367" y="220516"/>
                </a:moveTo>
                <a:lnTo>
                  <a:pt x="268860" y="110258"/>
                </a:lnTo>
                <a:lnTo>
                  <a:pt x="216275" y="29685"/>
                </a:lnTo>
                <a:lnTo>
                  <a:pt x="144184" y="0"/>
                </a:lnTo>
                <a:lnTo>
                  <a:pt x="72092" y="29685"/>
                </a:lnTo>
                <a:lnTo>
                  <a:pt x="19507" y="110258"/>
                </a:lnTo>
                <a:lnTo>
                  <a:pt x="0" y="220516"/>
                </a:lnTo>
              </a:path>
            </a:pathLst>
          </a:custGeom>
          <a:noFill/>
          <a:ln w="25400">
            <a:solidFill>
              <a:srgbClr val="1F2937"/>
            </a:solidFill>
            <a:prstDash val="solid"/>
          </a:ln>
        </p:spPr>
      </p:sp>
      <p:sp>
        <p:nvSpPr>
          <p:cNvPr id="13" name="S03-mark45"/>
          <p:cNvSpPr/>
          <p:nvPr/>
        </p:nvSpPr>
        <p:spPr>
          <a:xfrm>
            <a:off x="4275218" y="4155617"/>
            <a:ext cx="559772" cy="373181"/>
          </a:xfrm>
          <a:custGeom>
            <a:avLst/>
            <a:gdLst/>
            <a:ahLst/>
            <a:cxnLst/>
            <a:rect l="l" t="t" r="r" b="b"/>
            <a:pathLst>
              <a:path w="559772" h="373181">
                <a:moveTo>
                  <a:pt x="0" y="0"/>
                </a:moveTo>
                <a:lnTo>
                  <a:pt x="559772" y="0"/>
                </a:lnTo>
                <a:lnTo>
                  <a:pt x="491921" y="373181"/>
                </a:lnTo>
                <a:lnTo>
                  <a:pt x="67851" y="373181"/>
                </a:lnTo>
                <a:close/>
              </a:path>
            </a:pathLst>
          </a:custGeom>
          <a:solidFill>
            <a:srgbClr val="F2C14E"/>
          </a:solidFill>
          <a:ln w="15875">
            <a:solidFill>
              <a:srgbClr val="1F2937"/>
            </a:solidFill>
            <a:prstDash val="solid"/>
          </a:ln>
        </p:spPr>
      </p:sp>
      <p:sp>
        <p:nvSpPr>
          <p:cNvPr id="14" name="S03-mark46"/>
          <p:cNvSpPr/>
          <p:nvPr/>
        </p:nvSpPr>
        <p:spPr>
          <a:xfrm>
            <a:off x="7353963" y="3901175"/>
            <a:ext cx="508883" cy="627623"/>
          </a:xfrm>
          <a:custGeom>
            <a:avLst/>
            <a:gdLst/>
            <a:ahLst/>
            <a:cxnLst/>
            <a:rect l="l" t="t" r="r" b="b"/>
            <a:pathLst>
              <a:path w="508883" h="627623">
                <a:moveTo>
                  <a:pt x="0" y="627623"/>
                </a:moveTo>
                <a:lnTo>
                  <a:pt x="508883" y="627623"/>
                </a:lnTo>
                <a:lnTo>
                  <a:pt x="508883" y="288367"/>
                </a:lnTo>
                <a:lnTo>
                  <a:pt x="254442" y="0"/>
                </a:lnTo>
                <a:lnTo>
                  <a:pt x="0" y="288367"/>
                </a:lnTo>
                <a:close/>
              </a:path>
            </a:pathLst>
          </a:custGeom>
          <a:solidFill>
            <a:srgbClr val="FDEBDD"/>
          </a:solidFill>
          <a:ln w="19050">
            <a:solidFill>
              <a:srgbClr val="1F2937"/>
            </a:solidFill>
            <a:prstDash val="solid"/>
          </a:ln>
        </p:spPr>
      </p:sp>
      <p:sp>
        <p:nvSpPr>
          <p:cNvPr id="15" name="S03-mark47"/>
          <p:cNvSpPr/>
          <p:nvPr/>
        </p:nvSpPr>
        <p:spPr>
          <a:xfrm>
            <a:off x="1221917" y="3943582"/>
            <a:ext cx="559772" cy="559772"/>
          </a:xfrm>
          <a:prstGeom prst="ellipse">
            <a:avLst/>
          </a:prstGeom>
          <a:solidFill>
            <a:srgbClr val="FFFFFF"/>
          </a:solidFill>
          <a:ln w="25400">
            <a:solidFill>
              <a:srgbClr val="1F2937"/>
            </a:solidFill>
            <a:prstDash val="solid"/>
          </a:ln>
        </p:spPr>
      </p:sp>
      <p:sp>
        <p:nvSpPr>
          <p:cNvPr id="16" name="S03-mark48"/>
          <p:cNvSpPr/>
          <p:nvPr/>
        </p:nvSpPr>
        <p:spPr>
          <a:xfrm>
            <a:off x="1383063" y="4104728"/>
            <a:ext cx="237479" cy="237479"/>
          </a:xfrm>
          <a:prstGeom prst="ellipse">
            <a:avLst/>
          </a:prstGeom>
          <a:solidFill>
            <a:srgbClr val="264653"/>
          </a:solidFill>
          <a:ln w="12700">
            <a:solidFill>
              <a:srgbClr val="1F2937"/>
            </a:solidFill>
            <a:prstDash val="solid"/>
          </a:ln>
        </p:spPr>
      </p:sp>
      <p:sp>
        <p:nvSpPr>
          <p:cNvPr id="17" name="S03-mark49"/>
          <p:cNvSpPr/>
          <p:nvPr/>
        </p:nvSpPr>
        <p:spPr>
          <a:xfrm flipV="1">
            <a:off x="1315212" y="2137046"/>
            <a:ext cx="0" cy="610660"/>
          </a:xfrm>
          <a:prstGeom prst="line">
            <a:avLst/>
          </a:prstGeom>
          <a:noFill/>
          <a:ln w="28575">
            <a:solidFill>
              <a:srgbClr val="1F2937"/>
            </a:solidFill>
            <a:prstDash val="solid"/>
          </a:ln>
        </p:spPr>
      </p:sp>
      <p:sp>
        <p:nvSpPr>
          <p:cNvPr id="18" name="S03-label51"/>
          <p:cNvSpPr txBox="1"/>
          <p:nvPr/>
        </p:nvSpPr>
        <p:spPr>
          <a:xfrm>
            <a:off x="1148235"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9" name="S03-label53"/>
          <p:cNvSpPr txBox="1"/>
          <p:nvPr/>
        </p:nvSpPr>
        <p:spPr>
          <a:xfrm>
            <a:off x="4201535"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0" name="S03-label55"/>
          <p:cNvSpPr txBox="1"/>
          <p:nvPr/>
        </p:nvSpPr>
        <p:spPr>
          <a:xfrm>
            <a:off x="7254836"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1" name="S03-label57"/>
          <p:cNvSpPr txBox="1"/>
          <p:nvPr/>
        </p:nvSpPr>
        <p:spPr>
          <a:xfrm>
            <a:off x="10158785" y="3057608"/>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2" name="S03-label59"/>
          <p:cNvSpPr txBox="1"/>
          <p:nvPr/>
        </p:nvSpPr>
        <p:spPr>
          <a:xfrm>
            <a:off x="849531" y="4838700"/>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3" name="S03-label61"/>
          <p:cNvSpPr txBox="1"/>
          <p:nvPr/>
        </p:nvSpPr>
        <p:spPr>
          <a:xfrm>
            <a:off x="4201535" y="483870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3-label63"/>
          <p:cNvSpPr txBox="1"/>
          <p:nvPr/>
        </p:nvSpPr>
        <p:spPr>
          <a:xfrm>
            <a:off x="7404188"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그림지도</a:t>
            </a:r>
            <a:endParaRPr lang="ko-KR" sz="4000" dirty="0"/>
          </a:p>
        </p:txBody>
      </p:sp>
      <p:sp>
        <p:nvSpPr>
          <p:cNvPr id="3" name="S04-card6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기호의 뜻은 범례에서 찾아요.</a:t>
            </a:r>
            <a:endParaRPr lang="ko-KR" sz="3000" dirty="0"/>
          </a:p>
        </p:txBody>
      </p:sp>
      <p:sp>
        <p:nvSpPr>
          <p:cNvPr id="5" name="S04-figure66"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6" name="S04-mark67"/>
          <p:cNvSpPr/>
          <p:nvPr/>
        </p:nvSpPr>
        <p:spPr>
          <a:xfrm>
            <a:off x="1218577"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7" name="S04-mark68"/>
          <p:cNvSpPr/>
          <p:nvPr/>
        </p:nvSpPr>
        <p:spPr>
          <a:xfrm>
            <a:off x="1797073"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8" name="S04-mark69"/>
          <p:cNvSpPr/>
          <p:nvPr/>
        </p:nvSpPr>
        <p:spPr>
          <a:xfrm>
            <a:off x="2375570"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9" name="S04-mark70"/>
          <p:cNvSpPr/>
          <p:nvPr/>
        </p:nvSpPr>
        <p:spPr>
          <a:xfrm>
            <a:off x="2954066"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0" name="S04-mark71"/>
          <p:cNvSpPr/>
          <p:nvPr/>
        </p:nvSpPr>
        <p:spPr>
          <a:xfrm>
            <a:off x="3532563"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1" name="S04-mark72"/>
          <p:cNvSpPr/>
          <p:nvPr/>
        </p:nvSpPr>
        <p:spPr>
          <a:xfrm>
            <a:off x="4111059"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2" name="S04-mark73"/>
          <p:cNvSpPr/>
          <p:nvPr/>
        </p:nvSpPr>
        <p:spPr>
          <a:xfrm>
            <a:off x="4689556"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3" name="S04-mark74"/>
          <p:cNvSpPr/>
          <p:nvPr/>
        </p:nvSpPr>
        <p:spPr>
          <a:xfrm>
            <a:off x="5268052"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4" name="S04-mark75"/>
          <p:cNvSpPr/>
          <p:nvPr/>
        </p:nvSpPr>
        <p:spPr>
          <a:xfrm>
            <a:off x="5846549" y="3223260"/>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5" name="S04-mark76"/>
          <p:cNvSpPr/>
          <p:nvPr/>
        </p:nvSpPr>
        <p:spPr>
          <a:xfrm>
            <a:off x="1299566" y="2748893"/>
            <a:ext cx="208259" cy="358668"/>
          </a:xfrm>
          <a:custGeom>
            <a:avLst/>
            <a:gdLst/>
            <a:ahLst/>
            <a:cxnLst/>
            <a:rect l="l" t="t" r="r" b="b"/>
            <a:pathLst>
              <a:path w="208259" h="358668">
                <a:moveTo>
                  <a:pt x="0" y="312388"/>
                </a:moveTo>
                <a:lnTo>
                  <a:pt x="208259" y="358668"/>
                </a:lnTo>
                <a:lnTo>
                  <a:pt x="208259" y="46280"/>
                </a:lnTo>
                <a:lnTo>
                  <a:pt x="0" y="0"/>
                </a:lnTo>
                <a:close/>
              </a:path>
            </a:pathLst>
          </a:custGeom>
          <a:solidFill>
            <a:srgbClr val="3D5A80"/>
          </a:solidFill>
          <a:ln w="15875">
            <a:solidFill>
              <a:srgbClr val="1F2937"/>
            </a:solidFill>
            <a:prstDash val="solid"/>
          </a:ln>
        </p:spPr>
      </p:sp>
      <p:sp>
        <p:nvSpPr>
          <p:cNvPr id="16" name="S04-mark77"/>
          <p:cNvSpPr/>
          <p:nvPr/>
        </p:nvSpPr>
        <p:spPr>
          <a:xfrm>
            <a:off x="1507825" y="2748893"/>
            <a:ext cx="208259" cy="358668"/>
          </a:xfrm>
          <a:custGeom>
            <a:avLst/>
            <a:gdLst/>
            <a:ahLst/>
            <a:cxnLst/>
            <a:rect l="l" t="t" r="r" b="b"/>
            <a:pathLst>
              <a:path w="208259" h="358668">
                <a:moveTo>
                  <a:pt x="208259" y="312388"/>
                </a:moveTo>
                <a:lnTo>
                  <a:pt x="0" y="358668"/>
                </a:lnTo>
                <a:lnTo>
                  <a:pt x="0" y="46280"/>
                </a:lnTo>
                <a:lnTo>
                  <a:pt x="208259" y="0"/>
                </a:lnTo>
                <a:close/>
              </a:path>
            </a:pathLst>
          </a:custGeom>
          <a:solidFill>
            <a:srgbClr val="3D5A80"/>
          </a:solidFill>
          <a:ln w="15875">
            <a:solidFill>
              <a:srgbClr val="1F2937"/>
            </a:solidFill>
            <a:prstDash val="solid"/>
          </a:ln>
        </p:spPr>
      </p:sp>
      <p:sp>
        <p:nvSpPr>
          <p:cNvPr id="17" name="S04-mark78"/>
          <p:cNvSpPr/>
          <p:nvPr/>
        </p:nvSpPr>
        <p:spPr>
          <a:xfrm>
            <a:off x="3116045" y="2725753"/>
            <a:ext cx="312388" cy="185119"/>
          </a:xfrm>
          <a:custGeom>
            <a:avLst/>
            <a:gdLst/>
            <a:ahLst/>
            <a:cxnLst/>
            <a:rect l="l" t="t" r="r" b="b"/>
            <a:pathLst>
              <a:path w="312388" h="185119">
                <a:moveTo>
                  <a:pt x="0" y="0"/>
                </a:moveTo>
                <a:lnTo>
                  <a:pt x="312388" y="92559"/>
                </a:lnTo>
                <a:lnTo>
                  <a:pt x="0" y="185119"/>
                </a:lnTo>
                <a:close/>
              </a:path>
            </a:pathLst>
          </a:custGeom>
          <a:solidFill>
            <a:srgbClr val="E9762B"/>
          </a:solidFill>
          <a:ln w="15875">
            <a:solidFill>
              <a:srgbClr val="1F2937"/>
            </a:solidFill>
            <a:prstDash val="solid"/>
          </a:ln>
        </p:spPr>
      </p:sp>
      <p:sp>
        <p:nvSpPr>
          <p:cNvPr id="18" name="S04-mark79"/>
          <p:cNvSpPr/>
          <p:nvPr/>
        </p:nvSpPr>
        <p:spPr>
          <a:xfrm>
            <a:off x="3202820" y="2424935"/>
            <a:ext cx="80990" cy="150409"/>
          </a:xfrm>
          <a:custGeom>
            <a:avLst/>
            <a:gdLst/>
            <a:ahLst/>
            <a:cxnLst/>
            <a:rect l="l" t="t" r="r" b="b"/>
            <a:pathLst>
              <a:path w="80990" h="150409">
                <a:moveTo>
                  <a:pt x="0" y="150409"/>
                </a:moveTo>
                <a:lnTo>
                  <a:pt x="80990" y="150409"/>
                </a:lnTo>
                <a:lnTo>
                  <a:pt x="80990" y="0"/>
                </a:lnTo>
                <a:lnTo>
                  <a:pt x="0" y="0"/>
                </a:lnTo>
                <a:close/>
              </a:path>
            </a:pathLst>
          </a:custGeom>
          <a:solidFill>
            <a:srgbClr val="8B5A2B"/>
          </a:solidFill>
          <a:ln w="12700">
            <a:solidFill>
              <a:srgbClr val="1F2937"/>
            </a:solidFill>
            <a:prstDash val="solid"/>
          </a:ln>
        </p:spPr>
      </p:sp>
      <p:sp>
        <p:nvSpPr>
          <p:cNvPr id="19" name="S04-mark80"/>
          <p:cNvSpPr/>
          <p:nvPr/>
        </p:nvSpPr>
        <p:spPr>
          <a:xfrm>
            <a:off x="3058196" y="2124117"/>
            <a:ext cx="370238" cy="300818"/>
          </a:xfrm>
          <a:custGeom>
            <a:avLst/>
            <a:gdLst/>
            <a:ahLst/>
            <a:cxnLst/>
            <a:rect l="l" t="t" r="r" b="b"/>
            <a:pathLst>
              <a:path w="370238" h="300818">
                <a:moveTo>
                  <a:pt x="0" y="300818"/>
                </a:moveTo>
                <a:lnTo>
                  <a:pt x="370238" y="300818"/>
                </a:lnTo>
                <a:lnTo>
                  <a:pt x="185119" y="0"/>
                </a:lnTo>
                <a:close/>
              </a:path>
            </a:pathLst>
          </a:custGeom>
          <a:solidFill>
            <a:srgbClr val="2A9D8F"/>
          </a:solidFill>
          <a:ln w="15875">
            <a:solidFill>
              <a:srgbClr val="1F2937"/>
            </a:solidFill>
            <a:prstDash val="solid"/>
          </a:ln>
        </p:spPr>
      </p:sp>
      <p:sp>
        <p:nvSpPr>
          <p:cNvPr id="20" name="S04-mark81"/>
          <p:cNvSpPr/>
          <p:nvPr/>
        </p:nvSpPr>
        <p:spPr>
          <a:xfrm>
            <a:off x="2566473" y="3894316"/>
            <a:ext cx="196689" cy="150409"/>
          </a:xfrm>
          <a:custGeom>
            <a:avLst/>
            <a:gdLst/>
            <a:ahLst/>
            <a:cxnLst/>
            <a:rect l="l" t="t" r="r" b="b"/>
            <a:pathLst>
              <a:path w="196689" h="150409">
                <a:moveTo>
                  <a:pt x="196689" y="150409"/>
                </a:moveTo>
                <a:lnTo>
                  <a:pt x="183466" y="75205"/>
                </a:lnTo>
                <a:lnTo>
                  <a:pt x="147517" y="20247"/>
                </a:lnTo>
                <a:lnTo>
                  <a:pt x="98344" y="0"/>
                </a:lnTo>
                <a:lnTo>
                  <a:pt x="49172" y="20247"/>
                </a:lnTo>
                <a:lnTo>
                  <a:pt x="13223" y="75205"/>
                </a:lnTo>
                <a:lnTo>
                  <a:pt x="0" y="150409"/>
                </a:lnTo>
              </a:path>
            </a:pathLst>
          </a:custGeom>
          <a:noFill/>
          <a:ln w="25400">
            <a:solidFill>
              <a:srgbClr val="1F2937"/>
            </a:solidFill>
            <a:prstDash val="solid"/>
          </a:ln>
        </p:spPr>
      </p:sp>
      <p:sp>
        <p:nvSpPr>
          <p:cNvPr id="21" name="S04-mark82"/>
          <p:cNvSpPr/>
          <p:nvPr/>
        </p:nvSpPr>
        <p:spPr>
          <a:xfrm>
            <a:off x="2473914" y="4044725"/>
            <a:ext cx="381808" cy="254538"/>
          </a:xfrm>
          <a:custGeom>
            <a:avLst/>
            <a:gdLst/>
            <a:ahLst/>
            <a:cxnLst/>
            <a:rect l="l" t="t" r="r" b="b"/>
            <a:pathLst>
              <a:path w="381808" h="254538">
                <a:moveTo>
                  <a:pt x="0" y="0"/>
                </a:moveTo>
                <a:lnTo>
                  <a:pt x="381808" y="0"/>
                </a:lnTo>
                <a:lnTo>
                  <a:pt x="335528" y="254538"/>
                </a:lnTo>
                <a:lnTo>
                  <a:pt x="46280" y="254538"/>
                </a:lnTo>
                <a:close/>
              </a:path>
            </a:pathLst>
          </a:custGeom>
          <a:solidFill>
            <a:srgbClr val="F2C14E"/>
          </a:solidFill>
          <a:ln w="15875">
            <a:solidFill>
              <a:srgbClr val="1F2937"/>
            </a:solidFill>
            <a:prstDash val="solid"/>
          </a:ln>
        </p:spPr>
      </p:sp>
      <p:sp>
        <p:nvSpPr>
          <p:cNvPr id="22" name="S04-mark83"/>
          <p:cNvSpPr/>
          <p:nvPr/>
        </p:nvSpPr>
        <p:spPr>
          <a:xfrm>
            <a:off x="3069765" y="3871176"/>
            <a:ext cx="347098" cy="428087"/>
          </a:xfrm>
          <a:custGeom>
            <a:avLst/>
            <a:gdLst/>
            <a:ahLst/>
            <a:cxnLst/>
            <a:rect l="l" t="t" r="r" b="b"/>
            <a:pathLst>
              <a:path w="347098" h="428087">
                <a:moveTo>
                  <a:pt x="0" y="428087"/>
                </a:moveTo>
                <a:lnTo>
                  <a:pt x="347098" y="428087"/>
                </a:lnTo>
                <a:lnTo>
                  <a:pt x="347098" y="196689"/>
                </a:lnTo>
                <a:lnTo>
                  <a:pt x="173549" y="0"/>
                </a:lnTo>
                <a:lnTo>
                  <a:pt x="0" y="196689"/>
                </a:lnTo>
                <a:close/>
              </a:path>
            </a:pathLst>
          </a:custGeom>
          <a:solidFill>
            <a:srgbClr val="FDEBDD"/>
          </a:solidFill>
          <a:ln w="19050">
            <a:solidFill>
              <a:srgbClr val="1F2937"/>
            </a:solidFill>
            <a:prstDash val="solid"/>
          </a:ln>
        </p:spPr>
      </p:sp>
      <p:sp>
        <p:nvSpPr>
          <p:cNvPr id="23" name="S04-mark84"/>
          <p:cNvSpPr/>
          <p:nvPr/>
        </p:nvSpPr>
        <p:spPr>
          <a:xfrm>
            <a:off x="5366397" y="3900101"/>
            <a:ext cx="381808" cy="381808"/>
          </a:xfrm>
          <a:custGeom>
            <a:avLst/>
            <a:gdLst/>
            <a:ahLst/>
            <a:cxnLst/>
            <a:rect l="l" t="t" r="r" b="b"/>
            <a:pathLst>
              <a:path w="381808" h="381808">
                <a:moveTo>
                  <a:pt x="133054" y="381808"/>
                </a:moveTo>
                <a:lnTo>
                  <a:pt x="248754" y="381808"/>
                </a:lnTo>
                <a:lnTo>
                  <a:pt x="248754" y="248754"/>
                </a:lnTo>
                <a:lnTo>
                  <a:pt x="381808" y="248754"/>
                </a:lnTo>
                <a:lnTo>
                  <a:pt x="381808" y="133054"/>
                </a:lnTo>
                <a:lnTo>
                  <a:pt x="248754" y="133054"/>
                </a:lnTo>
                <a:lnTo>
                  <a:pt x="248754" y="0"/>
                </a:lnTo>
                <a:lnTo>
                  <a:pt x="133054" y="0"/>
                </a:lnTo>
                <a:lnTo>
                  <a:pt x="133054" y="133054"/>
                </a:lnTo>
                <a:lnTo>
                  <a:pt x="0" y="133054"/>
                </a:lnTo>
                <a:lnTo>
                  <a:pt x="0" y="248754"/>
                </a:lnTo>
                <a:lnTo>
                  <a:pt x="133054" y="248754"/>
                </a:lnTo>
                <a:close/>
              </a:path>
            </a:pathLst>
          </a:custGeom>
          <a:solidFill>
            <a:srgbClr val="C8434E"/>
          </a:solidFill>
          <a:ln w="12700">
            <a:solidFill>
              <a:srgbClr val="1F2937"/>
            </a:solidFill>
            <a:prstDash val="solid"/>
          </a:ln>
        </p:spPr>
      </p:sp>
      <p:sp>
        <p:nvSpPr>
          <p:cNvPr id="24" name="S04-mark85"/>
          <p:cNvSpPr/>
          <p:nvPr/>
        </p:nvSpPr>
        <p:spPr>
          <a:xfrm>
            <a:off x="640080" y="2066267"/>
            <a:ext cx="5784965" cy="2313986"/>
          </a:xfrm>
          <a:custGeom>
            <a:avLst/>
            <a:gdLst/>
            <a:ahLst/>
            <a:cxnLst/>
            <a:rect l="l" t="t" r="r" b="b"/>
            <a:pathLst>
              <a:path w="5784965" h="2313986">
                <a:moveTo>
                  <a:pt x="0" y="2313986"/>
                </a:moveTo>
                <a:lnTo>
                  <a:pt x="5784965" y="2313986"/>
                </a:lnTo>
                <a:lnTo>
                  <a:pt x="5784965" y="0"/>
                </a:lnTo>
                <a:lnTo>
                  <a:pt x="0" y="0"/>
                </a:lnTo>
                <a:close/>
              </a:path>
            </a:pathLst>
          </a:custGeom>
          <a:noFill/>
          <a:ln w="19050">
            <a:solidFill>
              <a:srgbClr val="1F2937"/>
            </a:solidFill>
            <a:prstDash val="solid"/>
          </a:ln>
        </p:spPr>
      </p:sp>
      <p:sp>
        <p:nvSpPr>
          <p:cNvPr id="25" name="S04-mark86"/>
          <p:cNvSpPr/>
          <p:nvPr/>
        </p:nvSpPr>
        <p:spPr>
          <a:xfrm>
            <a:off x="8036572" y="2293533"/>
            <a:ext cx="3512300" cy="1859453"/>
          </a:xfrm>
          <a:custGeom>
            <a:avLst/>
            <a:gdLst/>
            <a:ahLst/>
            <a:cxnLst/>
            <a:rect l="l" t="t" r="r" b="b"/>
            <a:pathLst>
              <a:path w="3512300" h="1859453">
                <a:moveTo>
                  <a:pt x="0" y="1859453"/>
                </a:moveTo>
                <a:lnTo>
                  <a:pt x="3512300" y="1859453"/>
                </a:lnTo>
                <a:lnTo>
                  <a:pt x="3512300" y="0"/>
                </a:lnTo>
                <a:lnTo>
                  <a:pt x="0" y="0"/>
                </a:lnTo>
                <a:close/>
              </a:path>
            </a:pathLst>
          </a:custGeom>
          <a:solidFill>
            <a:srgbClr val="FFFFFF"/>
          </a:solidFill>
          <a:ln w="15875">
            <a:solidFill>
              <a:srgbClr val="1F2937"/>
            </a:solidFill>
            <a:prstDash val="solid"/>
          </a:ln>
        </p:spPr>
      </p:sp>
      <p:sp>
        <p:nvSpPr>
          <p:cNvPr id="26" name="S04-mark87"/>
          <p:cNvSpPr/>
          <p:nvPr/>
        </p:nvSpPr>
        <p:spPr>
          <a:xfrm>
            <a:off x="8036572" y="2293533"/>
            <a:ext cx="3512300" cy="309909"/>
          </a:xfrm>
          <a:custGeom>
            <a:avLst/>
            <a:gdLst/>
            <a:ahLst/>
            <a:cxnLst/>
            <a:rect l="l" t="t" r="r" b="b"/>
            <a:pathLst>
              <a:path w="3512300" h="309909">
                <a:moveTo>
                  <a:pt x="0" y="309909"/>
                </a:moveTo>
                <a:lnTo>
                  <a:pt x="3512300" y="309909"/>
                </a:lnTo>
                <a:lnTo>
                  <a:pt x="3512300" y="0"/>
                </a:lnTo>
                <a:lnTo>
                  <a:pt x="0" y="0"/>
                </a:lnTo>
                <a:close/>
              </a:path>
            </a:pathLst>
          </a:custGeom>
          <a:solidFill>
            <a:srgbClr val="EAF3F1"/>
          </a:solidFill>
          <a:ln w="15875">
            <a:solidFill>
              <a:srgbClr val="1F2937"/>
            </a:solidFill>
            <a:prstDash val="solid"/>
          </a:ln>
        </p:spPr>
      </p:sp>
      <p:sp>
        <p:nvSpPr>
          <p:cNvPr id="27" name="S04-mark88"/>
          <p:cNvSpPr/>
          <p:nvPr/>
        </p:nvSpPr>
        <p:spPr>
          <a:xfrm>
            <a:off x="8244004" y="2626582"/>
            <a:ext cx="200821" cy="119005"/>
          </a:xfrm>
          <a:custGeom>
            <a:avLst/>
            <a:gdLst/>
            <a:ahLst/>
            <a:cxnLst/>
            <a:rect l="l" t="t" r="r" b="b"/>
            <a:pathLst>
              <a:path w="200821" h="119005">
                <a:moveTo>
                  <a:pt x="0" y="0"/>
                </a:moveTo>
                <a:lnTo>
                  <a:pt x="200821" y="59503"/>
                </a:lnTo>
                <a:lnTo>
                  <a:pt x="0" y="119005"/>
                </a:lnTo>
                <a:close/>
              </a:path>
            </a:pathLst>
          </a:custGeom>
          <a:solidFill>
            <a:srgbClr val="E9762B"/>
          </a:solidFill>
          <a:ln w="15875">
            <a:solidFill>
              <a:srgbClr val="1F2937"/>
            </a:solidFill>
            <a:prstDash val="solid"/>
          </a:ln>
        </p:spPr>
      </p:sp>
      <p:sp>
        <p:nvSpPr>
          <p:cNvPr id="28" name="S04-mark89"/>
          <p:cNvSpPr/>
          <p:nvPr/>
        </p:nvSpPr>
        <p:spPr>
          <a:xfrm>
            <a:off x="9938586" y="2637739"/>
            <a:ext cx="245448" cy="245448"/>
          </a:xfrm>
          <a:custGeom>
            <a:avLst/>
            <a:gdLst/>
            <a:ahLst/>
            <a:cxnLst/>
            <a:rect l="l" t="t" r="r" b="b"/>
            <a:pathLst>
              <a:path w="245448" h="245448">
                <a:moveTo>
                  <a:pt x="85535" y="245448"/>
                </a:moveTo>
                <a:lnTo>
                  <a:pt x="159913" y="245448"/>
                </a:lnTo>
                <a:lnTo>
                  <a:pt x="159913" y="159913"/>
                </a:lnTo>
                <a:lnTo>
                  <a:pt x="245448" y="159913"/>
                </a:lnTo>
                <a:lnTo>
                  <a:pt x="245448" y="85535"/>
                </a:lnTo>
                <a:lnTo>
                  <a:pt x="159913" y="85535"/>
                </a:lnTo>
                <a:lnTo>
                  <a:pt x="159913" y="0"/>
                </a:lnTo>
                <a:lnTo>
                  <a:pt x="85535" y="0"/>
                </a:lnTo>
                <a:lnTo>
                  <a:pt x="85535" y="85535"/>
                </a:lnTo>
                <a:lnTo>
                  <a:pt x="0" y="85535"/>
                </a:lnTo>
                <a:lnTo>
                  <a:pt x="0" y="159913"/>
                </a:lnTo>
                <a:lnTo>
                  <a:pt x="85535" y="159913"/>
                </a:lnTo>
                <a:close/>
              </a:path>
            </a:pathLst>
          </a:custGeom>
          <a:solidFill>
            <a:srgbClr val="C8434E"/>
          </a:solidFill>
          <a:ln w="12700">
            <a:solidFill>
              <a:srgbClr val="1F2937"/>
            </a:solidFill>
            <a:prstDash val="solid"/>
          </a:ln>
        </p:spPr>
      </p:sp>
      <p:sp>
        <p:nvSpPr>
          <p:cNvPr id="29" name="S04-mark90"/>
          <p:cNvSpPr/>
          <p:nvPr/>
        </p:nvSpPr>
        <p:spPr>
          <a:xfrm>
            <a:off x="8299787" y="3176980"/>
            <a:ext cx="52065" cy="96692"/>
          </a:xfrm>
          <a:custGeom>
            <a:avLst/>
            <a:gdLst/>
            <a:ahLst/>
            <a:cxnLst/>
            <a:rect l="l" t="t" r="r" b="b"/>
            <a:pathLst>
              <a:path w="52065" h="96692">
                <a:moveTo>
                  <a:pt x="0" y="96692"/>
                </a:moveTo>
                <a:lnTo>
                  <a:pt x="52065" y="96692"/>
                </a:lnTo>
                <a:lnTo>
                  <a:pt x="52065" y="0"/>
                </a:lnTo>
                <a:lnTo>
                  <a:pt x="0" y="0"/>
                </a:lnTo>
                <a:close/>
              </a:path>
            </a:pathLst>
          </a:custGeom>
          <a:solidFill>
            <a:srgbClr val="8B5A2B"/>
          </a:solidFill>
          <a:ln w="12700">
            <a:solidFill>
              <a:srgbClr val="1F2937"/>
            </a:solidFill>
            <a:prstDash val="solid"/>
          </a:ln>
        </p:spPr>
      </p:sp>
      <p:sp>
        <p:nvSpPr>
          <p:cNvPr id="30" name="S04-mark91"/>
          <p:cNvSpPr/>
          <p:nvPr/>
        </p:nvSpPr>
        <p:spPr>
          <a:xfrm>
            <a:off x="8206815" y="2983597"/>
            <a:ext cx="238010" cy="193383"/>
          </a:xfrm>
          <a:custGeom>
            <a:avLst/>
            <a:gdLst/>
            <a:ahLst/>
            <a:cxnLst/>
            <a:rect l="l" t="t" r="r" b="b"/>
            <a:pathLst>
              <a:path w="238010" h="193383">
                <a:moveTo>
                  <a:pt x="0" y="193383"/>
                </a:moveTo>
                <a:lnTo>
                  <a:pt x="238010" y="193383"/>
                </a:lnTo>
                <a:lnTo>
                  <a:pt x="119005" y="0"/>
                </a:lnTo>
                <a:close/>
              </a:path>
            </a:pathLst>
          </a:custGeom>
          <a:solidFill>
            <a:srgbClr val="2A9D8F"/>
          </a:solidFill>
          <a:ln w="15875">
            <a:solidFill>
              <a:srgbClr val="1F2937"/>
            </a:solidFill>
            <a:prstDash val="solid"/>
          </a:ln>
        </p:spPr>
      </p:sp>
      <p:sp>
        <p:nvSpPr>
          <p:cNvPr id="31" name="S04-mark92"/>
          <p:cNvSpPr/>
          <p:nvPr/>
        </p:nvSpPr>
        <p:spPr>
          <a:xfrm>
            <a:off x="9927429" y="3013348"/>
            <a:ext cx="133881" cy="230572"/>
          </a:xfrm>
          <a:custGeom>
            <a:avLst/>
            <a:gdLst/>
            <a:ahLst/>
            <a:cxnLst/>
            <a:rect l="l" t="t" r="r" b="b"/>
            <a:pathLst>
              <a:path w="133881" h="230572">
                <a:moveTo>
                  <a:pt x="0" y="200821"/>
                </a:moveTo>
                <a:lnTo>
                  <a:pt x="133881" y="230572"/>
                </a:lnTo>
                <a:lnTo>
                  <a:pt x="133881" y="29751"/>
                </a:lnTo>
                <a:lnTo>
                  <a:pt x="0" y="0"/>
                </a:lnTo>
                <a:close/>
              </a:path>
            </a:pathLst>
          </a:custGeom>
          <a:solidFill>
            <a:srgbClr val="3D5A80"/>
          </a:solidFill>
          <a:ln w="15875">
            <a:solidFill>
              <a:srgbClr val="1F2937"/>
            </a:solidFill>
            <a:prstDash val="solid"/>
          </a:ln>
        </p:spPr>
      </p:sp>
      <p:sp>
        <p:nvSpPr>
          <p:cNvPr id="32" name="S04-mark93"/>
          <p:cNvSpPr/>
          <p:nvPr/>
        </p:nvSpPr>
        <p:spPr>
          <a:xfrm>
            <a:off x="10061309" y="3013348"/>
            <a:ext cx="133881" cy="230572"/>
          </a:xfrm>
          <a:custGeom>
            <a:avLst/>
            <a:gdLst/>
            <a:ahLst/>
            <a:cxnLst/>
            <a:rect l="l" t="t" r="r" b="b"/>
            <a:pathLst>
              <a:path w="133881" h="230572">
                <a:moveTo>
                  <a:pt x="133881" y="200821"/>
                </a:moveTo>
                <a:lnTo>
                  <a:pt x="0" y="230572"/>
                </a:lnTo>
                <a:lnTo>
                  <a:pt x="0" y="29751"/>
                </a:lnTo>
                <a:lnTo>
                  <a:pt x="133881" y="0"/>
                </a:lnTo>
                <a:close/>
              </a:path>
            </a:pathLst>
          </a:custGeom>
          <a:solidFill>
            <a:srgbClr val="3D5A80"/>
          </a:solidFill>
          <a:ln w="15875">
            <a:solidFill>
              <a:srgbClr val="1F2937"/>
            </a:solidFill>
            <a:prstDash val="solid"/>
          </a:ln>
        </p:spPr>
      </p:sp>
      <p:sp>
        <p:nvSpPr>
          <p:cNvPr id="33" name="S04-mark94"/>
          <p:cNvSpPr/>
          <p:nvPr/>
        </p:nvSpPr>
        <p:spPr>
          <a:xfrm>
            <a:off x="9998088" y="3377801"/>
            <a:ext cx="126443" cy="96692"/>
          </a:xfrm>
          <a:custGeom>
            <a:avLst/>
            <a:gdLst/>
            <a:ahLst/>
            <a:cxnLst/>
            <a:rect l="l" t="t" r="r" b="b"/>
            <a:pathLst>
              <a:path w="126443" h="96692">
                <a:moveTo>
                  <a:pt x="126443" y="96692"/>
                </a:moveTo>
                <a:lnTo>
                  <a:pt x="118179" y="48346"/>
                </a:lnTo>
                <a:lnTo>
                  <a:pt x="94626" y="12810"/>
                </a:lnTo>
                <a:lnTo>
                  <a:pt x="63221" y="0"/>
                </a:lnTo>
                <a:lnTo>
                  <a:pt x="31404" y="12810"/>
                </a:lnTo>
                <a:lnTo>
                  <a:pt x="8264" y="48346"/>
                </a:lnTo>
                <a:lnTo>
                  <a:pt x="0" y="96692"/>
                </a:lnTo>
              </a:path>
            </a:pathLst>
          </a:custGeom>
          <a:noFill/>
          <a:ln w="25400">
            <a:solidFill>
              <a:srgbClr val="1F2937"/>
            </a:solidFill>
            <a:prstDash val="solid"/>
          </a:ln>
        </p:spPr>
      </p:sp>
      <p:sp>
        <p:nvSpPr>
          <p:cNvPr id="34" name="S04-mark95"/>
          <p:cNvSpPr/>
          <p:nvPr/>
        </p:nvSpPr>
        <p:spPr>
          <a:xfrm>
            <a:off x="9938586" y="3474493"/>
            <a:ext cx="245448" cy="163632"/>
          </a:xfrm>
          <a:custGeom>
            <a:avLst/>
            <a:gdLst/>
            <a:ahLst/>
            <a:cxnLst/>
            <a:rect l="l" t="t" r="r" b="b"/>
            <a:pathLst>
              <a:path w="245448" h="163632">
                <a:moveTo>
                  <a:pt x="0" y="0"/>
                </a:moveTo>
                <a:lnTo>
                  <a:pt x="245448" y="0"/>
                </a:lnTo>
                <a:lnTo>
                  <a:pt x="215697" y="163632"/>
                </a:lnTo>
                <a:lnTo>
                  <a:pt x="29751" y="163632"/>
                </a:lnTo>
                <a:close/>
              </a:path>
            </a:pathLst>
          </a:custGeom>
          <a:solidFill>
            <a:srgbClr val="F2C14E"/>
          </a:solidFill>
          <a:ln w="15875">
            <a:solidFill>
              <a:srgbClr val="1F2937"/>
            </a:solidFill>
            <a:prstDash val="solid"/>
          </a:ln>
        </p:spPr>
      </p:sp>
      <p:sp>
        <p:nvSpPr>
          <p:cNvPr id="35" name="S04-mark96"/>
          <p:cNvSpPr/>
          <p:nvPr/>
        </p:nvSpPr>
        <p:spPr>
          <a:xfrm>
            <a:off x="8214253" y="3734816"/>
            <a:ext cx="223134" cy="275199"/>
          </a:xfrm>
          <a:custGeom>
            <a:avLst/>
            <a:gdLst/>
            <a:ahLst/>
            <a:cxnLst/>
            <a:rect l="l" t="t" r="r" b="b"/>
            <a:pathLst>
              <a:path w="223134" h="275199">
                <a:moveTo>
                  <a:pt x="0" y="275199"/>
                </a:moveTo>
                <a:lnTo>
                  <a:pt x="223134" y="275199"/>
                </a:lnTo>
                <a:lnTo>
                  <a:pt x="223134" y="126443"/>
                </a:lnTo>
                <a:lnTo>
                  <a:pt x="111567" y="0"/>
                </a:lnTo>
                <a:lnTo>
                  <a:pt x="0" y="126443"/>
                </a:lnTo>
                <a:close/>
              </a:path>
            </a:pathLst>
          </a:custGeom>
          <a:solidFill>
            <a:srgbClr val="FDEBDD"/>
          </a:solidFill>
          <a:ln w="19050">
            <a:solidFill>
              <a:srgbClr val="1F2937"/>
            </a:solidFill>
            <a:prstDash val="solid"/>
          </a:ln>
        </p:spPr>
      </p:sp>
      <p:sp>
        <p:nvSpPr>
          <p:cNvPr id="36" name="S04-mark97"/>
          <p:cNvSpPr/>
          <p:nvPr/>
        </p:nvSpPr>
        <p:spPr>
          <a:xfrm>
            <a:off x="5366397" y="2743108"/>
            <a:ext cx="381808" cy="381808"/>
          </a:xfrm>
          <a:prstGeom prst="ellipse">
            <a:avLst/>
          </a:prstGeom>
          <a:solidFill>
            <a:srgbClr val="FFFFFF"/>
          </a:solidFill>
          <a:ln w="25400">
            <a:solidFill>
              <a:srgbClr val="1F2937"/>
            </a:solidFill>
            <a:prstDash val="solid"/>
          </a:ln>
        </p:spPr>
      </p:sp>
      <p:sp>
        <p:nvSpPr>
          <p:cNvPr id="37" name="S04-mark98"/>
          <p:cNvSpPr/>
          <p:nvPr/>
        </p:nvSpPr>
        <p:spPr>
          <a:xfrm>
            <a:off x="5476311" y="2853022"/>
            <a:ext cx="161979" cy="161979"/>
          </a:xfrm>
          <a:prstGeom prst="ellipse">
            <a:avLst/>
          </a:prstGeom>
          <a:solidFill>
            <a:srgbClr val="264653"/>
          </a:solidFill>
          <a:ln w="12700">
            <a:solidFill>
              <a:srgbClr val="1F2937"/>
            </a:solidFill>
            <a:prstDash val="solid"/>
          </a:ln>
        </p:spPr>
      </p:sp>
      <p:sp>
        <p:nvSpPr>
          <p:cNvPr id="38" name="S04-mark99"/>
          <p:cNvSpPr/>
          <p:nvPr/>
        </p:nvSpPr>
        <p:spPr>
          <a:xfrm>
            <a:off x="8203096" y="3381520"/>
            <a:ext cx="245448" cy="245448"/>
          </a:xfrm>
          <a:prstGeom prst="ellipse">
            <a:avLst/>
          </a:prstGeom>
          <a:solidFill>
            <a:srgbClr val="FFFFFF"/>
          </a:solidFill>
          <a:ln w="25400">
            <a:solidFill>
              <a:srgbClr val="1F2937"/>
            </a:solidFill>
            <a:prstDash val="solid"/>
          </a:ln>
        </p:spPr>
      </p:sp>
      <p:sp>
        <p:nvSpPr>
          <p:cNvPr id="39" name="S04-mark100"/>
          <p:cNvSpPr/>
          <p:nvPr/>
        </p:nvSpPr>
        <p:spPr>
          <a:xfrm>
            <a:off x="8273755" y="3452179"/>
            <a:ext cx="104129" cy="104129"/>
          </a:xfrm>
          <a:prstGeom prst="ellipse">
            <a:avLst/>
          </a:prstGeom>
          <a:solidFill>
            <a:srgbClr val="264653"/>
          </a:solidFill>
          <a:ln w="12700">
            <a:solidFill>
              <a:srgbClr val="1F2937"/>
            </a:solidFill>
            <a:prstDash val="solid"/>
          </a:ln>
        </p:spPr>
      </p:sp>
      <p:sp>
        <p:nvSpPr>
          <p:cNvPr id="40" name="S04-mark101"/>
          <p:cNvSpPr/>
          <p:nvPr/>
        </p:nvSpPr>
        <p:spPr>
          <a:xfrm flipV="1">
            <a:off x="3116045" y="2725753"/>
            <a:ext cx="0" cy="416518"/>
          </a:xfrm>
          <a:prstGeom prst="line">
            <a:avLst/>
          </a:prstGeom>
          <a:noFill/>
          <a:ln w="28575">
            <a:solidFill>
              <a:srgbClr val="1F2937"/>
            </a:solidFill>
            <a:prstDash val="solid"/>
          </a:ln>
        </p:spPr>
      </p:sp>
      <p:sp>
        <p:nvSpPr>
          <p:cNvPr id="41" name="S04-mark102"/>
          <p:cNvSpPr/>
          <p:nvPr/>
        </p:nvSpPr>
        <p:spPr>
          <a:xfrm flipV="1">
            <a:off x="640080" y="2066267"/>
            <a:ext cx="0" cy="2313986"/>
          </a:xfrm>
          <a:prstGeom prst="line">
            <a:avLst/>
          </a:prstGeom>
          <a:noFill/>
          <a:ln w="9525">
            <a:solidFill>
              <a:srgbClr val="B8C2CC"/>
            </a:solidFill>
            <a:prstDash val="solid"/>
          </a:ln>
        </p:spPr>
      </p:sp>
      <p:sp>
        <p:nvSpPr>
          <p:cNvPr id="42" name="S04-mark103"/>
          <p:cNvSpPr/>
          <p:nvPr/>
        </p:nvSpPr>
        <p:spPr>
          <a:xfrm flipV="1">
            <a:off x="1218577" y="2066267"/>
            <a:ext cx="0" cy="2313986"/>
          </a:xfrm>
          <a:prstGeom prst="line">
            <a:avLst/>
          </a:prstGeom>
          <a:noFill/>
          <a:ln w="9525">
            <a:solidFill>
              <a:srgbClr val="B8C2CC"/>
            </a:solidFill>
            <a:prstDash val="solid"/>
          </a:ln>
        </p:spPr>
      </p:sp>
      <p:sp>
        <p:nvSpPr>
          <p:cNvPr id="43" name="S04-mark104"/>
          <p:cNvSpPr/>
          <p:nvPr/>
        </p:nvSpPr>
        <p:spPr>
          <a:xfrm flipV="1">
            <a:off x="1797073" y="2066267"/>
            <a:ext cx="0" cy="2313986"/>
          </a:xfrm>
          <a:prstGeom prst="line">
            <a:avLst/>
          </a:prstGeom>
          <a:noFill/>
          <a:ln w="9525">
            <a:solidFill>
              <a:srgbClr val="B8C2CC"/>
            </a:solidFill>
            <a:prstDash val="solid"/>
          </a:ln>
        </p:spPr>
      </p:sp>
      <p:sp>
        <p:nvSpPr>
          <p:cNvPr id="44" name="S04-mark105"/>
          <p:cNvSpPr/>
          <p:nvPr/>
        </p:nvSpPr>
        <p:spPr>
          <a:xfrm flipV="1">
            <a:off x="2375570" y="2066267"/>
            <a:ext cx="0" cy="2313986"/>
          </a:xfrm>
          <a:prstGeom prst="line">
            <a:avLst/>
          </a:prstGeom>
          <a:noFill/>
          <a:ln w="9525">
            <a:solidFill>
              <a:srgbClr val="B8C2CC"/>
            </a:solidFill>
            <a:prstDash val="solid"/>
          </a:ln>
        </p:spPr>
      </p:sp>
      <p:sp>
        <p:nvSpPr>
          <p:cNvPr id="45" name="S04-mark106"/>
          <p:cNvSpPr/>
          <p:nvPr/>
        </p:nvSpPr>
        <p:spPr>
          <a:xfrm flipV="1">
            <a:off x="2954066" y="2066267"/>
            <a:ext cx="0" cy="2313986"/>
          </a:xfrm>
          <a:prstGeom prst="line">
            <a:avLst/>
          </a:prstGeom>
          <a:noFill/>
          <a:ln w="9525">
            <a:solidFill>
              <a:srgbClr val="B8C2CC"/>
            </a:solidFill>
            <a:prstDash val="solid"/>
          </a:ln>
        </p:spPr>
      </p:sp>
      <p:sp>
        <p:nvSpPr>
          <p:cNvPr id="46" name="S04-mark107"/>
          <p:cNvSpPr/>
          <p:nvPr/>
        </p:nvSpPr>
        <p:spPr>
          <a:xfrm flipV="1">
            <a:off x="3532563" y="2066267"/>
            <a:ext cx="0" cy="2313986"/>
          </a:xfrm>
          <a:prstGeom prst="line">
            <a:avLst/>
          </a:prstGeom>
          <a:noFill/>
          <a:ln w="9525">
            <a:solidFill>
              <a:srgbClr val="B8C2CC"/>
            </a:solidFill>
            <a:prstDash val="solid"/>
          </a:ln>
        </p:spPr>
      </p:sp>
      <p:sp>
        <p:nvSpPr>
          <p:cNvPr id="47" name="S04-mark108"/>
          <p:cNvSpPr/>
          <p:nvPr/>
        </p:nvSpPr>
        <p:spPr>
          <a:xfrm flipV="1">
            <a:off x="4111059" y="2066267"/>
            <a:ext cx="0" cy="2313986"/>
          </a:xfrm>
          <a:prstGeom prst="line">
            <a:avLst/>
          </a:prstGeom>
          <a:noFill/>
          <a:ln w="9525">
            <a:solidFill>
              <a:srgbClr val="B8C2CC"/>
            </a:solidFill>
            <a:prstDash val="solid"/>
          </a:ln>
        </p:spPr>
      </p:sp>
      <p:sp>
        <p:nvSpPr>
          <p:cNvPr id="48" name="S04-mark109"/>
          <p:cNvSpPr/>
          <p:nvPr/>
        </p:nvSpPr>
        <p:spPr>
          <a:xfrm flipV="1">
            <a:off x="4689556" y="2066267"/>
            <a:ext cx="0" cy="2313986"/>
          </a:xfrm>
          <a:prstGeom prst="line">
            <a:avLst/>
          </a:prstGeom>
          <a:noFill/>
          <a:ln w="9525">
            <a:solidFill>
              <a:srgbClr val="B8C2CC"/>
            </a:solidFill>
            <a:prstDash val="solid"/>
          </a:ln>
        </p:spPr>
      </p:sp>
      <p:sp>
        <p:nvSpPr>
          <p:cNvPr id="49" name="S04-mark110"/>
          <p:cNvSpPr/>
          <p:nvPr/>
        </p:nvSpPr>
        <p:spPr>
          <a:xfrm flipV="1">
            <a:off x="5268052" y="2066267"/>
            <a:ext cx="0" cy="2313986"/>
          </a:xfrm>
          <a:prstGeom prst="line">
            <a:avLst/>
          </a:prstGeom>
          <a:noFill/>
          <a:ln w="9525">
            <a:solidFill>
              <a:srgbClr val="B8C2CC"/>
            </a:solidFill>
            <a:prstDash val="solid"/>
          </a:ln>
        </p:spPr>
      </p:sp>
      <p:sp>
        <p:nvSpPr>
          <p:cNvPr id="50" name="S04-mark111"/>
          <p:cNvSpPr/>
          <p:nvPr/>
        </p:nvSpPr>
        <p:spPr>
          <a:xfrm flipV="1">
            <a:off x="5846549" y="2066267"/>
            <a:ext cx="0" cy="2313986"/>
          </a:xfrm>
          <a:prstGeom prst="line">
            <a:avLst/>
          </a:prstGeom>
          <a:noFill/>
          <a:ln w="9525">
            <a:solidFill>
              <a:srgbClr val="B8C2CC"/>
            </a:solidFill>
            <a:prstDash val="solid"/>
          </a:ln>
        </p:spPr>
      </p:sp>
      <p:sp>
        <p:nvSpPr>
          <p:cNvPr id="51" name="S04-mark112"/>
          <p:cNvSpPr/>
          <p:nvPr/>
        </p:nvSpPr>
        <p:spPr>
          <a:xfrm flipV="1">
            <a:off x="6425045" y="2066267"/>
            <a:ext cx="0" cy="2313986"/>
          </a:xfrm>
          <a:prstGeom prst="line">
            <a:avLst/>
          </a:prstGeom>
          <a:noFill/>
          <a:ln w="9525">
            <a:solidFill>
              <a:srgbClr val="B8C2CC"/>
            </a:solidFill>
            <a:prstDash val="solid"/>
          </a:ln>
        </p:spPr>
      </p:sp>
      <p:sp>
        <p:nvSpPr>
          <p:cNvPr id="52" name="S04-mark113"/>
          <p:cNvSpPr/>
          <p:nvPr/>
        </p:nvSpPr>
        <p:spPr>
          <a:xfrm>
            <a:off x="640080" y="4380253"/>
            <a:ext cx="5784965" cy="0"/>
          </a:xfrm>
          <a:prstGeom prst="line">
            <a:avLst/>
          </a:prstGeom>
          <a:noFill/>
          <a:ln w="9525">
            <a:solidFill>
              <a:srgbClr val="B8C2CC"/>
            </a:solidFill>
            <a:prstDash val="solid"/>
          </a:ln>
        </p:spPr>
      </p:sp>
      <p:sp>
        <p:nvSpPr>
          <p:cNvPr id="53" name="S04-mark114"/>
          <p:cNvSpPr/>
          <p:nvPr/>
        </p:nvSpPr>
        <p:spPr>
          <a:xfrm>
            <a:off x="640080" y="3801757"/>
            <a:ext cx="5784965" cy="0"/>
          </a:xfrm>
          <a:prstGeom prst="line">
            <a:avLst/>
          </a:prstGeom>
          <a:noFill/>
          <a:ln w="9525">
            <a:solidFill>
              <a:srgbClr val="B8C2CC"/>
            </a:solidFill>
            <a:prstDash val="solid"/>
          </a:ln>
        </p:spPr>
      </p:sp>
      <p:sp>
        <p:nvSpPr>
          <p:cNvPr id="54" name="S04-mark115"/>
          <p:cNvSpPr/>
          <p:nvPr/>
        </p:nvSpPr>
        <p:spPr>
          <a:xfrm>
            <a:off x="640080" y="3223260"/>
            <a:ext cx="5784965" cy="0"/>
          </a:xfrm>
          <a:prstGeom prst="line">
            <a:avLst/>
          </a:prstGeom>
          <a:noFill/>
          <a:ln w="9525">
            <a:solidFill>
              <a:srgbClr val="B8C2CC"/>
            </a:solidFill>
            <a:prstDash val="solid"/>
          </a:ln>
        </p:spPr>
      </p:sp>
      <p:sp>
        <p:nvSpPr>
          <p:cNvPr id="55" name="S04-mark116"/>
          <p:cNvSpPr/>
          <p:nvPr/>
        </p:nvSpPr>
        <p:spPr>
          <a:xfrm>
            <a:off x="640080" y="2644763"/>
            <a:ext cx="5784965" cy="0"/>
          </a:xfrm>
          <a:prstGeom prst="line">
            <a:avLst/>
          </a:prstGeom>
          <a:noFill/>
          <a:ln w="9525">
            <a:solidFill>
              <a:srgbClr val="B8C2CC"/>
            </a:solidFill>
            <a:prstDash val="solid"/>
          </a:ln>
        </p:spPr>
      </p:sp>
      <p:sp>
        <p:nvSpPr>
          <p:cNvPr id="56" name="S04-mark117"/>
          <p:cNvSpPr/>
          <p:nvPr/>
        </p:nvSpPr>
        <p:spPr>
          <a:xfrm>
            <a:off x="640080" y="2066267"/>
            <a:ext cx="5784965" cy="0"/>
          </a:xfrm>
          <a:prstGeom prst="line">
            <a:avLst/>
          </a:prstGeom>
          <a:noFill/>
          <a:ln w="9525">
            <a:solidFill>
              <a:srgbClr val="B8C2CC"/>
            </a:solidFill>
            <a:prstDash val="solid"/>
          </a:ln>
        </p:spPr>
      </p:sp>
      <p:sp>
        <p:nvSpPr>
          <p:cNvPr id="57" name="S04-mark118"/>
          <p:cNvSpPr/>
          <p:nvPr/>
        </p:nvSpPr>
        <p:spPr>
          <a:xfrm flipV="1">
            <a:off x="7210148" y="2872030"/>
            <a:ext cx="0" cy="702460"/>
          </a:xfrm>
          <a:prstGeom prst="line">
            <a:avLst/>
          </a:prstGeom>
          <a:noFill/>
          <a:ln w="38100">
            <a:solidFill>
              <a:srgbClr val="1F2937"/>
            </a:solidFill>
            <a:prstDash val="solid"/>
            <a:tailEnd type="triangle"/>
          </a:ln>
        </p:spPr>
      </p:sp>
      <p:sp>
        <p:nvSpPr>
          <p:cNvPr id="58" name="S04-mark119"/>
          <p:cNvSpPr/>
          <p:nvPr/>
        </p:nvSpPr>
        <p:spPr>
          <a:xfrm>
            <a:off x="6858918" y="3223260"/>
            <a:ext cx="702460" cy="0"/>
          </a:xfrm>
          <a:prstGeom prst="line">
            <a:avLst/>
          </a:prstGeom>
          <a:noFill/>
          <a:ln w="25400">
            <a:solidFill>
              <a:srgbClr val="1F2937"/>
            </a:solidFill>
            <a:prstDash val="solid"/>
          </a:ln>
        </p:spPr>
      </p:sp>
      <p:sp>
        <p:nvSpPr>
          <p:cNvPr id="59" name="S04-mark120"/>
          <p:cNvSpPr/>
          <p:nvPr/>
        </p:nvSpPr>
        <p:spPr>
          <a:xfrm flipV="1">
            <a:off x="8244004" y="2626582"/>
            <a:ext cx="0" cy="267761"/>
          </a:xfrm>
          <a:prstGeom prst="line">
            <a:avLst/>
          </a:prstGeom>
          <a:noFill/>
          <a:ln w="28575">
            <a:solidFill>
              <a:srgbClr val="1F2937"/>
            </a:solidFill>
            <a:prstDash val="solid"/>
          </a:ln>
        </p:spPr>
      </p:sp>
      <p:sp>
        <p:nvSpPr>
          <p:cNvPr id="60" name="S04-label122"/>
          <p:cNvSpPr txBox="1"/>
          <p:nvPr/>
        </p:nvSpPr>
        <p:spPr>
          <a:xfrm>
            <a:off x="7005932" y="249558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4-label124"/>
          <p:cNvSpPr txBox="1"/>
          <p:nvPr/>
        </p:nvSpPr>
        <p:spPr>
          <a:xfrm>
            <a:off x="7005932" y="356993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4-label126"/>
          <p:cNvSpPr txBox="1"/>
          <p:nvPr/>
        </p:nvSpPr>
        <p:spPr>
          <a:xfrm>
            <a:off x="7543107"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4-label128"/>
          <p:cNvSpPr txBox="1"/>
          <p:nvPr/>
        </p:nvSpPr>
        <p:spPr>
          <a:xfrm>
            <a:off x="6468757"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4-label130"/>
          <p:cNvSpPr txBox="1"/>
          <p:nvPr/>
        </p:nvSpPr>
        <p:spPr>
          <a:xfrm>
            <a:off x="9439154" y="225798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4-label132"/>
          <p:cNvSpPr txBox="1"/>
          <p:nvPr/>
        </p:nvSpPr>
        <p:spPr>
          <a:xfrm>
            <a:off x="8798675" y="256996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4-label134"/>
          <p:cNvSpPr txBox="1"/>
          <p:nvPr/>
        </p:nvSpPr>
        <p:spPr>
          <a:xfrm>
            <a:off x="10534165" y="256996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4-label136"/>
          <p:cNvSpPr txBox="1"/>
          <p:nvPr/>
        </p:nvSpPr>
        <p:spPr>
          <a:xfrm>
            <a:off x="8798675" y="294185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4-label138"/>
          <p:cNvSpPr txBox="1"/>
          <p:nvPr/>
        </p:nvSpPr>
        <p:spPr>
          <a:xfrm>
            <a:off x="10384813" y="2941853"/>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4-label140"/>
          <p:cNvSpPr txBox="1"/>
          <p:nvPr/>
        </p:nvSpPr>
        <p:spPr>
          <a:xfrm>
            <a:off x="8499971" y="3313744"/>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4-label142"/>
          <p:cNvSpPr txBox="1"/>
          <p:nvPr/>
        </p:nvSpPr>
        <p:spPr>
          <a:xfrm>
            <a:off x="10534165" y="3313744"/>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4-label144"/>
          <p:cNvSpPr txBox="1"/>
          <p:nvPr/>
        </p:nvSpPr>
        <p:spPr>
          <a:xfrm>
            <a:off x="8948027" y="3685635"/>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기호가 나타내는 곳</a:t>
            </a:r>
            <a:endParaRPr lang="ko-KR" sz="4000" dirty="0"/>
          </a:p>
        </p:txBody>
      </p:sp>
      <p:sp>
        <p:nvSpPr>
          <p:cNvPr id="3" name="S05-card145"/>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5-cardtext146"/>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나무 기호는 무엇을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펼친 책 기호는 무엇을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시장 바로 옆에 있는 곳은?</a:t>
            </a:r>
            <a:endParaRPr lang="ko-KR" sz="3000" dirty="0"/>
          </a:p>
        </p:txBody>
      </p:sp>
      <p:sp>
        <p:nvSpPr>
          <p:cNvPr id="5" name="S05-figure147"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6" name="S05-mark148"/>
          <p:cNvSpPr/>
          <p:nvPr/>
        </p:nvSpPr>
        <p:spPr>
          <a:xfrm>
            <a:off x="1218577"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7" name="S05-mark149"/>
          <p:cNvSpPr/>
          <p:nvPr/>
        </p:nvSpPr>
        <p:spPr>
          <a:xfrm>
            <a:off x="1797073"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8" name="S05-mark150"/>
          <p:cNvSpPr/>
          <p:nvPr/>
        </p:nvSpPr>
        <p:spPr>
          <a:xfrm>
            <a:off x="2375570"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9" name="S05-mark151"/>
          <p:cNvSpPr/>
          <p:nvPr/>
        </p:nvSpPr>
        <p:spPr>
          <a:xfrm>
            <a:off x="2954066"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0" name="S05-mark152"/>
          <p:cNvSpPr/>
          <p:nvPr/>
        </p:nvSpPr>
        <p:spPr>
          <a:xfrm>
            <a:off x="3532563"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1" name="S05-mark153"/>
          <p:cNvSpPr/>
          <p:nvPr/>
        </p:nvSpPr>
        <p:spPr>
          <a:xfrm>
            <a:off x="4111059"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2" name="S05-mark154"/>
          <p:cNvSpPr/>
          <p:nvPr/>
        </p:nvSpPr>
        <p:spPr>
          <a:xfrm>
            <a:off x="4689556"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3" name="S05-mark155"/>
          <p:cNvSpPr/>
          <p:nvPr/>
        </p:nvSpPr>
        <p:spPr>
          <a:xfrm>
            <a:off x="5268052"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4" name="S05-mark156"/>
          <p:cNvSpPr/>
          <p:nvPr/>
        </p:nvSpPr>
        <p:spPr>
          <a:xfrm>
            <a:off x="5846549"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5" name="S05-mark157"/>
          <p:cNvSpPr/>
          <p:nvPr/>
        </p:nvSpPr>
        <p:spPr>
          <a:xfrm>
            <a:off x="1299566" y="2321411"/>
            <a:ext cx="208259" cy="358668"/>
          </a:xfrm>
          <a:custGeom>
            <a:avLst/>
            <a:gdLst/>
            <a:ahLst/>
            <a:cxnLst/>
            <a:rect l="l" t="t" r="r" b="b"/>
            <a:pathLst>
              <a:path w="208259" h="358668">
                <a:moveTo>
                  <a:pt x="0" y="312388"/>
                </a:moveTo>
                <a:lnTo>
                  <a:pt x="208259" y="358668"/>
                </a:lnTo>
                <a:lnTo>
                  <a:pt x="208259" y="46280"/>
                </a:lnTo>
                <a:lnTo>
                  <a:pt x="0" y="0"/>
                </a:lnTo>
                <a:close/>
              </a:path>
            </a:pathLst>
          </a:custGeom>
          <a:solidFill>
            <a:srgbClr val="3D5A80"/>
          </a:solidFill>
          <a:ln w="15875">
            <a:solidFill>
              <a:srgbClr val="1F2937"/>
            </a:solidFill>
            <a:prstDash val="solid"/>
          </a:ln>
        </p:spPr>
      </p:sp>
      <p:sp>
        <p:nvSpPr>
          <p:cNvPr id="16" name="S05-mark158"/>
          <p:cNvSpPr/>
          <p:nvPr/>
        </p:nvSpPr>
        <p:spPr>
          <a:xfrm>
            <a:off x="1507825" y="2321411"/>
            <a:ext cx="208259" cy="358668"/>
          </a:xfrm>
          <a:custGeom>
            <a:avLst/>
            <a:gdLst/>
            <a:ahLst/>
            <a:cxnLst/>
            <a:rect l="l" t="t" r="r" b="b"/>
            <a:pathLst>
              <a:path w="208259" h="358668">
                <a:moveTo>
                  <a:pt x="208259" y="312388"/>
                </a:moveTo>
                <a:lnTo>
                  <a:pt x="0" y="358668"/>
                </a:lnTo>
                <a:lnTo>
                  <a:pt x="0" y="46280"/>
                </a:lnTo>
                <a:lnTo>
                  <a:pt x="208259" y="0"/>
                </a:lnTo>
                <a:close/>
              </a:path>
            </a:pathLst>
          </a:custGeom>
          <a:solidFill>
            <a:srgbClr val="3D5A80"/>
          </a:solidFill>
          <a:ln w="15875">
            <a:solidFill>
              <a:srgbClr val="1F2937"/>
            </a:solidFill>
            <a:prstDash val="solid"/>
          </a:ln>
        </p:spPr>
      </p:sp>
      <p:sp>
        <p:nvSpPr>
          <p:cNvPr id="17" name="S05-mark159"/>
          <p:cNvSpPr/>
          <p:nvPr/>
        </p:nvSpPr>
        <p:spPr>
          <a:xfrm>
            <a:off x="3116045" y="2298271"/>
            <a:ext cx="312388" cy="185119"/>
          </a:xfrm>
          <a:custGeom>
            <a:avLst/>
            <a:gdLst/>
            <a:ahLst/>
            <a:cxnLst/>
            <a:rect l="l" t="t" r="r" b="b"/>
            <a:pathLst>
              <a:path w="312388" h="185119">
                <a:moveTo>
                  <a:pt x="0" y="0"/>
                </a:moveTo>
                <a:lnTo>
                  <a:pt x="312388" y="92559"/>
                </a:lnTo>
                <a:lnTo>
                  <a:pt x="0" y="185119"/>
                </a:lnTo>
                <a:close/>
              </a:path>
            </a:pathLst>
          </a:custGeom>
          <a:solidFill>
            <a:srgbClr val="E9762B"/>
          </a:solidFill>
          <a:ln w="15875">
            <a:solidFill>
              <a:srgbClr val="1F2937"/>
            </a:solidFill>
            <a:prstDash val="solid"/>
          </a:ln>
        </p:spPr>
      </p:sp>
      <p:sp>
        <p:nvSpPr>
          <p:cNvPr id="18" name="S05-mark160"/>
          <p:cNvSpPr/>
          <p:nvPr/>
        </p:nvSpPr>
        <p:spPr>
          <a:xfrm>
            <a:off x="3202820" y="1997453"/>
            <a:ext cx="80990" cy="150409"/>
          </a:xfrm>
          <a:custGeom>
            <a:avLst/>
            <a:gdLst/>
            <a:ahLst/>
            <a:cxnLst/>
            <a:rect l="l" t="t" r="r" b="b"/>
            <a:pathLst>
              <a:path w="80990" h="150409">
                <a:moveTo>
                  <a:pt x="0" y="150409"/>
                </a:moveTo>
                <a:lnTo>
                  <a:pt x="80990" y="150409"/>
                </a:lnTo>
                <a:lnTo>
                  <a:pt x="80990" y="0"/>
                </a:lnTo>
                <a:lnTo>
                  <a:pt x="0" y="0"/>
                </a:lnTo>
                <a:close/>
              </a:path>
            </a:pathLst>
          </a:custGeom>
          <a:solidFill>
            <a:srgbClr val="8B5A2B"/>
          </a:solidFill>
          <a:ln w="12700">
            <a:solidFill>
              <a:srgbClr val="1F2937"/>
            </a:solidFill>
            <a:prstDash val="solid"/>
          </a:ln>
        </p:spPr>
      </p:sp>
      <p:sp>
        <p:nvSpPr>
          <p:cNvPr id="19" name="S05-mark161"/>
          <p:cNvSpPr/>
          <p:nvPr/>
        </p:nvSpPr>
        <p:spPr>
          <a:xfrm>
            <a:off x="3058196" y="1696635"/>
            <a:ext cx="370238" cy="300818"/>
          </a:xfrm>
          <a:custGeom>
            <a:avLst/>
            <a:gdLst/>
            <a:ahLst/>
            <a:cxnLst/>
            <a:rect l="l" t="t" r="r" b="b"/>
            <a:pathLst>
              <a:path w="370238" h="300818">
                <a:moveTo>
                  <a:pt x="0" y="300818"/>
                </a:moveTo>
                <a:lnTo>
                  <a:pt x="370238" y="300818"/>
                </a:lnTo>
                <a:lnTo>
                  <a:pt x="185119" y="0"/>
                </a:lnTo>
                <a:close/>
              </a:path>
            </a:pathLst>
          </a:custGeom>
          <a:solidFill>
            <a:srgbClr val="2A9D8F"/>
          </a:solidFill>
          <a:ln w="15875">
            <a:solidFill>
              <a:srgbClr val="1F2937"/>
            </a:solidFill>
            <a:prstDash val="solid"/>
          </a:ln>
        </p:spPr>
      </p:sp>
      <p:sp>
        <p:nvSpPr>
          <p:cNvPr id="20" name="S05-mark162"/>
          <p:cNvSpPr/>
          <p:nvPr/>
        </p:nvSpPr>
        <p:spPr>
          <a:xfrm>
            <a:off x="2566473" y="3466834"/>
            <a:ext cx="196689" cy="150409"/>
          </a:xfrm>
          <a:custGeom>
            <a:avLst/>
            <a:gdLst/>
            <a:ahLst/>
            <a:cxnLst/>
            <a:rect l="l" t="t" r="r" b="b"/>
            <a:pathLst>
              <a:path w="196689" h="150409">
                <a:moveTo>
                  <a:pt x="196689" y="150409"/>
                </a:moveTo>
                <a:lnTo>
                  <a:pt x="183466" y="75205"/>
                </a:lnTo>
                <a:lnTo>
                  <a:pt x="147517" y="20247"/>
                </a:lnTo>
                <a:lnTo>
                  <a:pt x="98344" y="0"/>
                </a:lnTo>
                <a:lnTo>
                  <a:pt x="49172" y="20247"/>
                </a:lnTo>
                <a:lnTo>
                  <a:pt x="13223" y="75205"/>
                </a:lnTo>
                <a:lnTo>
                  <a:pt x="0" y="150409"/>
                </a:lnTo>
              </a:path>
            </a:pathLst>
          </a:custGeom>
          <a:noFill/>
          <a:ln w="25400">
            <a:solidFill>
              <a:srgbClr val="1F2937"/>
            </a:solidFill>
            <a:prstDash val="solid"/>
          </a:ln>
        </p:spPr>
      </p:sp>
      <p:sp>
        <p:nvSpPr>
          <p:cNvPr id="21" name="S05-mark163"/>
          <p:cNvSpPr/>
          <p:nvPr/>
        </p:nvSpPr>
        <p:spPr>
          <a:xfrm>
            <a:off x="2473914" y="3617243"/>
            <a:ext cx="381808" cy="254538"/>
          </a:xfrm>
          <a:custGeom>
            <a:avLst/>
            <a:gdLst/>
            <a:ahLst/>
            <a:cxnLst/>
            <a:rect l="l" t="t" r="r" b="b"/>
            <a:pathLst>
              <a:path w="381808" h="254538">
                <a:moveTo>
                  <a:pt x="0" y="0"/>
                </a:moveTo>
                <a:lnTo>
                  <a:pt x="381808" y="0"/>
                </a:lnTo>
                <a:lnTo>
                  <a:pt x="335528" y="254538"/>
                </a:lnTo>
                <a:lnTo>
                  <a:pt x="46280" y="254538"/>
                </a:lnTo>
                <a:close/>
              </a:path>
            </a:pathLst>
          </a:custGeom>
          <a:solidFill>
            <a:srgbClr val="F2C14E"/>
          </a:solidFill>
          <a:ln w="15875">
            <a:solidFill>
              <a:srgbClr val="1F2937"/>
            </a:solidFill>
            <a:prstDash val="solid"/>
          </a:ln>
        </p:spPr>
      </p:sp>
      <p:sp>
        <p:nvSpPr>
          <p:cNvPr id="22" name="S05-mark164"/>
          <p:cNvSpPr/>
          <p:nvPr/>
        </p:nvSpPr>
        <p:spPr>
          <a:xfrm>
            <a:off x="3069765" y="3443694"/>
            <a:ext cx="347098" cy="428087"/>
          </a:xfrm>
          <a:custGeom>
            <a:avLst/>
            <a:gdLst/>
            <a:ahLst/>
            <a:cxnLst/>
            <a:rect l="l" t="t" r="r" b="b"/>
            <a:pathLst>
              <a:path w="347098" h="428087">
                <a:moveTo>
                  <a:pt x="0" y="428087"/>
                </a:moveTo>
                <a:lnTo>
                  <a:pt x="347098" y="428087"/>
                </a:lnTo>
                <a:lnTo>
                  <a:pt x="347098" y="196689"/>
                </a:lnTo>
                <a:lnTo>
                  <a:pt x="173549" y="0"/>
                </a:lnTo>
                <a:lnTo>
                  <a:pt x="0" y="196689"/>
                </a:lnTo>
                <a:close/>
              </a:path>
            </a:pathLst>
          </a:custGeom>
          <a:solidFill>
            <a:srgbClr val="FDEBDD"/>
          </a:solidFill>
          <a:ln w="19050">
            <a:solidFill>
              <a:srgbClr val="1F2937"/>
            </a:solidFill>
            <a:prstDash val="solid"/>
          </a:ln>
        </p:spPr>
      </p:sp>
      <p:sp>
        <p:nvSpPr>
          <p:cNvPr id="23" name="S05-mark165"/>
          <p:cNvSpPr/>
          <p:nvPr/>
        </p:nvSpPr>
        <p:spPr>
          <a:xfrm>
            <a:off x="5366397" y="3472619"/>
            <a:ext cx="381808" cy="381808"/>
          </a:xfrm>
          <a:custGeom>
            <a:avLst/>
            <a:gdLst/>
            <a:ahLst/>
            <a:cxnLst/>
            <a:rect l="l" t="t" r="r" b="b"/>
            <a:pathLst>
              <a:path w="381808" h="381808">
                <a:moveTo>
                  <a:pt x="133054" y="381808"/>
                </a:moveTo>
                <a:lnTo>
                  <a:pt x="248754" y="381808"/>
                </a:lnTo>
                <a:lnTo>
                  <a:pt x="248754" y="248754"/>
                </a:lnTo>
                <a:lnTo>
                  <a:pt x="381808" y="248754"/>
                </a:lnTo>
                <a:lnTo>
                  <a:pt x="381808" y="133054"/>
                </a:lnTo>
                <a:lnTo>
                  <a:pt x="248754" y="133054"/>
                </a:lnTo>
                <a:lnTo>
                  <a:pt x="248754" y="0"/>
                </a:lnTo>
                <a:lnTo>
                  <a:pt x="133054" y="0"/>
                </a:lnTo>
                <a:lnTo>
                  <a:pt x="133054" y="133054"/>
                </a:lnTo>
                <a:lnTo>
                  <a:pt x="0" y="133054"/>
                </a:lnTo>
                <a:lnTo>
                  <a:pt x="0" y="248754"/>
                </a:lnTo>
                <a:lnTo>
                  <a:pt x="133054" y="248754"/>
                </a:lnTo>
                <a:close/>
              </a:path>
            </a:pathLst>
          </a:custGeom>
          <a:solidFill>
            <a:srgbClr val="C8434E"/>
          </a:solidFill>
          <a:ln w="12700">
            <a:solidFill>
              <a:srgbClr val="1F2937"/>
            </a:solidFill>
            <a:prstDash val="solid"/>
          </a:ln>
        </p:spPr>
      </p:sp>
      <p:sp>
        <p:nvSpPr>
          <p:cNvPr id="24" name="S05-mark166"/>
          <p:cNvSpPr/>
          <p:nvPr/>
        </p:nvSpPr>
        <p:spPr>
          <a:xfrm>
            <a:off x="640080" y="1638785"/>
            <a:ext cx="5784965" cy="2313986"/>
          </a:xfrm>
          <a:custGeom>
            <a:avLst/>
            <a:gdLst/>
            <a:ahLst/>
            <a:cxnLst/>
            <a:rect l="l" t="t" r="r" b="b"/>
            <a:pathLst>
              <a:path w="5784965" h="2313986">
                <a:moveTo>
                  <a:pt x="0" y="2313986"/>
                </a:moveTo>
                <a:lnTo>
                  <a:pt x="5784965" y="2313986"/>
                </a:lnTo>
                <a:lnTo>
                  <a:pt x="5784965" y="0"/>
                </a:lnTo>
                <a:lnTo>
                  <a:pt x="0" y="0"/>
                </a:lnTo>
                <a:close/>
              </a:path>
            </a:pathLst>
          </a:custGeom>
          <a:noFill/>
          <a:ln w="19050">
            <a:solidFill>
              <a:srgbClr val="1F2937"/>
            </a:solidFill>
            <a:prstDash val="solid"/>
          </a:ln>
        </p:spPr>
      </p:sp>
      <p:sp>
        <p:nvSpPr>
          <p:cNvPr id="25" name="S05-mark167"/>
          <p:cNvSpPr/>
          <p:nvPr/>
        </p:nvSpPr>
        <p:spPr>
          <a:xfrm>
            <a:off x="8036572" y="1866051"/>
            <a:ext cx="3512300" cy="1859453"/>
          </a:xfrm>
          <a:custGeom>
            <a:avLst/>
            <a:gdLst/>
            <a:ahLst/>
            <a:cxnLst/>
            <a:rect l="l" t="t" r="r" b="b"/>
            <a:pathLst>
              <a:path w="3512300" h="1859453">
                <a:moveTo>
                  <a:pt x="0" y="1859453"/>
                </a:moveTo>
                <a:lnTo>
                  <a:pt x="3512300" y="1859453"/>
                </a:lnTo>
                <a:lnTo>
                  <a:pt x="3512300" y="0"/>
                </a:lnTo>
                <a:lnTo>
                  <a:pt x="0" y="0"/>
                </a:lnTo>
                <a:close/>
              </a:path>
            </a:pathLst>
          </a:custGeom>
          <a:solidFill>
            <a:srgbClr val="FFFFFF"/>
          </a:solidFill>
          <a:ln w="15875">
            <a:solidFill>
              <a:srgbClr val="1F2937"/>
            </a:solidFill>
            <a:prstDash val="solid"/>
          </a:ln>
        </p:spPr>
      </p:sp>
      <p:sp>
        <p:nvSpPr>
          <p:cNvPr id="26" name="S05-mark168"/>
          <p:cNvSpPr/>
          <p:nvPr/>
        </p:nvSpPr>
        <p:spPr>
          <a:xfrm>
            <a:off x="8036572" y="1866051"/>
            <a:ext cx="3512300" cy="309909"/>
          </a:xfrm>
          <a:custGeom>
            <a:avLst/>
            <a:gdLst/>
            <a:ahLst/>
            <a:cxnLst/>
            <a:rect l="l" t="t" r="r" b="b"/>
            <a:pathLst>
              <a:path w="3512300" h="309909">
                <a:moveTo>
                  <a:pt x="0" y="309909"/>
                </a:moveTo>
                <a:lnTo>
                  <a:pt x="3512300" y="309909"/>
                </a:lnTo>
                <a:lnTo>
                  <a:pt x="3512300" y="0"/>
                </a:lnTo>
                <a:lnTo>
                  <a:pt x="0" y="0"/>
                </a:lnTo>
                <a:close/>
              </a:path>
            </a:pathLst>
          </a:custGeom>
          <a:solidFill>
            <a:srgbClr val="EAF3F1"/>
          </a:solidFill>
          <a:ln w="15875">
            <a:solidFill>
              <a:srgbClr val="1F2937"/>
            </a:solidFill>
            <a:prstDash val="solid"/>
          </a:ln>
        </p:spPr>
      </p:sp>
      <p:sp>
        <p:nvSpPr>
          <p:cNvPr id="27" name="S05-mark169"/>
          <p:cNvSpPr/>
          <p:nvPr/>
        </p:nvSpPr>
        <p:spPr>
          <a:xfrm>
            <a:off x="8244004" y="2199100"/>
            <a:ext cx="200821" cy="119005"/>
          </a:xfrm>
          <a:custGeom>
            <a:avLst/>
            <a:gdLst/>
            <a:ahLst/>
            <a:cxnLst/>
            <a:rect l="l" t="t" r="r" b="b"/>
            <a:pathLst>
              <a:path w="200821" h="119005">
                <a:moveTo>
                  <a:pt x="0" y="0"/>
                </a:moveTo>
                <a:lnTo>
                  <a:pt x="200821" y="59503"/>
                </a:lnTo>
                <a:lnTo>
                  <a:pt x="0" y="119005"/>
                </a:lnTo>
                <a:close/>
              </a:path>
            </a:pathLst>
          </a:custGeom>
          <a:solidFill>
            <a:srgbClr val="E9762B"/>
          </a:solidFill>
          <a:ln w="15875">
            <a:solidFill>
              <a:srgbClr val="1F2937"/>
            </a:solidFill>
            <a:prstDash val="solid"/>
          </a:ln>
        </p:spPr>
      </p:sp>
      <p:sp>
        <p:nvSpPr>
          <p:cNvPr id="28" name="S05-mark170"/>
          <p:cNvSpPr/>
          <p:nvPr/>
        </p:nvSpPr>
        <p:spPr>
          <a:xfrm>
            <a:off x="9938586" y="2210257"/>
            <a:ext cx="245448" cy="245448"/>
          </a:xfrm>
          <a:custGeom>
            <a:avLst/>
            <a:gdLst/>
            <a:ahLst/>
            <a:cxnLst/>
            <a:rect l="l" t="t" r="r" b="b"/>
            <a:pathLst>
              <a:path w="245448" h="245448">
                <a:moveTo>
                  <a:pt x="85535" y="245448"/>
                </a:moveTo>
                <a:lnTo>
                  <a:pt x="159913" y="245448"/>
                </a:lnTo>
                <a:lnTo>
                  <a:pt x="159913" y="159913"/>
                </a:lnTo>
                <a:lnTo>
                  <a:pt x="245448" y="159913"/>
                </a:lnTo>
                <a:lnTo>
                  <a:pt x="245448" y="85535"/>
                </a:lnTo>
                <a:lnTo>
                  <a:pt x="159913" y="85535"/>
                </a:lnTo>
                <a:lnTo>
                  <a:pt x="159913" y="0"/>
                </a:lnTo>
                <a:lnTo>
                  <a:pt x="85535" y="0"/>
                </a:lnTo>
                <a:lnTo>
                  <a:pt x="85535" y="85535"/>
                </a:lnTo>
                <a:lnTo>
                  <a:pt x="0" y="85535"/>
                </a:lnTo>
                <a:lnTo>
                  <a:pt x="0" y="159913"/>
                </a:lnTo>
                <a:lnTo>
                  <a:pt x="85535" y="159913"/>
                </a:lnTo>
                <a:close/>
              </a:path>
            </a:pathLst>
          </a:custGeom>
          <a:solidFill>
            <a:srgbClr val="C8434E"/>
          </a:solidFill>
          <a:ln w="12700">
            <a:solidFill>
              <a:srgbClr val="1F2937"/>
            </a:solidFill>
            <a:prstDash val="solid"/>
          </a:ln>
        </p:spPr>
      </p:sp>
      <p:sp>
        <p:nvSpPr>
          <p:cNvPr id="29" name="S05-mark171"/>
          <p:cNvSpPr/>
          <p:nvPr/>
        </p:nvSpPr>
        <p:spPr>
          <a:xfrm>
            <a:off x="8299787" y="2749498"/>
            <a:ext cx="52065" cy="96692"/>
          </a:xfrm>
          <a:custGeom>
            <a:avLst/>
            <a:gdLst/>
            <a:ahLst/>
            <a:cxnLst/>
            <a:rect l="l" t="t" r="r" b="b"/>
            <a:pathLst>
              <a:path w="52065" h="96692">
                <a:moveTo>
                  <a:pt x="0" y="96692"/>
                </a:moveTo>
                <a:lnTo>
                  <a:pt x="52065" y="96692"/>
                </a:lnTo>
                <a:lnTo>
                  <a:pt x="52065" y="0"/>
                </a:lnTo>
                <a:lnTo>
                  <a:pt x="0" y="0"/>
                </a:lnTo>
                <a:close/>
              </a:path>
            </a:pathLst>
          </a:custGeom>
          <a:solidFill>
            <a:srgbClr val="8B5A2B"/>
          </a:solidFill>
          <a:ln w="12700">
            <a:solidFill>
              <a:srgbClr val="1F2937"/>
            </a:solidFill>
            <a:prstDash val="solid"/>
          </a:ln>
        </p:spPr>
      </p:sp>
      <p:sp>
        <p:nvSpPr>
          <p:cNvPr id="30" name="S05-mark172"/>
          <p:cNvSpPr/>
          <p:nvPr/>
        </p:nvSpPr>
        <p:spPr>
          <a:xfrm>
            <a:off x="8206815" y="2556115"/>
            <a:ext cx="238010" cy="193383"/>
          </a:xfrm>
          <a:custGeom>
            <a:avLst/>
            <a:gdLst/>
            <a:ahLst/>
            <a:cxnLst/>
            <a:rect l="l" t="t" r="r" b="b"/>
            <a:pathLst>
              <a:path w="238010" h="193383">
                <a:moveTo>
                  <a:pt x="0" y="193383"/>
                </a:moveTo>
                <a:lnTo>
                  <a:pt x="238010" y="193383"/>
                </a:lnTo>
                <a:lnTo>
                  <a:pt x="119005" y="0"/>
                </a:lnTo>
                <a:close/>
              </a:path>
            </a:pathLst>
          </a:custGeom>
          <a:solidFill>
            <a:srgbClr val="2A9D8F"/>
          </a:solidFill>
          <a:ln w="15875">
            <a:solidFill>
              <a:srgbClr val="1F2937"/>
            </a:solidFill>
            <a:prstDash val="solid"/>
          </a:ln>
        </p:spPr>
      </p:sp>
      <p:sp>
        <p:nvSpPr>
          <p:cNvPr id="31" name="S05-mark173"/>
          <p:cNvSpPr/>
          <p:nvPr/>
        </p:nvSpPr>
        <p:spPr>
          <a:xfrm>
            <a:off x="9927429" y="2585866"/>
            <a:ext cx="133881" cy="230572"/>
          </a:xfrm>
          <a:custGeom>
            <a:avLst/>
            <a:gdLst/>
            <a:ahLst/>
            <a:cxnLst/>
            <a:rect l="l" t="t" r="r" b="b"/>
            <a:pathLst>
              <a:path w="133881" h="230572">
                <a:moveTo>
                  <a:pt x="0" y="200821"/>
                </a:moveTo>
                <a:lnTo>
                  <a:pt x="133881" y="230572"/>
                </a:lnTo>
                <a:lnTo>
                  <a:pt x="133881" y="29751"/>
                </a:lnTo>
                <a:lnTo>
                  <a:pt x="0" y="0"/>
                </a:lnTo>
                <a:close/>
              </a:path>
            </a:pathLst>
          </a:custGeom>
          <a:solidFill>
            <a:srgbClr val="3D5A80"/>
          </a:solidFill>
          <a:ln w="15875">
            <a:solidFill>
              <a:srgbClr val="1F2937"/>
            </a:solidFill>
            <a:prstDash val="solid"/>
          </a:ln>
        </p:spPr>
      </p:sp>
      <p:sp>
        <p:nvSpPr>
          <p:cNvPr id="32" name="S05-mark174"/>
          <p:cNvSpPr/>
          <p:nvPr/>
        </p:nvSpPr>
        <p:spPr>
          <a:xfrm>
            <a:off x="10061309" y="2585866"/>
            <a:ext cx="133881" cy="230572"/>
          </a:xfrm>
          <a:custGeom>
            <a:avLst/>
            <a:gdLst/>
            <a:ahLst/>
            <a:cxnLst/>
            <a:rect l="l" t="t" r="r" b="b"/>
            <a:pathLst>
              <a:path w="133881" h="230572">
                <a:moveTo>
                  <a:pt x="133881" y="200821"/>
                </a:moveTo>
                <a:lnTo>
                  <a:pt x="0" y="230572"/>
                </a:lnTo>
                <a:lnTo>
                  <a:pt x="0" y="29751"/>
                </a:lnTo>
                <a:lnTo>
                  <a:pt x="133881" y="0"/>
                </a:lnTo>
                <a:close/>
              </a:path>
            </a:pathLst>
          </a:custGeom>
          <a:solidFill>
            <a:srgbClr val="3D5A80"/>
          </a:solidFill>
          <a:ln w="15875">
            <a:solidFill>
              <a:srgbClr val="1F2937"/>
            </a:solidFill>
            <a:prstDash val="solid"/>
          </a:ln>
        </p:spPr>
      </p:sp>
      <p:sp>
        <p:nvSpPr>
          <p:cNvPr id="33" name="S05-mark175"/>
          <p:cNvSpPr/>
          <p:nvPr/>
        </p:nvSpPr>
        <p:spPr>
          <a:xfrm>
            <a:off x="9998088" y="2950319"/>
            <a:ext cx="126443" cy="96692"/>
          </a:xfrm>
          <a:custGeom>
            <a:avLst/>
            <a:gdLst/>
            <a:ahLst/>
            <a:cxnLst/>
            <a:rect l="l" t="t" r="r" b="b"/>
            <a:pathLst>
              <a:path w="126443" h="96692">
                <a:moveTo>
                  <a:pt x="126443" y="96692"/>
                </a:moveTo>
                <a:lnTo>
                  <a:pt x="118179" y="48346"/>
                </a:lnTo>
                <a:lnTo>
                  <a:pt x="94626" y="12810"/>
                </a:lnTo>
                <a:lnTo>
                  <a:pt x="63221" y="0"/>
                </a:lnTo>
                <a:lnTo>
                  <a:pt x="31404" y="12810"/>
                </a:lnTo>
                <a:lnTo>
                  <a:pt x="8264" y="48346"/>
                </a:lnTo>
                <a:lnTo>
                  <a:pt x="0" y="96692"/>
                </a:lnTo>
              </a:path>
            </a:pathLst>
          </a:custGeom>
          <a:noFill/>
          <a:ln w="25400">
            <a:solidFill>
              <a:srgbClr val="1F2937"/>
            </a:solidFill>
            <a:prstDash val="solid"/>
          </a:ln>
        </p:spPr>
      </p:sp>
      <p:sp>
        <p:nvSpPr>
          <p:cNvPr id="34" name="S05-mark176"/>
          <p:cNvSpPr/>
          <p:nvPr/>
        </p:nvSpPr>
        <p:spPr>
          <a:xfrm>
            <a:off x="9938586" y="3047011"/>
            <a:ext cx="245448" cy="163632"/>
          </a:xfrm>
          <a:custGeom>
            <a:avLst/>
            <a:gdLst/>
            <a:ahLst/>
            <a:cxnLst/>
            <a:rect l="l" t="t" r="r" b="b"/>
            <a:pathLst>
              <a:path w="245448" h="163632">
                <a:moveTo>
                  <a:pt x="0" y="0"/>
                </a:moveTo>
                <a:lnTo>
                  <a:pt x="245448" y="0"/>
                </a:lnTo>
                <a:lnTo>
                  <a:pt x="215697" y="163632"/>
                </a:lnTo>
                <a:lnTo>
                  <a:pt x="29751" y="163632"/>
                </a:lnTo>
                <a:close/>
              </a:path>
            </a:pathLst>
          </a:custGeom>
          <a:solidFill>
            <a:srgbClr val="F2C14E"/>
          </a:solidFill>
          <a:ln w="15875">
            <a:solidFill>
              <a:srgbClr val="1F2937"/>
            </a:solidFill>
            <a:prstDash val="solid"/>
          </a:ln>
        </p:spPr>
      </p:sp>
      <p:sp>
        <p:nvSpPr>
          <p:cNvPr id="35" name="S05-mark177"/>
          <p:cNvSpPr/>
          <p:nvPr/>
        </p:nvSpPr>
        <p:spPr>
          <a:xfrm>
            <a:off x="8214253" y="3307334"/>
            <a:ext cx="223134" cy="275199"/>
          </a:xfrm>
          <a:custGeom>
            <a:avLst/>
            <a:gdLst/>
            <a:ahLst/>
            <a:cxnLst/>
            <a:rect l="l" t="t" r="r" b="b"/>
            <a:pathLst>
              <a:path w="223134" h="275199">
                <a:moveTo>
                  <a:pt x="0" y="275199"/>
                </a:moveTo>
                <a:lnTo>
                  <a:pt x="223134" y="275199"/>
                </a:lnTo>
                <a:lnTo>
                  <a:pt x="223134" y="126443"/>
                </a:lnTo>
                <a:lnTo>
                  <a:pt x="111567" y="0"/>
                </a:lnTo>
                <a:lnTo>
                  <a:pt x="0" y="126443"/>
                </a:lnTo>
                <a:close/>
              </a:path>
            </a:pathLst>
          </a:custGeom>
          <a:solidFill>
            <a:srgbClr val="FDEBDD"/>
          </a:solidFill>
          <a:ln w="19050">
            <a:solidFill>
              <a:srgbClr val="1F2937"/>
            </a:solidFill>
            <a:prstDash val="solid"/>
          </a:ln>
        </p:spPr>
      </p:sp>
      <p:sp>
        <p:nvSpPr>
          <p:cNvPr id="36" name="S05-mark178"/>
          <p:cNvSpPr/>
          <p:nvPr/>
        </p:nvSpPr>
        <p:spPr>
          <a:xfrm>
            <a:off x="5366397" y="2315626"/>
            <a:ext cx="381808" cy="381808"/>
          </a:xfrm>
          <a:prstGeom prst="ellipse">
            <a:avLst/>
          </a:prstGeom>
          <a:solidFill>
            <a:srgbClr val="FFFFFF"/>
          </a:solidFill>
          <a:ln w="25400">
            <a:solidFill>
              <a:srgbClr val="1F2937"/>
            </a:solidFill>
            <a:prstDash val="solid"/>
          </a:ln>
        </p:spPr>
      </p:sp>
      <p:sp>
        <p:nvSpPr>
          <p:cNvPr id="37" name="S05-mark179"/>
          <p:cNvSpPr/>
          <p:nvPr/>
        </p:nvSpPr>
        <p:spPr>
          <a:xfrm>
            <a:off x="5476311" y="2425540"/>
            <a:ext cx="161979" cy="161979"/>
          </a:xfrm>
          <a:prstGeom prst="ellipse">
            <a:avLst/>
          </a:prstGeom>
          <a:solidFill>
            <a:srgbClr val="264653"/>
          </a:solidFill>
          <a:ln w="12700">
            <a:solidFill>
              <a:srgbClr val="1F2937"/>
            </a:solidFill>
            <a:prstDash val="solid"/>
          </a:ln>
        </p:spPr>
      </p:sp>
      <p:sp>
        <p:nvSpPr>
          <p:cNvPr id="38" name="S05-mark180"/>
          <p:cNvSpPr/>
          <p:nvPr/>
        </p:nvSpPr>
        <p:spPr>
          <a:xfrm>
            <a:off x="8203096" y="2954038"/>
            <a:ext cx="245448" cy="245448"/>
          </a:xfrm>
          <a:prstGeom prst="ellipse">
            <a:avLst/>
          </a:prstGeom>
          <a:solidFill>
            <a:srgbClr val="FFFFFF"/>
          </a:solidFill>
          <a:ln w="25400">
            <a:solidFill>
              <a:srgbClr val="1F2937"/>
            </a:solidFill>
            <a:prstDash val="solid"/>
          </a:ln>
        </p:spPr>
      </p:sp>
      <p:sp>
        <p:nvSpPr>
          <p:cNvPr id="39" name="S05-mark181"/>
          <p:cNvSpPr/>
          <p:nvPr/>
        </p:nvSpPr>
        <p:spPr>
          <a:xfrm>
            <a:off x="8273755" y="3024697"/>
            <a:ext cx="104129" cy="104129"/>
          </a:xfrm>
          <a:prstGeom prst="ellipse">
            <a:avLst/>
          </a:prstGeom>
          <a:solidFill>
            <a:srgbClr val="264653"/>
          </a:solidFill>
          <a:ln w="12700">
            <a:solidFill>
              <a:srgbClr val="1F2937"/>
            </a:solidFill>
            <a:prstDash val="solid"/>
          </a:ln>
        </p:spPr>
      </p:sp>
      <p:sp>
        <p:nvSpPr>
          <p:cNvPr id="40" name="S05-mark182"/>
          <p:cNvSpPr/>
          <p:nvPr/>
        </p:nvSpPr>
        <p:spPr>
          <a:xfrm flipV="1">
            <a:off x="3116045" y="2298271"/>
            <a:ext cx="0" cy="416518"/>
          </a:xfrm>
          <a:prstGeom prst="line">
            <a:avLst/>
          </a:prstGeom>
          <a:noFill/>
          <a:ln w="28575">
            <a:solidFill>
              <a:srgbClr val="1F2937"/>
            </a:solidFill>
            <a:prstDash val="solid"/>
          </a:ln>
        </p:spPr>
      </p:sp>
      <p:sp>
        <p:nvSpPr>
          <p:cNvPr id="41" name="S05-mark183"/>
          <p:cNvSpPr/>
          <p:nvPr/>
        </p:nvSpPr>
        <p:spPr>
          <a:xfrm flipV="1">
            <a:off x="640080" y="1638785"/>
            <a:ext cx="0" cy="2313986"/>
          </a:xfrm>
          <a:prstGeom prst="line">
            <a:avLst/>
          </a:prstGeom>
          <a:noFill/>
          <a:ln w="9525">
            <a:solidFill>
              <a:srgbClr val="B8C2CC"/>
            </a:solidFill>
            <a:prstDash val="solid"/>
          </a:ln>
        </p:spPr>
      </p:sp>
      <p:sp>
        <p:nvSpPr>
          <p:cNvPr id="42" name="S05-mark184"/>
          <p:cNvSpPr/>
          <p:nvPr/>
        </p:nvSpPr>
        <p:spPr>
          <a:xfrm flipV="1">
            <a:off x="1218577" y="1638785"/>
            <a:ext cx="0" cy="2313986"/>
          </a:xfrm>
          <a:prstGeom prst="line">
            <a:avLst/>
          </a:prstGeom>
          <a:noFill/>
          <a:ln w="9525">
            <a:solidFill>
              <a:srgbClr val="B8C2CC"/>
            </a:solidFill>
            <a:prstDash val="solid"/>
          </a:ln>
        </p:spPr>
      </p:sp>
      <p:sp>
        <p:nvSpPr>
          <p:cNvPr id="43" name="S05-mark185"/>
          <p:cNvSpPr/>
          <p:nvPr/>
        </p:nvSpPr>
        <p:spPr>
          <a:xfrm flipV="1">
            <a:off x="1797073" y="1638785"/>
            <a:ext cx="0" cy="2313986"/>
          </a:xfrm>
          <a:prstGeom prst="line">
            <a:avLst/>
          </a:prstGeom>
          <a:noFill/>
          <a:ln w="9525">
            <a:solidFill>
              <a:srgbClr val="B8C2CC"/>
            </a:solidFill>
            <a:prstDash val="solid"/>
          </a:ln>
        </p:spPr>
      </p:sp>
      <p:sp>
        <p:nvSpPr>
          <p:cNvPr id="44" name="S05-mark186"/>
          <p:cNvSpPr/>
          <p:nvPr/>
        </p:nvSpPr>
        <p:spPr>
          <a:xfrm flipV="1">
            <a:off x="2375570" y="1638785"/>
            <a:ext cx="0" cy="2313986"/>
          </a:xfrm>
          <a:prstGeom prst="line">
            <a:avLst/>
          </a:prstGeom>
          <a:noFill/>
          <a:ln w="9525">
            <a:solidFill>
              <a:srgbClr val="B8C2CC"/>
            </a:solidFill>
            <a:prstDash val="solid"/>
          </a:ln>
        </p:spPr>
      </p:sp>
      <p:sp>
        <p:nvSpPr>
          <p:cNvPr id="45" name="S05-mark187"/>
          <p:cNvSpPr/>
          <p:nvPr/>
        </p:nvSpPr>
        <p:spPr>
          <a:xfrm flipV="1">
            <a:off x="2954066" y="1638785"/>
            <a:ext cx="0" cy="2313986"/>
          </a:xfrm>
          <a:prstGeom prst="line">
            <a:avLst/>
          </a:prstGeom>
          <a:noFill/>
          <a:ln w="9525">
            <a:solidFill>
              <a:srgbClr val="B8C2CC"/>
            </a:solidFill>
            <a:prstDash val="solid"/>
          </a:ln>
        </p:spPr>
      </p:sp>
      <p:sp>
        <p:nvSpPr>
          <p:cNvPr id="46" name="S05-mark188"/>
          <p:cNvSpPr/>
          <p:nvPr/>
        </p:nvSpPr>
        <p:spPr>
          <a:xfrm flipV="1">
            <a:off x="3532563" y="1638785"/>
            <a:ext cx="0" cy="2313986"/>
          </a:xfrm>
          <a:prstGeom prst="line">
            <a:avLst/>
          </a:prstGeom>
          <a:noFill/>
          <a:ln w="9525">
            <a:solidFill>
              <a:srgbClr val="B8C2CC"/>
            </a:solidFill>
            <a:prstDash val="solid"/>
          </a:ln>
        </p:spPr>
      </p:sp>
      <p:sp>
        <p:nvSpPr>
          <p:cNvPr id="47" name="S05-mark189"/>
          <p:cNvSpPr/>
          <p:nvPr/>
        </p:nvSpPr>
        <p:spPr>
          <a:xfrm flipV="1">
            <a:off x="4111059" y="1638785"/>
            <a:ext cx="0" cy="2313986"/>
          </a:xfrm>
          <a:prstGeom prst="line">
            <a:avLst/>
          </a:prstGeom>
          <a:noFill/>
          <a:ln w="9525">
            <a:solidFill>
              <a:srgbClr val="B8C2CC"/>
            </a:solidFill>
            <a:prstDash val="solid"/>
          </a:ln>
        </p:spPr>
      </p:sp>
      <p:sp>
        <p:nvSpPr>
          <p:cNvPr id="48" name="S05-mark190"/>
          <p:cNvSpPr/>
          <p:nvPr/>
        </p:nvSpPr>
        <p:spPr>
          <a:xfrm flipV="1">
            <a:off x="4689556" y="1638785"/>
            <a:ext cx="0" cy="2313986"/>
          </a:xfrm>
          <a:prstGeom prst="line">
            <a:avLst/>
          </a:prstGeom>
          <a:noFill/>
          <a:ln w="9525">
            <a:solidFill>
              <a:srgbClr val="B8C2CC"/>
            </a:solidFill>
            <a:prstDash val="solid"/>
          </a:ln>
        </p:spPr>
      </p:sp>
      <p:sp>
        <p:nvSpPr>
          <p:cNvPr id="49" name="S05-mark191"/>
          <p:cNvSpPr/>
          <p:nvPr/>
        </p:nvSpPr>
        <p:spPr>
          <a:xfrm flipV="1">
            <a:off x="5268052" y="1638785"/>
            <a:ext cx="0" cy="2313986"/>
          </a:xfrm>
          <a:prstGeom prst="line">
            <a:avLst/>
          </a:prstGeom>
          <a:noFill/>
          <a:ln w="9525">
            <a:solidFill>
              <a:srgbClr val="B8C2CC"/>
            </a:solidFill>
            <a:prstDash val="solid"/>
          </a:ln>
        </p:spPr>
      </p:sp>
      <p:sp>
        <p:nvSpPr>
          <p:cNvPr id="50" name="S05-mark192"/>
          <p:cNvSpPr/>
          <p:nvPr/>
        </p:nvSpPr>
        <p:spPr>
          <a:xfrm flipV="1">
            <a:off x="5846549" y="1638785"/>
            <a:ext cx="0" cy="2313986"/>
          </a:xfrm>
          <a:prstGeom prst="line">
            <a:avLst/>
          </a:prstGeom>
          <a:noFill/>
          <a:ln w="9525">
            <a:solidFill>
              <a:srgbClr val="B8C2CC"/>
            </a:solidFill>
            <a:prstDash val="solid"/>
          </a:ln>
        </p:spPr>
      </p:sp>
      <p:sp>
        <p:nvSpPr>
          <p:cNvPr id="51" name="S05-mark193"/>
          <p:cNvSpPr/>
          <p:nvPr/>
        </p:nvSpPr>
        <p:spPr>
          <a:xfrm flipV="1">
            <a:off x="6425045" y="1638785"/>
            <a:ext cx="0" cy="2313986"/>
          </a:xfrm>
          <a:prstGeom prst="line">
            <a:avLst/>
          </a:prstGeom>
          <a:noFill/>
          <a:ln w="9525">
            <a:solidFill>
              <a:srgbClr val="B8C2CC"/>
            </a:solidFill>
            <a:prstDash val="solid"/>
          </a:ln>
        </p:spPr>
      </p:sp>
      <p:sp>
        <p:nvSpPr>
          <p:cNvPr id="52" name="S05-mark194"/>
          <p:cNvSpPr/>
          <p:nvPr/>
        </p:nvSpPr>
        <p:spPr>
          <a:xfrm>
            <a:off x="640080" y="3952771"/>
            <a:ext cx="5784965" cy="0"/>
          </a:xfrm>
          <a:prstGeom prst="line">
            <a:avLst/>
          </a:prstGeom>
          <a:noFill/>
          <a:ln w="9525">
            <a:solidFill>
              <a:srgbClr val="B8C2CC"/>
            </a:solidFill>
            <a:prstDash val="solid"/>
          </a:ln>
        </p:spPr>
      </p:sp>
      <p:sp>
        <p:nvSpPr>
          <p:cNvPr id="53" name="S05-mark195"/>
          <p:cNvSpPr/>
          <p:nvPr/>
        </p:nvSpPr>
        <p:spPr>
          <a:xfrm>
            <a:off x="640080" y="3374275"/>
            <a:ext cx="5784965" cy="0"/>
          </a:xfrm>
          <a:prstGeom prst="line">
            <a:avLst/>
          </a:prstGeom>
          <a:noFill/>
          <a:ln w="9525">
            <a:solidFill>
              <a:srgbClr val="B8C2CC"/>
            </a:solidFill>
            <a:prstDash val="solid"/>
          </a:ln>
        </p:spPr>
      </p:sp>
      <p:sp>
        <p:nvSpPr>
          <p:cNvPr id="54" name="S05-mark196"/>
          <p:cNvSpPr/>
          <p:nvPr/>
        </p:nvSpPr>
        <p:spPr>
          <a:xfrm>
            <a:off x="640080" y="2795778"/>
            <a:ext cx="5784965" cy="0"/>
          </a:xfrm>
          <a:prstGeom prst="line">
            <a:avLst/>
          </a:prstGeom>
          <a:noFill/>
          <a:ln w="9525">
            <a:solidFill>
              <a:srgbClr val="B8C2CC"/>
            </a:solidFill>
            <a:prstDash val="solid"/>
          </a:ln>
        </p:spPr>
      </p:sp>
      <p:sp>
        <p:nvSpPr>
          <p:cNvPr id="55" name="S05-mark197"/>
          <p:cNvSpPr/>
          <p:nvPr/>
        </p:nvSpPr>
        <p:spPr>
          <a:xfrm>
            <a:off x="640080" y="2217281"/>
            <a:ext cx="5784965" cy="0"/>
          </a:xfrm>
          <a:prstGeom prst="line">
            <a:avLst/>
          </a:prstGeom>
          <a:noFill/>
          <a:ln w="9525">
            <a:solidFill>
              <a:srgbClr val="B8C2CC"/>
            </a:solidFill>
            <a:prstDash val="solid"/>
          </a:ln>
        </p:spPr>
      </p:sp>
      <p:sp>
        <p:nvSpPr>
          <p:cNvPr id="56" name="S05-mark198"/>
          <p:cNvSpPr/>
          <p:nvPr/>
        </p:nvSpPr>
        <p:spPr>
          <a:xfrm>
            <a:off x="640080" y="1638785"/>
            <a:ext cx="5784965" cy="0"/>
          </a:xfrm>
          <a:prstGeom prst="line">
            <a:avLst/>
          </a:prstGeom>
          <a:noFill/>
          <a:ln w="9525">
            <a:solidFill>
              <a:srgbClr val="B8C2CC"/>
            </a:solidFill>
            <a:prstDash val="solid"/>
          </a:ln>
        </p:spPr>
      </p:sp>
      <p:sp>
        <p:nvSpPr>
          <p:cNvPr id="57" name="S05-mark199"/>
          <p:cNvSpPr/>
          <p:nvPr/>
        </p:nvSpPr>
        <p:spPr>
          <a:xfrm flipV="1">
            <a:off x="7210148" y="2444548"/>
            <a:ext cx="0" cy="702460"/>
          </a:xfrm>
          <a:prstGeom prst="line">
            <a:avLst/>
          </a:prstGeom>
          <a:noFill/>
          <a:ln w="38100">
            <a:solidFill>
              <a:srgbClr val="1F2937"/>
            </a:solidFill>
            <a:prstDash val="solid"/>
            <a:tailEnd type="triangle"/>
          </a:ln>
        </p:spPr>
      </p:sp>
      <p:sp>
        <p:nvSpPr>
          <p:cNvPr id="58" name="S05-mark200"/>
          <p:cNvSpPr/>
          <p:nvPr/>
        </p:nvSpPr>
        <p:spPr>
          <a:xfrm>
            <a:off x="6858918" y="2795778"/>
            <a:ext cx="702460" cy="0"/>
          </a:xfrm>
          <a:prstGeom prst="line">
            <a:avLst/>
          </a:prstGeom>
          <a:noFill/>
          <a:ln w="25400">
            <a:solidFill>
              <a:srgbClr val="1F2937"/>
            </a:solidFill>
            <a:prstDash val="solid"/>
          </a:ln>
        </p:spPr>
      </p:sp>
      <p:sp>
        <p:nvSpPr>
          <p:cNvPr id="59" name="S05-mark201"/>
          <p:cNvSpPr/>
          <p:nvPr/>
        </p:nvSpPr>
        <p:spPr>
          <a:xfrm flipV="1">
            <a:off x="8244004" y="2199100"/>
            <a:ext cx="0" cy="267761"/>
          </a:xfrm>
          <a:prstGeom prst="line">
            <a:avLst/>
          </a:prstGeom>
          <a:noFill/>
          <a:ln w="28575">
            <a:solidFill>
              <a:srgbClr val="1F2937"/>
            </a:solidFill>
            <a:prstDash val="solid"/>
          </a:ln>
        </p:spPr>
      </p:sp>
      <p:sp>
        <p:nvSpPr>
          <p:cNvPr id="60" name="S05-label203"/>
          <p:cNvSpPr txBox="1"/>
          <p:nvPr/>
        </p:nvSpPr>
        <p:spPr>
          <a:xfrm>
            <a:off x="7005932" y="206810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5-label205"/>
          <p:cNvSpPr txBox="1"/>
          <p:nvPr/>
        </p:nvSpPr>
        <p:spPr>
          <a:xfrm>
            <a:off x="7005932" y="314245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5-label207"/>
          <p:cNvSpPr txBox="1"/>
          <p:nvPr/>
        </p:nvSpPr>
        <p:spPr>
          <a:xfrm>
            <a:off x="7543107"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5-label209"/>
          <p:cNvSpPr txBox="1"/>
          <p:nvPr/>
        </p:nvSpPr>
        <p:spPr>
          <a:xfrm>
            <a:off x="6468757"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5-label211"/>
          <p:cNvSpPr txBox="1"/>
          <p:nvPr/>
        </p:nvSpPr>
        <p:spPr>
          <a:xfrm>
            <a:off x="9439154" y="183050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5-label213"/>
          <p:cNvSpPr txBox="1"/>
          <p:nvPr/>
        </p:nvSpPr>
        <p:spPr>
          <a:xfrm>
            <a:off x="8798675" y="214248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5-label215"/>
          <p:cNvSpPr txBox="1"/>
          <p:nvPr/>
        </p:nvSpPr>
        <p:spPr>
          <a:xfrm>
            <a:off x="10534165" y="214248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5-label217"/>
          <p:cNvSpPr txBox="1"/>
          <p:nvPr/>
        </p:nvSpPr>
        <p:spPr>
          <a:xfrm>
            <a:off x="8798675" y="251437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5-label219"/>
          <p:cNvSpPr txBox="1"/>
          <p:nvPr/>
        </p:nvSpPr>
        <p:spPr>
          <a:xfrm>
            <a:off x="10384813" y="2514371"/>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5-label221"/>
          <p:cNvSpPr txBox="1"/>
          <p:nvPr/>
        </p:nvSpPr>
        <p:spPr>
          <a:xfrm>
            <a:off x="8499971" y="2886262"/>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5-label223"/>
          <p:cNvSpPr txBox="1"/>
          <p:nvPr/>
        </p:nvSpPr>
        <p:spPr>
          <a:xfrm>
            <a:off x="10534165" y="2886262"/>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5-label225"/>
          <p:cNvSpPr txBox="1"/>
          <p:nvPr/>
        </p:nvSpPr>
        <p:spPr>
          <a:xfrm>
            <a:off x="8948027" y="3258153"/>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기호를 만들어 봐요</a:t>
            </a:r>
            <a:endParaRPr lang="ko-KR" sz="4000" dirty="0"/>
          </a:p>
        </p:txBody>
      </p:sp>
      <p:sp>
        <p:nvSpPr>
          <p:cNvPr id="3" name="S06-text22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종이에 기호를 그리고 뜻도 적어요.</a:t>
            </a:r>
            <a:endParaRPr lang="ko-KR" sz="3000" dirty="0"/>
          </a:p>
        </p:txBody>
      </p:sp>
      <p:sp>
        <p:nvSpPr>
          <p:cNvPr id="4" name="S06-card227"/>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6-cardtext22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간단하게 · 특징이 드러나게 · 헷갈리지 않게</a:t>
            </a:r>
            <a:endParaRPr lang="ko-KR" sz="3000" dirty="0"/>
          </a:p>
        </p:txBody>
      </p:sp>
      <p:sp>
        <p:nvSpPr>
          <p:cNvPr id="6" name="S06-chip229"/>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6-text230"/>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소방서</a:t>
            </a:r>
            <a:endParaRPr lang="ko-KR" sz="3000" dirty="0"/>
          </a:p>
        </p:txBody>
      </p:sp>
      <p:sp>
        <p:nvSpPr>
          <p:cNvPr id="8" name="S06-chip231"/>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6-text232"/>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우체국</a:t>
            </a:r>
            <a:endParaRPr lang="ko-KR" sz="3000" dirty="0"/>
          </a:p>
        </p:txBody>
      </p:sp>
      <p:sp>
        <p:nvSpPr>
          <p:cNvPr id="10" name="S06-chip233"/>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6-text234"/>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놀이터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방위표와 동서남북</a:t>
            </a:r>
            <a:endParaRPr lang="ko-KR" sz="4000" dirty="0"/>
          </a:p>
        </p:txBody>
      </p:sp>
      <p:sp>
        <p:nvSpPr>
          <p:cNvPr id="3" name="S07-card23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23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그림지도에서는 보통 위쪽이 북쪽이에요.</a:t>
            </a:r>
            <a:endParaRPr lang="ko-KR" sz="3000" dirty="0"/>
          </a:p>
        </p:txBody>
      </p:sp>
      <p:sp>
        <p:nvSpPr>
          <p:cNvPr id="5" name="S07-figure237" descr="방위표: 위쪽 화살표 끝이 북, 아래가 남, 오른쪽이 동, 왼쪽이 서"/>
          <p:cNvSpPr/>
          <p:nvPr/>
        </p:nvSpPr>
        <p:spPr>
          <a:xfrm flipV="1">
            <a:off x="3230118" y="1959102"/>
            <a:ext cx="0" cy="2528316"/>
          </a:xfrm>
          <a:prstGeom prst="line">
            <a:avLst/>
          </a:prstGeom>
          <a:noFill/>
          <a:ln w="38100">
            <a:solidFill>
              <a:srgbClr val="1F2937"/>
            </a:solidFill>
            <a:prstDash val="solid"/>
            <a:tailEnd type="triangle"/>
          </a:ln>
        </p:spPr>
      </p:sp>
      <p:sp>
        <p:nvSpPr>
          <p:cNvPr id="6" name="S07-mark238"/>
          <p:cNvSpPr/>
          <p:nvPr/>
        </p:nvSpPr>
        <p:spPr>
          <a:xfrm>
            <a:off x="1965960" y="3223260"/>
            <a:ext cx="2528316" cy="0"/>
          </a:xfrm>
          <a:prstGeom prst="line">
            <a:avLst/>
          </a:prstGeom>
          <a:noFill/>
          <a:ln w="25400">
            <a:solidFill>
              <a:srgbClr val="1F2937"/>
            </a:solidFill>
            <a:prstDash val="solid"/>
          </a:ln>
        </p:spPr>
      </p:sp>
      <p:sp>
        <p:nvSpPr>
          <p:cNvPr id="7" name="S07-label240"/>
          <p:cNvSpPr txBox="1"/>
          <p:nvPr/>
        </p:nvSpPr>
        <p:spPr>
          <a:xfrm>
            <a:off x="3025902" y="12268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8" name="S07-label242"/>
          <p:cNvSpPr txBox="1"/>
          <p:nvPr/>
        </p:nvSpPr>
        <p:spPr>
          <a:xfrm>
            <a:off x="3025902"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9" name="S07-label244"/>
          <p:cNvSpPr txBox="1"/>
          <p:nvPr/>
        </p:nvSpPr>
        <p:spPr>
          <a:xfrm>
            <a:off x="4831842"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10" name="S07-label246"/>
          <p:cNvSpPr txBox="1"/>
          <p:nvPr/>
        </p:nvSpPr>
        <p:spPr>
          <a:xfrm>
            <a:off x="1219962"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11" name="S07-card247"/>
          <p:cNvSpPr/>
          <p:nvPr/>
        </p:nvSpPr>
        <p:spPr>
          <a:xfrm>
            <a:off x="6277356" y="1496568"/>
            <a:ext cx="5362956" cy="868680"/>
          </a:xfrm>
          <a:prstGeom prst="roundRect">
            <a:avLst>
              <a:gd name="adj" fmla="val 12632"/>
            </a:avLst>
          </a:prstGeom>
          <a:solidFill>
            <a:srgbClr val="EAF3F1"/>
          </a:solidFill>
          <a:ln w="12700">
            <a:solidFill>
              <a:srgbClr val="EAF3F1"/>
            </a:solidFill>
            <a:prstDash val="solid"/>
          </a:ln>
        </p:spPr>
      </p:sp>
      <p:sp>
        <p:nvSpPr>
          <p:cNvPr id="12" name="S07-cardtext248"/>
          <p:cNvSpPr txBox="1"/>
          <p:nvPr/>
        </p:nvSpPr>
        <p:spPr>
          <a:xfrm>
            <a:off x="6551676" y="1633728"/>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화살표 쪽이 북쪽</a:t>
            </a:r>
            <a:endParaRPr lang="ko-KR" sz="3000" dirty="0"/>
          </a:p>
        </p:txBody>
      </p:sp>
      <p:sp>
        <p:nvSpPr>
          <p:cNvPr id="13" name="S07-card249"/>
          <p:cNvSpPr/>
          <p:nvPr/>
        </p:nvSpPr>
        <p:spPr>
          <a:xfrm>
            <a:off x="6277356" y="2593848"/>
            <a:ext cx="5362956" cy="1258824"/>
          </a:xfrm>
          <a:prstGeom prst="roundRect">
            <a:avLst>
              <a:gd name="adj" fmla="val 8717"/>
            </a:avLst>
          </a:prstGeom>
          <a:solidFill>
            <a:srgbClr val="EAF3F1"/>
          </a:solidFill>
          <a:ln w="12700">
            <a:solidFill>
              <a:srgbClr val="EAF3F1"/>
            </a:solidFill>
            <a:prstDash val="solid"/>
          </a:ln>
        </p:spPr>
      </p:sp>
      <p:sp>
        <p:nvSpPr>
          <p:cNvPr id="14" name="S07-cardtext250"/>
          <p:cNvSpPr txBox="1"/>
          <p:nvPr/>
        </p:nvSpPr>
        <p:spPr>
          <a:xfrm>
            <a:off x="6551676" y="2731008"/>
            <a:ext cx="481431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북쪽을 보고 서면 오른쪽이 동쪽</a:t>
            </a:r>
            <a:endParaRPr lang="ko-KR" sz="3000" dirty="0"/>
          </a:p>
        </p:txBody>
      </p:sp>
      <p:sp>
        <p:nvSpPr>
          <p:cNvPr id="15" name="S07-card251"/>
          <p:cNvSpPr/>
          <p:nvPr/>
        </p:nvSpPr>
        <p:spPr>
          <a:xfrm>
            <a:off x="6277356" y="4081272"/>
            <a:ext cx="5362956" cy="868680"/>
          </a:xfrm>
          <a:prstGeom prst="roundRect">
            <a:avLst>
              <a:gd name="adj" fmla="val 12632"/>
            </a:avLst>
          </a:prstGeom>
          <a:solidFill>
            <a:srgbClr val="EAF3F1"/>
          </a:solidFill>
          <a:ln w="12700">
            <a:solidFill>
              <a:srgbClr val="EAF3F1"/>
            </a:solidFill>
            <a:prstDash val="solid"/>
          </a:ln>
        </p:spPr>
      </p:sp>
      <p:sp>
        <p:nvSpPr>
          <p:cNvPr id="16" name="S07-cardtext252"/>
          <p:cNvSpPr txBox="1"/>
          <p:nvPr/>
        </p:nvSpPr>
        <p:spPr>
          <a:xfrm>
            <a:off x="6551676" y="4218432"/>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왼쪽은 서쪽, 뒤는 남쪽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방위로 위치 말하기</a:t>
            </a:r>
            <a:endParaRPr lang="ko-KR" sz="4000" dirty="0"/>
          </a:p>
        </p:txBody>
      </p:sp>
      <p:sp>
        <p:nvSpPr>
          <p:cNvPr id="3" name="S08-card253"/>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8-cardtext254"/>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 → 방위 → 있어요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공원은 학교의 북쪽에 있어요.</a:t>
            </a:r>
            <a:endParaRPr lang="ko-KR" sz="3000" dirty="0"/>
          </a:p>
        </p:txBody>
      </p:sp>
      <p:sp>
        <p:nvSpPr>
          <p:cNvPr id="5" name="S08-figure255"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6" name="S08-mark256"/>
          <p:cNvSpPr/>
          <p:nvPr/>
        </p:nvSpPr>
        <p:spPr>
          <a:xfrm>
            <a:off x="1218577"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7" name="S08-mark257"/>
          <p:cNvSpPr/>
          <p:nvPr/>
        </p:nvSpPr>
        <p:spPr>
          <a:xfrm>
            <a:off x="1797073"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8" name="S08-mark258"/>
          <p:cNvSpPr/>
          <p:nvPr/>
        </p:nvSpPr>
        <p:spPr>
          <a:xfrm>
            <a:off x="2375570"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9" name="S08-mark259"/>
          <p:cNvSpPr/>
          <p:nvPr/>
        </p:nvSpPr>
        <p:spPr>
          <a:xfrm>
            <a:off x="2954066"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0" name="S08-mark260"/>
          <p:cNvSpPr/>
          <p:nvPr/>
        </p:nvSpPr>
        <p:spPr>
          <a:xfrm>
            <a:off x="3532563"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1" name="S08-mark261"/>
          <p:cNvSpPr/>
          <p:nvPr/>
        </p:nvSpPr>
        <p:spPr>
          <a:xfrm>
            <a:off x="4111059"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2" name="S08-mark262"/>
          <p:cNvSpPr/>
          <p:nvPr/>
        </p:nvSpPr>
        <p:spPr>
          <a:xfrm>
            <a:off x="4689556"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3" name="S08-mark263"/>
          <p:cNvSpPr/>
          <p:nvPr/>
        </p:nvSpPr>
        <p:spPr>
          <a:xfrm>
            <a:off x="5268052"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4" name="S08-mark264"/>
          <p:cNvSpPr/>
          <p:nvPr/>
        </p:nvSpPr>
        <p:spPr>
          <a:xfrm>
            <a:off x="5846549" y="302818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5" name="S08-mark265"/>
          <p:cNvSpPr/>
          <p:nvPr/>
        </p:nvSpPr>
        <p:spPr>
          <a:xfrm>
            <a:off x="1299566" y="2553821"/>
            <a:ext cx="208259" cy="358668"/>
          </a:xfrm>
          <a:custGeom>
            <a:avLst/>
            <a:gdLst/>
            <a:ahLst/>
            <a:cxnLst/>
            <a:rect l="l" t="t" r="r" b="b"/>
            <a:pathLst>
              <a:path w="208259" h="358668">
                <a:moveTo>
                  <a:pt x="0" y="312388"/>
                </a:moveTo>
                <a:lnTo>
                  <a:pt x="208259" y="358668"/>
                </a:lnTo>
                <a:lnTo>
                  <a:pt x="208259" y="46280"/>
                </a:lnTo>
                <a:lnTo>
                  <a:pt x="0" y="0"/>
                </a:lnTo>
                <a:close/>
              </a:path>
            </a:pathLst>
          </a:custGeom>
          <a:solidFill>
            <a:srgbClr val="3D5A80"/>
          </a:solidFill>
          <a:ln w="15875">
            <a:solidFill>
              <a:srgbClr val="1F2937"/>
            </a:solidFill>
            <a:prstDash val="solid"/>
          </a:ln>
        </p:spPr>
      </p:sp>
      <p:sp>
        <p:nvSpPr>
          <p:cNvPr id="16" name="S08-mark266"/>
          <p:cNvSpPr/>
          <p:nvPr/>
        </p:nvSpPr>
        <p:spPr>
          <a:xfrm>
            <a:off x="1507825" y="2553821"/>
            <a:ext cx="208259" cy="358668"/>
          </a:xfrm>
          <a:custGeom>
            <a:avLst/>
            <a:gdLst/>
            <a:ahLst/>
            <a:cxnLst/>
            <a:rect l="l" t="t" r="r" b="b"/>
            <a:pathLst>
              <a:path w="208259" h="358668">
                <a:moveTo>
                  <a:pt x="208259" y="312388"/>
                </a:moveTo>
                <a:lnTo>
                  <a:pt x="0" y="358668"/>
                </a:lnTo>
                <a:lnTo>
                  <a:pt x="0" y="46280"/>
                </a:lnTo>
                <a:lnTo>
                  <a:pt x="208259" y="0"/>
                </a:lnTo>
                <a:close/>
              </a:path>
            </a:pathLst>
          </a:custGeom>
          <a:solidFill>
            <a:srgbClr val="3D5A80"/>
          </a:solidFill>
          <a:ln w="15875">
            <a:solidFill>
              <a:srgbClr val="1F2937"/>
            </a:solidFill>
            <a:prstDash val="solid"/>
          </a:ln>
        </p:spPr>
      </p:sp>
      <p:sp>
        <p:nvSpPr>
          <p:cNvPr id="17" name="S08-mark267"/>
          <p:cNvSpPr/>
          <p:nvPr/>
        </p:nvSpPr>
        <p:spPr>
          <a:xfrm>
            <a:off x="3116045" y="2530681"/>
            <a:ext cx="312388" cy="185119"/>
          </a:xfrm>
          <a:custGeom>
            <a:avLst/>
            <a:gdLst/>
            <a:ahLst/>
            <a:cxnLst/>
            <a:rect l="l" t="t" r="r" b="b"/>
            <a:pathLst>
              <a:path w="312388" h="185119">
                <a:moveTo>
                  <a:pt x="0" y="0"/>
                </a:moveTo>
                <a:lnTo>
                  <a:pt x="312388" y="92559"/>
                </a:lnTo>
                <a:lnTo>
                  <a:pt x="0" y="185119"/>
                </a:lnTo>
                <a:close/>
              </a:path>
            </a:pathLst>
          </a:custGeom>
          <a:solidFill>
            <a:srgbClr val="E9762B"/>
          </a:solidFill>
          <a:ln w="15875">
            <a:solidFill>
              <a:srgbClr val="1F2937"/>
            </a:solidFill>
            <a:prstDash val="solid"/>
          </a:ln>
        </p:spPr>
      </p:sp>
      <p:sp>
        <p:nvSpPr>
          <p:cNvPr id="18" name="S08-mark268"/>
          <p:cNvSpPr/>
          <p:nvPr/>
        </p:nvSpPr>
        <p:spPr>
          <a:xfrm>
            <a:off x="3202820" y="2229863"/>
            <a:ext cx="80990" cy="150409"/>
          </a:xfrm>
          <a:custGeom>
            <a:avLst/>
            <a:gdLst/>
            <a:ahLst/>
            <a:cxnLst/>
            <a:rect l="l" t="t" r="r" b="b"/>
            <a:pathLst>
              <a:path w="80990" h="150409">
                <a:moveTo>
                  <a:pt x="0" y="150409"/>
                </a:moveTo>
                <a:lnTo>
                  <a:pt x="80990" y="150409"/>
                </a:lnTo>
                <a:lnTo>
                  <a:pt x="80990" y="0"/>
                </a:lnTo>
                <a:lnTo>
                  <a:pt x="0" y="0"/>
                </a:lnTo>
                <a:close/>
              </a:path>
            </a:pathLst>
          </a:custGeom>
          <a:solidFill>
            <a:srgbClr val="8B5A2B"/>
          </a:solidFill>
          <a:ln w="12700">
            <a:solidFill>
              <a:srgbClr val="1F2937"/>
            </a:solidFill>
            <a:prstDash val="solid"/>
          </a:ln>
        </p:spPr>
      </p:sp>
      <p:sp>
        <p:nvSpPr>
          <p:cNvPr id="19" name="S08-mark269"/>
          <p:cNvSpPr/>
          <p:nvPr/>
        </p:nvSpPr>
        <p:spPr>
          <a:xfrm>
            <a:off x="3058196" y="1929045"/>
            <a:ext cx="370238" cy="300818"/>
          </a:xfrm>
          <a:custGeom>
            <a:avLst/>
            <a:gdLst/>
            <a:ahLst/>
            <a:cxnLst/>
            <a:rect l="l" t="t" r="r" b="b"/>
            <a:pathLst>
              <a:path w="370238" h="300818">
                <a:moveTo>
                  <a:pt x="0" y="300818"/>
                </a:moveTo>
                <a:lnTo>
                  <a:pt x="370238" y="300818"/>
                </a:lnTo>
                <a:lnTo>
                  <a:pt x="185119" y="0"/>
                </a:lnTo>
                <a:close/>
              </a:path>
            </a:pathLst>
          </a:custGeom>
          <a:solidFill>
            <a:srgbClr val="2A9D8F"/>
          </a:solidFill>
          <a:ln w="15875">
            <a:solidFill>
              <a:srgbClr val="1F2937"/>
            </a:solidFill>
            <a:prstDash val="solid"/>
          </a:ln>
        </p:spPr>
      </p:sp>
      <p:sp>
        <p:nvSpPr>
          <p:cNvPr id="20" name="S08-mark270"/>
          <p:cNvSpPr/>
          <p:nvPr/>
        </p:nvSpPr>
        <p:spPr>
          <a:xfrm>
            <a:off x="2566473" y="3699244"/>
            <a:ext cx="196689" cy="150409"/>
          </a:xfrm>
          <a:custGeom>
            <a:avLst/>
            <a:gdLst/>
            <a:ahLst/>
            <a:cxnLst/>
            <a:rect l="l" t="t" r="r" b="b"/>
            <a:pathLst>
              <a:path w="196689" h="150409">
                <a:moveTo>
                  <a:pt x="196689" y="150409"/>
                </a:moveTo>
                <a:lnTo>
                  <a:pt x="183466" y="75205"/>
                </a:lnTo>
                <a:lnTo>
                  <a:pt x="147517" y="20247"/>
                </a:lnTo>
                <a:lnTo>
                  <a:pt x="98344" y="0"/>
                </a:lnTo>
                <a:lnTo>
                  <a:pt x="49172" y="20247"/>
                </a:lnTo>
                <a:lnTo>
                  <a:pt x="13223" y="75205"/>
                </a:lnTo>
                <a:lnTo>
                  <a:pt x="0" y="150409"/>
                </a:lnTo>
              </a:path>
            </a:pathLst>
          </a:custGeom>
          <a:noFill/>
          <a:ln w="25400">
            <a:solidFill>
              <a:srgbClr val="1F2937"/>
            </a:solidFill>
            <a:prstDash val="solid"/>
          </a:ln>
        </p:spPr>
      </p:sp>
      <p:sp>
        <p:nvSpPr>
          <p:cNvPr id="21" name="S08-mark271"/>
          <p:cNvSpPr/>
          <p:nvPr/>
        </p:nvSpPr>
        <p:spPr>
          <a:xfrm>
            <a:off x="2473914" y="3849653"/>
            <a:ext cx="381808" cy="254538"/>
          </a:xfrm>
          <a:custGeom>
            <a:avLst/>
            <a:gdLst/>
            <a:ahLst/>
            <a:cxnLst/>
            <a:rect l="l" t="t" r="r" b="b"/>
            <a:pathLst>
              <a:path w="381808" h="254538">
                <a:moveTo>
                  <a:pt x="0" y="0"/>
                </a:moveTo>
                <a:lnTo>
                  <a:pt x="381808" y="0"/>
                </a:lnTo>
                <a:lnTo>
                  <a:pt x="335528" y="254538"/>
                </a:lnTo>
                <a:lnTo>
                  <a:pt x="46280" y="254538"/>
                </a:lnTo>
                <a:close/>
              </a:path>
            </a:pathLst>
          </a:custGeom>
          <a:solidFill>
            <a:srgbClr val="F2C14E"/>
          </a:solidFill>
          <a:ln w="15875">
            <a:solidFill>
              <a:srgbClr val="1F2937"/>
            </a:solidFill>
            <a:prstDash val="solid"/>
          </a:ln>
        </p:spPr>
      </p:sp>
      <p:sp>
        <p:nvSpPr>
          <p:cNvPr id="22" name="S08-mark272"/>
          <p:cNvSpPr/>
          <p:nvPr/>
        </p:nvSpPr>
        <p:spPr>
          <a:xfrm>
            <a:off x="3069765" y="3676104"/>
            <a:ext cx="347098" cy="428087"/>
          </a:xfrm>
          <a:custGeom>
            <a:avLst/>
            <a:gdLst/>
            <a:ahLst/>
            <a:cxnLst/>
            <a:rect l="l" t="t" r="r" b="b"/>
            <a:pathLst>
              <a:path w="347098" h="428087">
                <a:moveTo>
                  <a:pt x="0" y="428087"/>
                </a:moveTo>
                <a:lnTo>
                  <a:pt x="347098" y="428087"/>
                </a:lnTo>
                <a:lnTo>
                  <a:pt x="347098" y="196689"/>
                </a:lnTo>
                <a:lnTo>
                  <a:pt x="173549" y="0"/>
                </a:lnTo>
                <a:lnTo>
                  <a:pt x="0" y="196689"/>
                </a:lnTo>
                <a:close/>
              </a:path>
            </a:pathLst>
          </a:custGeom>
          <a:solidFill>
            <a:srgbClr val="FDEBDD"/>
          </a:solidFill>
          <a:ln w="19050">
            <a:solidFill>
              <a:srgbClr val="1F2937"/>
            </a:solidFill>
            <a:prstDash val="solid"/>
          </a:ln>
        </p:spPr>
      </p:sp>
      <p:sp>
        <p:nvSpPr>
          <p:cNvPr id="23" name="S08-mark273"/>
          <p:cNvSpPr/>
          <p:nvPr/>
        </p:nvSpPr>
        <p:spPr>
          <a:xfrm>
            <a:off x="5366397" y="3705029"/>
            <a:ext cx="381808" cy="381808"/>
          </a:xfrm>
          <a:custGeom>
            <a:avLst/>
            <a:gdLst/>
            <a:ahLst/>
            <a:cxnLst/>
            <a:rect l="l" t="t" r="r" b="b"/>
            <a:pathLst>
              <a:path w="381808" h="381808">
                <a:moveTo>
                  <a:pt x="133054" y="381808"/>
                </a:moveTo>
                <a:lnTo>
                  <a:pt x="248754" y="381808"/>
                </a:lnTo>
                <a:lnTo>
                  <a:pt x="248754" y="248754"/>
                </a:lnTo>
                <a:lnTo>
                  <a:pt x="381808" y="248754"/>
                </a:lnTo>
                <a:lnTo>
                  <a:pt x="381808" y="133054"/>
                </a:lnTo>
                <a:lnTo>
                  <a:pt x="248754" y="133054"/>
                </a:lnTo>
                <a:lnTo>
                  <a:pt x="248754" y="0"/>
                </a:lnTo>
                <a:lnTo>
                  <a:pt x="133054" y="0"/>
                </a:lnTo>
                <a:lnTo>
                  <a:pt x="133054" y="133054"/>
                </a:lnTo>
                <a:lnTo>
                  <a:pt x="0" y="133054"/>
                </a:lnTo>
                <a:lnTo>
                  <a:pt x="0" y="248754"/>
                </a:lnTo>
                <a:lnTo>
                  <a:pt x="133054" y="248754"/>
                </a:lnTo>
                <a:close/>
              </a:path>
            </a:pathLst>
          </a:custGeom>
          <a:solidFill>
            <a:srgbClr val="C8434E"/>
          </a:solidFill>
          <a:ln w="12700">
            <a:solidFill>
              <a:srgbClr val="1F2937"/>
            </a:solidFill>
            <a:prstDash val="solid"/>
          </a:ln>
        </p:spPr>
      </p:sp>
      <p:sp>
        <p:nvSpPr>
          <p:cNvPr id="24" name="S08-mark274"/>
          <p:cNvSpPr/>
          <p:nvPr/>
        </p:nvSpPr>
        <p:spPr>
          <a:xfrm>
            <a:off x="640080" y="1871195"/>
            <a:ext cx="5784965" cy="2313986"/>
          </a:xfrm>
          <a:custGeom>
            <a:avLst/>
            <a:gdLst/>
            <a:ahLst/>
            <a:cxnLst/>
            <a:rect l="l" t="t" r="r" b="b"/>
            <a:pathLst>
              <a:path w="5784965" h="2313986">
                <a:moveTo>
                  <a:pt x="0" y="2313986"/>
                </a:moveTo>
                <a:lnTo>
                  <a:pt x="5784965" y="2313986"/>
                </a:lnTo>
                <a:lnTo>
                  <a:pt x="5784965" y="0"/>
                </a:lnTo>
                <a:lnTo>
                  <a:pt x="0" y="0"/>
                </a:lnTo>
                <a:close/>
              </a:path>
            </a:pathLst>
          </a:custGeom>
          <a:noFill/>
          <a:ln w="19050">
            <a:solidFill>
              <a:srgbClr val="1F2937"/>
            </a:solidFill>
            <a:prstDash val="solid"/>
          </a:ln>
        </p:spPr>
      </p:sp>
      <p:sp>
        <p:nvSpPr>
          <p:cNvPr id="25" name="S08-mark275"/>
          <p:cNvSpPr/>
          <p:nvPr/>
        </p:nvSpPr>
        <p:spPr>
          <a:xfrm>
            <a:off x="8036572" y="2098461"/>
            <a:ext cx="3512300" cy="1859453"/>
          </a:xfrm>
          <a:custGeom>
            <a:avLst/>
            <a:gdLst/>
            <a:ahLst/>
            <a:cxnLst/>
            <a:rect l="l" t="t" r="r" b="b"/>
            <a:pathLst>
              <a:path w="3512300" h="1859453">
                <a:moveTo>
                  <a:pt x="0" y="1859453"/>
                </a:moveTo>
                <a:lnTo>
                  <a:pt x="3512300" y="1859453"/>
                </a:lnTo>
                <a:lnTo>
                  <a:pt x="3512300" y="0"/>
                </a:lnTo>
                <a:lnTo>
                  <a:pt x="0" y="0"/>
                </a:lnTo>
                <a:close/>
              </a:path>
            </a:pathLst>
          </a:custGeom>
          <a:solidFill>
            <a:srgbClr val="FFFFFF"/>
          </a:solidFill>
          <a:ln w="15875">
            <a:solidFill>
              <a:srgbClr val="1F2937"/>
            </a:solidFill>
            <a:prstDash val="solid"/>
          </a:ln>
        </p:spPr>
      </p:sp>
      <p:sp>
        <p:nvSpPr>
          <p:cNvPr id="26" name="S08-mark276"/>
          <p:cNvSpPr/>
          <p:nvPr/>
        </p:nvSpPr>
        <p:spPr>
          <a:xfrm>
            <a:off x="8036572" y="2098461"/>
            <a:ext cx="3512300" cy="309909"/>
          </a:xfrm>
          <a:custGeom>
            <a:avLst/>
            <a:gdLst/>
            <a:ahLst/>
            <a:cxnLst/>
            <a:rect l="l" t="t" r="r" b="b"/>
            <a:pathLst>
              <a:path w="3512300" h="309909">
                <a:moveTo>
                  <a:pt x="0" y="309909"/>
                </a:moveTo>
                <a:lnTo>
                  <a:pt x="3512300" y="309909"/>
                </a:lnTo>
                <a:lnTo>
                  <a:pt x="3512300" y="0"/>
                </a:lnTo>
                <a:lnTo>
                  <a:pt x="0" y="0"/>
                </a:lnTo>
                <a:close/>
              </a:path>
            </a:pathLst>
          </a:custGeom>
          <a:solidFill>
            <a:srgbClr val="EAF3F1"/>
          </a:solidFill>
          <a:ln w="15875">
            <a:solidFill>
              <a:srgbClr val="1F2937"/>
            </a:solidFill>
            <a:prstDash val="solid"/>
          </a:ln>
        </p:spPr>
      </p:sp>
      <p:sp>
        <p:nvSpPr>
          <p:cNvPr id="27" name="S08-mark277"/>
          <p:cNvSpPr/>
          <p:nvPr/>
        </p:nvSpPr>
        <p:spPr>
          <a:xfrm>
            <a:off x="8244004" y="2431510"/>
            <a:ext cx="200821" cy="119005"/>
          </a:xfrm>
          <a:custGeom>
            <a:avLst/>
            <a:gdLst/>
            <a:ahLst/>
            <a:cxnLst/>
            <a:rect l="l" t="t" r="r" b="b"/>
            <a:pathLst>
              <a:path w="200821" h="119005">
                <a:moveTo>
                  <a:pt x="0" y="0"/>
                </a:moveTo>
                <a:lnTo>
                  <a:pt x="200821" y="59503"/>
                </a:lnTo>
                <a:lnTo>
                  <a:pt x="0" y="119005"/>
                </a:lnTo>
                <a:close/>
              </a:path>
            </a:pathLst>
          </a:custGeom>
          <a:solidFill>
            <a:srgbClr val="E9762B"/>
          </a:solidFill>
          <a:ln w="15875">
            <a:solidFill>
              <a:srgbClr val="1F2937"/>
            </a:solidFill>
            <a:prstDash val="solid"/>
          </a:ln>
        </p:spPr>
      </p:sp>
      <p:sp>
        <p:nvSpPr>
          <p:cNvPr id="28" name="S08-mark278"/>
          <p:cNvSpPr/>
          <p:nvPr/>
        </p:nvSpPr>
        <p:spPr>
          <a:xfrm>
            <a:off x="9938586" y="2442667"/>
            <a:ext cx="245448" cy="245448"/>
          </a:xfrm>
          <a:custGeom>
            <a:avLst/>
            <a:gdLst/>
            <a:ahLst/>
            <a:cxnLst/>
            <a:rect l="l" t="t" r="r" b="b"/>
            <a:pathLst>
              <a:path w="245448" h="245448">
                <a:moveTo>
                  <a:pt x="85535" y="245448"/>
                </a:moveTo>
                <a:lnTo>
                  <a:pt x="159913" y="245448"/>
                </a:lnTo>
                <a:lnTo>
                  <a:pt x="159913" y="159913"/>
                </a:lnTo>
                <a:lnTo>
                  <a:pt x="245448" y="159913"/>
                </a:lnTo>
                <a:lnTo>
                  <a:pt x="245448" y="85535"/>
                </a:lnTo>
                <a:lnTo>
                  <a:pt x="159913" y="85535"/>
                </a:lnTo>
                <a:lnTo>
                  <a:pt x="159913" y="0"/>
                </a:lnTo>
                <a:lnTo>
                  <a:pt x="85535" y="0"/>
                </a:lnTo>
                <a:lnTo>
                  <a:pt x="85535" y="85535"/>
                </a:lnTo>
                <a:lnTo>
                  <a:pt x="0" y="85535"/>
                </a:lnTo>
                <a:lnTo>
                  <a:pt x="0" y="159913"/>
                </a:lnTo>
                <a:lnTo>
                  <a:pt x="85535" y="159913"/>
                </a:lnTo>
                <a:close/>
              </a:path>
            </a:pathLst>
          </a:custGeom>
          <a:solidFill>
            <a:srgbClr val="C8434E"/>
          </a:solidFill>
          <a:ln w="12700">
            <a:solidFill>
              <a:srgbClr val="1F2937"/>
            </a:solidFill>
            <a:prstDash val="solid"/>
          </a:ln>
        </p:spPr>
      </p:sp>
      <p:sp>
        <p:nvSpPr>
          <p:cNvPr id="29" name="S08-mark279"/>
          <p:cNvSpPr/>
          <p:nvPr/>
        </p:nvSpPr>
        <p:spPr>
          <a:xfrm>
            <a:off x="8299787" y="2981908"/>
            <a:ext cx="52065" cy="96692"/>
          </a:xfrm>
          <a:custGeom>
            <a:avLst/>
            <a:gdLst/>
            <a:ahLst/>
            <a:cxnLst/>
            <a:rect l="l" t="t" r="r" b="b"/>
            <a:pathLst>
              <a:path w="52065" h="96692">
                <a:moveTo>
                  <a:pt x="0" y="96692"/>
                </a:moveTo>
                <a:lnTo>
                  <a:pt x="52065" y="96692"/>
                </a:lnTo>
                <a:lnTo>
                  <a:pt x="52065" y="0"/>
                </a:lnTo>
                <a:lnTo>
                  <a:pt x="0" y="0"/>
                </a:lnTo>
                <a:close/>
              </a:path>
            </a:pathLst>
          </a:custGeom>
          <a:solidFill>
            <a:srgbClr val="8B5A2B"/>
          </a:solidFill>
          <a:ln w="12700">
            <a:solidFill>
              <a:srgbClr val="1F2937"/>
            </a:solidFill>
            <a:prstDash val="solid"/>
          </a:ln>
        </p:spPr>
      </p:sp>
      <p:sp>
        <p:nvSpPr>
          <p:cNvPr id="30" name="S08-mark280"/>
          <p:cNvSpPr/>
          <p:nvPr/>
        </p:nvSpPr>
        <p:spPr>
          <a:xfrm>
            <a:off x="8206815" y="2788525"/>
            <a:ext cx="238010" cy="193383"/>
          </a:xfrm>
          <a:custGeom>
            <a:avLst/>
            <a:gdLst/>
            <a:ahLst/>
            <a:cxnLst/>
            <a:rect l="l" t="t" r="r" b="b"/>
            <a:pathLst>
              <a:path w="238010" h="193383">
                <a:moveTo>
                  <a:pt x="0" y="193383"/>
                </a:moveTo>
                <a:lnTo>
                  <a:pt x="238010" y="193383"/>
                </a:lnTo>
                <a:lnTo>
                  <a:pt x="119005" y="0"/>
                </a:lnTo>
                <a:close/>
              </a:path>
            </a:pathLst>
          </a:custGeom>
          <a:solidFill>
            <a:srgbClr val="2A9D8F"/>
          </a:solidFill>
          <a:ln w="15875">
            <a:solidFill>
              <a:srgbClr val="1F2937"/>
            </a:solidFill>
            <a:prstDash val="solid"/>
          </a:ln>
        </p:spPr>
      </p:sp>
      <p:sp>
        <p:nvSpPr>
          <p:cNvPr id="31" name="S08-mark281"/>
          <p:cNvSpPr/>
          <p:nvPr/>
        </p:nvSpPr>
        <p:spPr>
          <a:xfrm>
            <a:off x="9927429" y="2818276"/>
            <a:ext cx="133881" cy="230572"/>
          </a:xfrm>
          <a:custGeom>
            <a:avLst/>
            <a:gdLst/>
            <a:ahLst/>
            <a:cxnLst/>
            <a:rect l="l" t="t" r="r" b="b"/>
            <a:pathLst>
              <a:path w="133881" h="230572">
                <a:moveTo>
                  <a:pt x="0" y="200821"/>
                </a:moveTo>
                <a:lnTo>
                  <a:pt x="133881" y="230572"/>
                </a:lnTo>
                <a:lnTo>
                  <a:pt x="133881" y="29751"/>
                </a:lnTo>
                <a:lnTo>
                  <a:pt x="0" y="0"/>
                </a:lnTo>
                <a:close/>
              </a:path>
            </a:pathLst>
          </a:custGeom>
          <a:solidFill>
            <a:srgbClr val="3D5A80"/>
          </a:solidFill>
          <a:ln w="15875">
            <a:solidFill>
              <a:srgbClr val="1F2937"/>
            </a:solidFill>
            <a:prstDash val="solid"/>
          </a:ln>
        </p:spPr>
      </p:sp>
      <p:sp>
        <p:nvSpPr>
          <p:cNvPr id="32" name="S08-mark282"/>
          <p:cNvSpPr/>
          <p:nvPr/>
        </p:nvSpPr>
        <p:spPr>
          <a:xfrm>
            <a:off x="10061309" y="2818276"/>
            <a:ext cx="133881" cy="230572"/>
          </a:xfrm>
          <a:custGeom>
            <a:avLst/>
            <a:gdLst/>
            <a:ahLst/>
            <a:cxnLst/>
            <a:rect l="l" t="t" r="r" b="b"/>
            <a:pathLst>
              <a:path w="133881" h="230572">
                <a:moveTo>
                  <a:pt x="133881" y="200821"/>
                </a:moveTo>
                <a:lnTo>
                  <a:pt x="0" y="230572"/>
                </a:lnTo>
                <a:lnTo>
                  <a:pt x="0" y="29751"/>
                </a:lnTo>
                <a:lnTo>
                  <a:pt x="133881" y="0"/>
                </a:lnTo>
                <a:close/>
              </a:path>
            </a:pathLst>
          </a:custGeom>
          <a:solidFill>
            <a:srgbClr val="3D5A80"/>
          </a:solidFill>
          <a:ln w="15875">
            <a:solidFill>
              <a:srgbClr val="1F2937"/>
            </a:solidFill>
            <a:prstDash val="solid"/>
          </a:ln>
        </p:spPr>
      </p:sp>
      <p:sp>
        <p:nvSpPr>
          <p:cNvPr id="33" name="S08-mark283"/>
          <p:cNvSpPr/>
          <p:nvPr/>
        </p:nvSpPr>
        <p:spPr>
          <a:xfrm>
            <a:off x="9998088" y="3182729"/>
            <a:ext cx="126443" cy="96692"/>
          </a:xfrm>
          <a:custGeom>
            <a:avLst/>
            <a:gdLst/>
            <a:ahLst/>
            <a:cxnLst/>
            <a:rect l="l" t="t" r="r" b="b"/>
            <a:pathLst>
              <a:path w="126443" h="96692">
                <a:moveTo>
                  <a:pt x="126443" y="96692"/>
                </a:moveTo>
                <a:lnTo>
                  <a:pt x="118179" y="48346"/>
                </a:lnTo>
                <a:lnTo>
                  <a:pt x="94626" y="12810"/>
                </a:lnTo>
                <a:lnTo>
                  <a:pt x="63221" y="0"/>
                </a:lnTo>
                <a:lnTo>
                  <a:pt x="31404" y="12810"/>
                </a:lnTo>
                <a:lnTo>
                  <a:pt x="8264" y="48346"/>
                </a:lnTo>
                <a:lnTo>
                  <a:pt x="0" y="96692"/>
                </a:lnTo>
              </a:path>
            </a:pathLst>
          </a:custGeom>
          <a:noFill/>
          <a:ln w="25400">
            <a:solidFill>
              <a:srgbClr val="1F2937"/>
            </a:solidFill>
            <a:prstDash val="solid"/>
          </a:ln>
        </p:spPr>
      </p:sp>
      <p:sp>
        <p:nvSpPr>
          <p:cNvPr id="34" name="S08-mark284"/>
          <p:cNvSpPr/>
          <p:nvPr/>
        </p:nvSpPr>
        <p:spPr>
          <a:xfrm>
            <a:off x="9938586" y="3279421"/>
            <a:ext cx="245448" cy="163632"/>
          </a:xfrm>
          <a:custGeom>
            <a:avLst/>
            <a:gdLst/>
            <a:ahLst/>
            <a:cxnLst/>
            <a:rect l="l" t="t" r="r" b="b"/>
            <a:pathLst>
              <a:path w="245448" h="163632">
                <a:moveTo>
                  <a:pt x="0" y="0"/>
                </a:moveTo>
                <a:lnTo>
                  <a:pt x="245448" y="0"/>
                </a:lnTo>
                <a:lnTo>
                  <a:pt x="215697" y="163632"/>
                </a:lnTo>
                <a:lnTo>
                  <a:pt x="29751" y="163632"/>
                </a:lnTo>
                <a:close/>
              </a:path>
            </a:pathLst>
          </a:custGeom>
          <a:solidFill>
            <a:srgbClr val="F2C14E"/>
          </a:solidFill>
          <a:ln w="15875">
            <a:solidFill>
              <a:srgbClr val="1F2937"/>
            </a:solidFill>
            <a:prstDash val="solid"/>
          </a:ln>
        </p:spPr>
      </p:sp>
      <p:sp>
        <p:nvSpPr>
          <p:cNvPr id="35" name="S08-mark285"/>
          <p:cNvSpPr/>
          <p:nvPr/>
        </p:nvSpPr>
        <p:spPr>
          <a:xfrm>
            <a:off x="8214253" y="3539744"/>
            <a:ext cx="223134" cy="275199"/>
          </a:xfrm>
          <a:custGeom>
            <a:avLst/>
            <a:gdLst/>
            <a:ahLst/>
            <a:cxnLst/>
            <a:rect l="l" t="t" r="r" b="b"/>
            <a:pathLst>
              <a:path w="223134" h="275199">
                <a:moveTo>
                  <a:pt x="0" y="275199"/>
                </a:moveTo>
                <a:lnTo>
                  <a:pt x="223134" y="275199"/>
                </a:lnTo>
                <a:lnTo>
                  <a:pt x="223134" y="126443"/>
                </a:lnTo>
                <a:lnTo>
                  <a:pt x="111567" y="0"/>
                </a:lnTo>
                <a:lnTo>
                  <a:pt x="0" y="126443"/>
                </a:lnTo>
                <a:close/>
              </a:path>
            </a:pathLst>
          </a:custGeom>
          <a:solidFill>
            <a:srgbClr val="FDEBDD"/>
          </a:solidFill>
          <a:ln w="19050">
            <a:solidFill>
              <a:srgbClr val="1F2937"/>
            </a:solidFill>
            <a:prstDash val="solid"/>
          </a:ln>
        </p:spPr>
      </p:sp>
      <p:sp>
        <p:nvSpPr>
          <p:cNvPr id="36" name="S08-mark286"/>
          <p:cNvSpPr/>
          <p:nvPr/>
        </p:nvSpPr>
        <p:spPr>
          <a:xfrm>
            <a:off x="5366397" y="2548036"/>
            <a:ext cx="381808" cy="381808"/>
          </a:xfrm>
          <a:prstGeom prst="ellipse">
            <a:avLst/>
          </a:prstGeom>
          <a:solidFill>
            <a:srgbClr val="FFFFFF"/>
          </a:solidFill>
          <a:ln w="25400">
            <a:solidFill>
              <a:srgbClr val="1F2937"/>
            </a:solidFill>
            <a:prstDash val="solid"/>
          </a:ln>
        </p:spPr>
      </p:sp>
      <p:sp>
        <p:nvSpPr>
          <p:cNvPr id="37" name="S08-mark287"/>
          <p:cNvSpPr/>
          <p:nvPr/>
        </p:nvSpPr>
        <p:spPr>
          <a:xfrm>
            <a:off x="5476311" y="2657950"/>
            <a:ext cx="161979" cy="161979"/>
          </a:xfrm>
          <a:prstGeom prst="ellipse">
            <a:avLst/>
          </a:prstGeom>
          <a:solidFill>
            <a:srgbClr val="264653"/>
          </a:solidFill>
          <a:ln w="12700">
            <a:solidFill>
              <a:srgbClr val="1F2937"/>
            </a:solidFill>
            <a:prstDash val="solid"/>
          </a:ln>
        </p:spPr>
      </p:sp>
      <p:sp>
        <p:nvSpPr>
          <p:cNvPr id="38" name="S08-mark288"/>
          <p:cNvSpPr/>
          <p:nvPr/>
        </p:nvSpPr>
        <p:spPr>
          <a:xfrm>
            <a:off x="8203096" y="3186448"/>
            <a:ext cx="245448" cy="245448"/>
          </a:xfrm>
          <a:prstGeom prst="ellipse">
            <a:avLst/>
          </a:prstGeom>
          <a:solidFill>
            <a:srgbClr val="FFFFFF"/>
          </a:solidFill>
          <a:ln w="25400">
            <a:solidFill>
              <a:srgbClr val="1F2937"/>
            </a:solidFill>
            <a:prstDash val="solid"/>
          </a:ln>
        </p:spPr>
      </p:sp>
      <p:sp>
        <p:nvSpPr>
          <p:cNvPr id="39" name="S08-mark289"/>
          <p:cNvSpPr/>
          <p:nvPr/>
        </p:nvSpPr>
        <p:spPr>
          <a:xfrm>
            <a:off x="8273755" y="3257107"/>
            <a:ext cx="104129" cy="104129"/>
          </a:xfrm>
          <a:prstGeom prst="ellipse">
            <a:avLst/>
          </a:prstGeom>
          <a:solidFill>
            <a:srgbClr val="264653"/>
          </a:solidFill>
          <a:ln w="12700">
            <a:solidFill>
              <a:srgbClr val="1F2937"/>
            </a:solidFill>
            <a:prstDash val="solid"/>
          </a:ln>
        </p:spPr>
      </p:sp>
      <p:sp>
        <p:nvSpPr>
          <p:cNvPr id="40" name="S08-mark290"/>
          <p:cNvSpPr/>
          <p:nvPr/>
        </p:nvSpPr>
        <p:spPr>
          <a:xfrm flipV="1">
            <a:off x="3116045" y="2530681"/>
            <a:ext cx="0" cy="416518"/>
          </a:xfrm>
          <a:prstGeom prst="line">
            <a:avLst/>
          </a:prstGeom>
          <a:noFill/>
          <a:ln w="28575">
            <a:solidFill>
              <a:srgbClr val="1F2937"/>
            </a:solidFill>
            <a:prstDash val="solid"/>
          </a:ln>
        </p:spPr>
      </p:sp>
      <p:sp>
        <p:nvSpPr>
          <p:cNvPr id="41" name="S08-mark291"/>
          <p:cNvSpPr/>
          <p:nvPr/>
        </p:nvSpPr>
        <p:spPr>
          <a:xfrm flipV="1">
            <a:off x="640080" y="1871195"/>
            <a:ext cx="0" cy="2313986"/>
          </a:xfrm>
          <a:prstGeom prst="line">
            <a:avLst/>
          </a:prstGeom>
          <a:noFill/>
          <a:ln w="9525">
            <a:solidFill>
              <a:srgbClr val="B8C2CC"/>
            </a:solidFill>
            <a:prstDash val="solid"/>
          </a:ln>
        </p:spPr>
      </p:sp>
      <p:sp>
        <p:nvSpPr>
          <p:cNvPr id="42" name="S08-mark292"/>
          <p:cNvSpPr/>
          <p:nvPr/>
        </p:nvSpPr>
        <p:spPr>
          <a:xfrm flipV="1">
            <a:off x="1218577" y="1871195"/>
            <a:ext cx="0" cy="2313986"/>
          </a:xfrm>
          <a:prstGeom prst="line">
            <a:avLst/>
          </a:prstGeom>
          <a:noFill/>
          <a:ln w="9525">
            <a:solidFill>
              <a:srgbClr val="B8C2CC"/>
            </a:solidFill>
            <a:prstDash val="solid"/>
          </a:ln>
        </p:spPr>
      </p:sp>
      <p:sp>
        <p:nvSpPr>
          <p:cNvPr id="43" name="S08-mark293"/>
          <p:cNvSpPr/>
          <p:nvPr/>
        </p:nvSpPr>
        <p:spPr>
          <a:xfrm flipV="1">
            <a:off x="1797073" y="1871195"/>
            <a:ext cx="0" cy="2313986"/>
          </a:xfrm>
          <a:prstGeom prst="line">
            <a:avLst/>
          </a:prstGeom>
          <a:noFill/>
          <a:ln w="9525">
            <a:solidFill>
              <a:srgbClr val="B8C2CC"/>
            </a:solidFill>
            <a:prstDash val="solid"/>
          </a:ln>
        </p:spPr>
      </p:sp>
      <p:sp>
        <p:nvSpPr>
          <p:cNvPr id="44" name="S08-mark294"/>
          <p:cNvSpPr/>
          <p:nvPr/>
        </p:nvSpPr>
        <p:spPr>
          <a:xfrm flipV="1">
            <a:off x="2375570" y="1871195"/>
            <a:ext cx="0" cy="2313986"/>
          </a:xfrm>
          <a:prstGeom prst="line">
            <a:avLst/>
          </a:prstGeom>
          <a:noFill/>
          <a:ln w="9525">
            <a:solidFill>
              <a:srgbClr val="B8C2CC"/>
            </a:solidFill>
            <a:prstDash val="solid"/>
          </a:ln>
        </p:spPr>
      </p:sp>
      <p:sp>
        <p:nvSpPr>
          <p:cNvPr id="45" name="S08-mark295"/>
          <p:cNvSpPr/>
          <p:nvPr/>
        </p:nvSpPr>
        <p:spPr>
          <a:xfrm flipV="1">
            <a:off x="2954066" y="1871195"/>
            <a:ext cx="0" cy="2313986"/>
          </a:xfrm>
          <a:prstGeom prst="line">
            <a:avLst/>
          </a:prstGeom>
          <a:noFill/>
          <a:ln w="9525">
            <a:solidFill>
              <a:srgbClr val="B8C2CC"/>
            </a:solidFill>
            <a:prstDash val="solid"/>
          </a:ln>
        </p:spPr>
      </p:sp>
      <p:sp>
        <p:nvSpPr>
          <p:cNvPr id="46" name="S08-mark296"/>
          <p:cNvSpPr/>
          <p:nvPr/>
        </p:nvSpPr>
        <p:spPr>
          <a:xfrm flipV="1">
            <a:off x="3532563" y="1871195"/>
            <a:ext cx="0" cy="2313986"/>
          </a:xfrm>
          <a:prstGeom prst="line">
            <a:avLst/>
          </a:prstGeom>
          <a:noFill/>
          <a:ln w="9525">
            <a:solidFill>
              <a:srgbClr val="B8C2CC"/>
            </a:solidFill>
            <a:prstDash val="solid"/>
          </a:ln>
        </p:spPr>
      </p:sp>
      <p:sp>
        <p:nvSpPr>
          <p:cNvPr id="47" name="S08-mark297"/>
          <p:cNvSpPr/>
          <p:nvPr/>
        </p:nvSpPr>
        <p:spPr>
          <a:xfrm flipV="1">
            <a:off x="4111059" y="1871195"/>
            <a:ext cx="0" cy="2313986"/>
          </a:xfrm>
          <a:prstGeom prst="line">
            <a:avLst/>
          </a:prstGeom>
          <a:noFill/>
          <a:ln w="9525">
            <a:solidFill>
              <a:srgbClr val="B8C2CC"/>
            </a:solidFill>
            <a:prstDash val="solid"/>
          </a:ln>
        </p:spPr>
      </p:sp>
      <p:sp>
        <p:nvSpPr>
          <p:cNvPr id="48" name="S08-mark298"/>
          <p:cNvSpPr/>
          <p:nvPr/>
        </p:nvSpPr>
        <p:spPr>
          <a:xfrm flipV="1">
            <a:off x="4689556" y="1871195"/>
            <a:ext cx="0" cy="2313986"/>
          </a:xfrm>
          <a:prstGeom prst="line">
            <a:avLst/>
          </a:prstGeom>
          <a:noFill/>
          <a:ln w="9525">
            <a:solidFill>
              <a:srgbClr val="B8C2CC"/>
            </a:solidFill>
            <a:prstDash val="solid"/>
          </a:ln>
        </p:spPr>
      </p:sp>
      <p:sp>
        <p:nvSpPr>
          <p:cNvPr id="49" name="S08-mark299"/>
          <p:cNvSpPr/>
          <p:nvPr/>
        </p:nvSpPr>
        <p:spPr>
          <a:xfrm flipV="1">
            <a:off x="5268052" y="1871195"/>
            <a:ext cx="0" cy="2313986"/>
          </a:xfrm>
          <a:prstGeom prst="line">
            <a:avLst/>
          </a:prstGeom>
          <a:noFill/>
          <a:ln w="9525">
            <a:solidFill>
              <a:srgbClr val="B8C2CC"/>
            </a:solidFill>
            <a:prstDash val="solid"/>
          </a:ln>
        </p:spPr>
      </p:sp>
      <p:sp>
        <p:nvSpPr>
          <p:cNvPr id="50" name="S08-mark300"/>
          <p:cNvSpPr/>
          <p:nvPr/>
        </p:nvSpPr>
        <p:spPr>
          <a:xfrm flipV="1">
            <a:off x="5846549" y="1871195"/>
            <a:ext cx="0" cy="2313986"/>
          </a:xfrm>
          <a:prstGeom prst="line">
            <a:avLst/>
          </a:prstGeom>
          <a:noFill/>
          <a:ln w="9525">
            <a:solidFill>
              <a:srgbClr val="B8C2CC"/>
            </a:solidFill>
            <a:prstDash val="solid"/>
          </a:ln>
        </p:spPr>
      </p:sp>
      <p:sp>
        <p:nvSpPr>
          <p:cNvPr id="51" name="S08-mark301"/>
          <p:cNvSpPr/>
          <p:nvPr/>
        </p:nvSpPr>
        <p:spPr>
          <a:xfrm flipV="1">
            <a:off x="6425045" y="1871195"/>
            <a:ext cx="0" cy="2313986"/>
          </a:xfrm>
          <a:prstGeom prst="line">
            <a:avLst/>
          </a:prstGeom>
          <a:noFill/>
          <a:ln w="9525">
            <a:solidFill>
              <a:srgbClr val="B8C2CC"/>
            </a:solidFill>
            <a:prstDash val="solid"/>
          </a:ln>
        </p:spPr>
      </p:sp>
      <p:sp>
        <p:nvSpPr>
          <p:cNvPr id="52" name="S08-mark302"/>
          <p:cNvSpPr/>
          <p:nvPr/>
        </p:nvSpPr>
        <p:spPr>
          <a:xfrm>
            <a:off x="640080" y="4185181"/>
            <a:ext cx="5784965" cy="0"/>
          </a:xfrm>
          <a:prstGeom prst="line">
            <a:avLst/>
          </a:prstGeom>
          <a:noFill/>
          <a:ln w="9525">
            <a:solidFill>
              <a:srgbClr val="B8C2CC"/>
            </a:solidFill>
            <a:prstDash val="solid"/>
          </a:ln>
        </p:spPr>
      </p:sp>
      <p:sp>
        <p:nvSpPr>
          <p:cNvPr id="53" name="S08-mark303"/>
          <p:cNvSpPr/>
          <p:nvPr/>
        </p:nvSpPr>
        <p:spPr>
          <a:xfrm>
            <a:off x="640080" y="3606685"/>
            <a:ext cx="5784965" cy="0"/>
          </a:xfrm>
          <a:prstGeom prst="line">
            <a:avLst/>
          </a:prstGeom>
          <a:noFill/>
          <a:ln w="9525">
            <a:solidFill>
              <a:srgbClr val="B8C2CC"/>
            </a:solidFill>
            <a:prstDash val="solid"/>
          </a:ln>
        </p:spPr>
      </p:sp>
      <p:sp>
        <p:nvSpPr>
          <p:cNvPr id="54" name="S08-mark304"/>
          <p:cNvSpPr/>
          <p:nvPr/>
        </p:nvSpPr>
        <p:spPr>
          <a:xfrm>
            <a:off x="640080" y="3028188"/>
            <a:ext cx="5784965" cy="0"/>
          </a:xfrm>
          <a:prstGeom prst="line">
            <a:avLst/>
          </a:prstGeom>
          <a:noFill/>
          <a:ln w="9525">
            <a:solidFill>
              <a:srgbClr val="B8C2CC"/>
            </a:solidFill>
            <a:prstDash val="solid"/>
          </a:ln>
        </p:spPr>
      </p:sp>
      <p:sp>
        <p:nvSpPr>
          <p:cNvPr id="55" name="S08-mark305"/>
          <p:cNvSpPr/>
          <p:nvPr/>
        </p:nvSpPr>
        <p:spPr>
          <a:xfrm>
            <a:off x="640080" y="2449691"/>
            <a:ext cx="5784965" cy="0"/>
          </a:xfrm>
          <a:prstGeom prst="line">
            <a:avLst/>
          </a:prstGeom>
          <a:noFill/>
          <a:ln w="9525">
            <a:solidFill>
              <a:srgbClr val="B8C2CC"/>
            </a:solidFill>
            <a:prstDash val="solid"/>
          </a:ln>
        </p:spPr>
      </p:sp>
      <p:sp>
        <p:nvSpPr>
          <p:cNvPr id="56" name="S08-mark306"/>
          <p:cNvSpPr/>
          <p:nvPr/>
        </p:nvSpPr>
        <p:spPr>
          <a:xfrm>
            <a:off x="640080" y="1871195"/>
            <a:ext cx="5784965" cy="0"/>
          </a:xfrm>
          <a:prstGeom prst="line">
            <a:avLst/>
          </a:prstGeom>
          <a:noFill/>
          <a:ln w="9525">
            <a:solidFill>
              <a:srgbClr val="B8C2CC"/>
            </a:solidFill>
            <a:prstDash val="solid"/>
          </a:ln>
        </p:spPr>
      </p:sp>
      <p:sp>
        <p:nvSpPr>
          <p:cNvPr id="57" name="S08-mark307"/>
          <p:cNvSpPr/>
          <p:nvPr/>
        </p:nvSpPr>
        <p:spPr>
          <a:xfrm flipV="1">
            <a:off x="7210148" y="2676958"/>
            <a:ext cx="0" cy="702460"/>
          </a:xfrm>
          <a:prstGeom prst="line">
            <a:avLst/>
          </a:prstGeom>
          <a:noFill/>
          <a:ln w="38100">
            <a:solidFill>
              <a:srgbClr val="1F2937"/>
            </a:solidFill>
            <a:prstDash val="solid"/>
            <a:tailEnd type="triangle"/>
          </a:ln>
        </p:spPr>
      </p:sp>
      <p:sp>
        <p:nvSpPr>
          <p:cNvPr id="58" name="S08-mark308"/>
          <p:cNvSpPr/>
          <p:nvPr/>
        </p:nvSpPr>
        <p:spPr>
          <a:xfrm>
            <a:off x="6858918" y="3028188"/>
            <a:ext cx="702460" cy="0"/>
          </a:xfrm>
          <a:prstGeom prst="line">
            <a:avLst/>
          </a:prstGeom>
          <a:noFill/>
          <a:ln w="25400">
            <a:solidFill>
              <a:srgbClr val="1F2937"/>
            </a:solidFill>
            <a:prstDash val="solid"/>
          </a:ln>
        </p:spPr>
      </p:sp>
      <p:sp>
        <p:nvSpPr>
          <p:cNvPr id="59" name="S08-mark309"/>
          <p:cNvSpPr/>
          <p:nvPr/>
        </p:nvSpPr>
        <p:spPr>
          <a:xfrm flipV="1">
            <a:off x="8244004" y="2431510"/>
            <a:ext cx="0" cy="267761"/>
          </a:xfrm>
          <a:prstGeom prst="line">
            <a:avLst/>
          </a:prstGeom>
          <a:noFill/>
          <a:ln w="28575">
            <a:solidFill>
              <a:srgbClr val="1F2937"/>
            </a:solidFill>
            <a:prstDash val="solid"/>
          </a:ln>
        </p:spPr>
      </p:sp>
      <p:sp>
        <p:nvSpPr>
          <p:cNvPr id="60" name="S08-label311"/>
          <p:cNvSpPr txBox="1"/>
          <p:nvPr/>
        </p:nvSpPr>
        <p:spPr>
          <a:xfrm>
            <a:off x="7005932" y="230051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8-label313"/>
          <p:cNvSpPr txBox="1"/>
          <p:nvPr/>
        </p:nvSpPr>
        <p:spPr>
          <a:xfrm>
            <a:off x="7005932" y="337486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8-label315"/>
          <p:cNvSpPr txBox="1"/>
          <p:nvPr/>
        </p:nvSpPr>
        <p:spPr>
          <a:xfrm>
            <a:off x="7543107" y="283768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8-label317"/>
          <p:cNvSpPr txBox="1"/>
          <p:nvPr/>
        </p:nvSpPr>
        <p:spPr>
          <a:xfrm>
            <a:off x="6468757" y="283768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8-label319"/>
          <p:cNvSpPr txBox="1"/>
          <p:nvPr/>
        </p:nvSpPr>
        <p:spPr>
          <a:xfrm>
            <a:off x="9439154" y="206291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8-label321"/>
          <p:cNvSpPr txBox="1"/>
          <p:nvPr/>
        </p:nvSpPr>
        <p:spPr>
          <a:xfrm>
            <a:off x="8798675" y="237489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8-label323"/>
          <p:cNvSpPr txBox="1"/>
          <p:nvPr/>
        </p:nvSpPr>
        <p:spPr>
          <a:xfrm>
            <a:off x="10534165" y="237489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8-label325"/>
          <p:cNvSpPr txBox="1"/>
          <p:nvPr/>
        </p:nvSpPr>
        <p:spPr>
          <a:xfrm>
            <a:off x="8798675" y="274678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8-label327"/>
          <p:cNvSpPr txBox="1"/>
          <p:nvPr/>
        </p:nvSpPr>
        <p:spPr>
          <a:xfrm>
            <a:off x="10384813" y="2746781"/>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8-label329"/>
          <p:cNvSpPr txBox="1"/>
          <p:nvPr/>
        </p:nvSpPr>
        <p:spPr>
          <a:xfrm>
            <a:off x="8499971" y="3118672"/>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8-label331"/>
          <p:cNvSpPr txBox="1"/>
          <p:nvPr/>
        </p:nvSpPr>
        <p:spPr>
          <a:xfrm>
            <a:off x="10534165" y="3118672"/>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8-label333"/>
          <p:cNvSpPr txBox="1"/>
          <p:nvPr/>
        </p:nvSpPr>
        <p:spPr>
          <a:xfrm>
            <a:off x="8948027" y="3490563"/>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방위 말하기</a:t>
            </a:r>
            <a:endParaRPr lang="ko-KR" sz="4000" dirty="0"/>
          </a:p>
        </p:txBody>
      </p:sp>
      <p:sp>
        <p:nvSpPr>
          <p:cNvPr id="3" name="S09-card334"/>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9-cardtext335"/>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주민센터는 학교의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시장은 지호네 집의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지호네 집은 학교의 어느 쪽에 있나요?</a:t>
            </a:r>
            <a:endParaRPr lang="ko-KR" sz="3000" dirty="0"/>
          </a:p>
        </p:txBody>
      </p:sp>
      <p:sp>
        <p:nvSpPr>
          <p:cNvPr id="5" name="S09-figure336"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6" name="S09-mark337"/>
          <p:cNvSpPr/>
          <p:nvPr/>
        </p:nvSpPr>
        <p:spPr>
          <a:xfrm>
            <a:off x="1218577"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7" name="S09-mark338"/>
          <p:cNvSpPr/>
          <p:nvPr/>
        </p:nvSpPr>
        <p:spPr>
          <a:xfrm>
            <a:off x="1797073"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8" name="S09-mark339"/>
          <p:cNvSpPr/>
          <p:nvPr/>
        </p:nvSpPr>
        <p:spPr>
          <a:xfrm>
            <a:off x="2375570"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9" name="S09-mark340"/>
          <p:cNvSpPr/>
          <p:nvPr/>
        </p:nvSpPr>
        <p:spPr>
          <a:xfrm>
            <a:off x="2954066"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0" name="S09-mark341"/>
          <p:cNvSpPr/>
          <p:nvPr/>
        </p:nvSpPr>
        <p:spPr>
          <a:xfrm>
            <a:off x="3532563"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1" name="S09-mark342"/>
          <p:cNvSpPr/>
          <p:nvPr/>
        </p:nvSpPr>
        <p:spPr>
          <a:xfrm>
            <a:off x="4111059"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2" name="S09-mark343"/>
          <p:cNvSpPr/>
          <p:nvPr/>
        </p:nvSpPr>
        <p:spPr>
          <a:xfrm>
            <a:off x="4689556"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3" name="S09-mark344"/>
          <p:cNvSpPr/>
          <p:nvPr/>
        </p:nvSpPr>
        <p:spPr>
          <a:xfrm>
            <a:off x="5268052"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4" name="S09-mark345"/>
          <p:cNvSpPr/>
          <p:nvPr/>
        </p:nvSpPr>
        <p:spPr>
          <a:xfrm>
            <a:off x="5846549" y="2795778"/>
            <a:ext cx="578497" cy="578497"/>
          </a:xfrm>
          <a:custGeom>
            <a:avLst/>
            <a:gdLst/>
            <a:ahLst/>
            <a:cxnLst/>
            <a:rect l="l" t="t" r="r" b="b"/>
            <a:pathLst>
              <a:path w="578497" h="578497">
                <a:moveTo>
                  <a:pt x="0" y="578497"/>
                </a:moveTo>
                <a:lnTo>
                  <a:pt x="578497" y="578497"/>
                </a:lnTo>
                <a:lnTo>
                  <a:pt x="578497" y="0"/>
                </a:lnTo>
                <a:lnTo>
                  <a:pt x="0" y="0"/>
                </a:lnTo>
                <a:close/>
              </a:path>
            </a:pathLst>
          </a:custGeom>
          <a:solidFill>
            <a:srgbClr val="E5E7EB"/>
          </a:solidFill>
          <a:ln/>
        </p:spPr>
      </p:sp>
      <p:sp>
        <p:nvSpPr>
          <p:cNvPr id="15" name="S09-mark346"/>
          <p:cNvSpPr/>
          <p:nvPr/>
        </p:nvSpPr>
        <p:spPr>
          <a:xfrm>
            <a:off x="1299566" y="2321411"/>
            <a:ext cx="208259" cy="358668"/>
          </a:xfrm>
          <a:custGeom>
            <a:avLst/>
            <a:gdLst/>
            <a:ahLst/>
            <a:cxnLst/>
            <a:rect l="l" t="t" r="r" b="b"/>
            <a:pathLst>
              <a:path w="208259" h="358668">
                <a:moveTo>
                  <a:pt x="0" y="312388"/>
                </a:moveTo>
                <a:lnTo>
                  <a:pt x="208259" y="358668"/>
                </a:lnTo>
                <a:lnTo>
                  <a:pt x="208259" y="46280"/>
                </a:lnTo>
                <a:lnTo>
                  <a:pt x="0" y="0"/>
                </a:lnTo>
                <a:close/>
              </a:path>
            </a:pathLst>
          </a:custGeom>
          <a:solidFill>
            <a:srgbClr val="3D5A80"/>
          </a:solidFill>
          <a:ln w="15875">
            <a:solidFill>
              <a:srgbClr val="1F2937"/>
            </a:solidFill>
            <a:prstDash val="solid"/>
          </a:ln>
        </p:spPr>
      </p:sp>
      <p:sp>
        <p:nvSpPr>
          <p:cNvPr id="16" name="S09-mark347"/>
          <p:cNvSpPr/>
          <p:nvPr/>
        </p:nvSpPr>
        <p:spPr>
          <a:xfrm>
            <a:off x="1507825" y="2321411"/>
            <a:ext cx="208259" cy="358668"/>
          </a:xfrm>
          <a:custGeom>
            <a:avLst/>
            <a:gdLst/>
            <a:ahLst/>
            <a:cxnLst/>
            <a:rect l="l" t="t" r="r" b="b"/>
            <a:pathLst>
              <a:path w="208259" h="358668">
                <a:moveTo>
                  <a:pt x="208259" y="312388"/>
                </a:moveTo>
                <a:lnTo>
                  <a:pt x="0" y="358668"/>
                </a:lnTo>
                <a:lnTo>
                  <a:pt x="0" y="46280"/>
                </a:lnTo>
                <a:lnTo>
                  <a:pt x="208259" y="0"/>
                </a:lnTo>
                <a:close/>
              </a:path>
            </a:pathLst>
          </a:custGeom>
          <a:solidFill>
            <a:srgbClr val="3D5A80"/>
          </a:solidFill>
          <a:ln w="15875">
            <a:solidFill>
              <a:srgbClr val="1F2937"/>
            </a:solidFill>
            <a:prstDash val="solid"/>
          </a:ln>
        </p:spPr>
      </p:sp>
      <p:sp>
        <p:nvSpPr>
          <p:cNvPr id="17" name="S09-mark348"/>
          <p:cNvSpPr/>
          <p:nvPr/>
        </p:nvSpPr>
        <p:spPr>
          <a:xfrm>
            <a:off x="3116045" y="2298271"/>
            <a:ext cx="312388" cy="185119"/>
          </a:xfrm>
          <a:custGeom>
            <a:avLst/>
            <a:gdLst/>
            <a:ahLst/>
            <a:cxnLst/>
            <a:rect l="l" t="t" r="r" b="b"/>
            <a:pathLst>
              <a:path w="312388" h="185119">
                <a:moveTo>
                  <a:pt x="0" y="0"/>
                </a:moveTo>
                <a:lnTo>
                  <a:pt x="312388" y="92559"/>
                </a:lnTo>
                <a:lnTo>
                  <a:pt x="0" y="185119"/>
                </a:lnTo>
                <a:close/>
              </a:path>
            </a:pathLst>
          </a:custGeom>
          <a:solidFill>
            <a:srgbClr val="E9762B"/>
          </a:solidFill>
          <a:ln w="15875">
            <a:solidFill>
              <a:srgbClr val="1F2937"/>
            </a:solidFill>
            <a:prstDash val="solid"/>
          </a:ln>
        </p:spPr>
      </p:sp>
      <p:sp>
        <p:nvSpPr>
          <p:cNvPr id="18" name="S09-mark349"/>
          <p:cNvSpPr/>
          <p:nvPr/>
        </p:nvSpPr>
        <p:spPr>
          <a:xfrm>
            <a:off x="3202820" y="1997453"/>
            <a:ext cx="80990" cy="150409"/>
          </a:xfrm>
          <a:custGeom>
            <a:avLst/>
            <a:gdLst/>
            <a:ahLst/>
            <a:cxnLst/>
            <a:rect l="l" t="t" r="r" b="b"/>
            <a:pathLst>
              <a:path w="80990" h="150409">
                <a:moveTo>
                  <a:pt x="0" y="150409"/>
                </a:moveTo>
                <a:lnTo>
                  <a:pt x="80990" y="150409"/>
                </a:lnTo>
                <a:lnTo>
                  <a:pt x="80990" y="0"/>
                </a:lnTo>
                <a:lnTo>
                  <a:pt x="0" y="0"/>
                </a:lnTo>
                <a:close/>
              </a:path>
            </a:pathLst>
          </a:custGeom>
          <a:solidFill>
            <a:srgbClr val="8B5A2B"/>
          </a:solidFill>
          <a:ln w="12700">
            <a:solidFill>
              <a:srgbClr val="1F2937"/>
            </a:solidFill>
            <a:prstDash val="solid"/>
          </a:ln>
        </p:spPr>
      </p:sp>
      <p:sp>
        <p:nvSpPr>
          <p:cNvPr id="19" name="S09-mark350"/>
          <p:cNvSpPr/>
          <p:nvPr/>
        </p:nvSpPr>
        <p:spPr>
          <a:xfrm>
            <a:off x="3058196" y="1696635"/>
            <a:ext cx="370238" cy="300818"/>
          </a:xfrm>
          <a:custGeom>
            <a:avLst/>
            <a:gdLst/>
            <a:ahLst/>
            <a:cxnLst/>
            <a:rect l="l" t="t" r="r" b="b"/>
            <a:pathLst>
              <a:path w="370238" h="300818">
                <a:moveTo>
                  <a:pt x="0" y="300818"/>
                </a:moveTo>
                <a:lnTo>
                  <a:pt x="370238" y="300818"/>
                </a:lnTo>
                <a:lnTo>
                  <a:pt x="185119" y="0"/>
                </a:lnTo>
                <a:close/>
              </a:path>
            </a:pathLst>
          </a:custGeom>
          <a:solidFill>
            <a:srgbClr val="2A9D8F"/>
          </a:solidFill>
          <a:ln w="15875">
            <a:solidFill>
              <a:srgbClr val="1F2937"/>
            </a:solidFill>
            <a:prstDash val="solid"/>
          </a:ln>
        </p:spPr>
      </p:sp>
      <p:sp>
        <p:nvSpPr>
          <p:cNvPr id="20" name="S09-mark351"/>
          <p:cNvSpPr/>
          <p:nvPr/>
        </p:nvSpPr>
        <p:spPr>
          <a:xfrm>
            <a:off x="2566473" y="3466834"/>
            <a:ext cx="196689" cy="150409"/>
          </a:xfrm>
          <a:custGeom>
            <a:avLst/>
            <a:gdLst/>
            <a:ahLst/>
            <a:cxnLst/>
            <a:rect l="l" t="t" r="r" b="b"/>
            <a:pathLst>
              <a:path w="196689" h="150409">
                <a:moveTo>
                  <a:pt x="196689" y="150409"/>
                </a:moveTo>
                <a:lnTo>
                  <a:pt x="183466" y="75205"/>
                </a:lnTo>
                <a:lnTo>
                  <a:pt x="147517" y="20247"/>
                </a:lnTo>
                <a:lnTo>
                  <a:pt x="98344" y="0"/>
                </a:lnTo>
                <a:lnTo>
                  <a:pt x="49172" y="20247"/>
                </a:lnTo>
                <a:lnTo>
                  <a:pt x="13223" y="75205"/>
                </a:lnTo>
                <a:lnTo>
                  <a:pt x="0" y="150409"/>
                </a:lnTo>
              </a:path>
            </a:pathLst>
          </a:custGeom>
          <a:noFill/>
          <a:ln w="25400">
            <a:solidFill>
              <a:srgbClr val="1F2937"/>
            </a:solidFill>
            <a:prstDash val="solid"/>
          </a:ln>
        </p:spPr>
      </p:sp>
      <p:sp>
        <p:nvSpPr>
          <p:cNvPr id="21" name="S09-mark352"/>
          <p:cNvSpPr/>
          <p:nvPr/>
        </p:nvSpPr>
        <p:spPr>
          <a:xfrm>
            <a:off x="2473914" y="3617243"/>
            <a:ext cx="381808" cy="254538"/>
          </a:xfrm>
          <a:custGeom>
            <a:avLst/>
            <a:gdLst/>
            <a:ahLst/>
            <a:cxnLst/>
            <a:rect l="l" t="t" r="r" b="b"/>
            <a:pathLst>
              <a:path w="381808" h="254538">
                <a:moveTo>
                  <a:pt x="0" y="0"/>
                </a:moveTo>
                <a:lnTo>
                  <a:pt x="381808" y="0"/>
                </a:lnTo>
                <a:lnTo>
                  <a:pt x="335528" y="254538"/>
                </a:lnTo>
                <a:lnTo>
                  <a:pt x="46280" y="254538"/>
                </a:lnTo>
                <a:close/>
              </a:path>
            </a:pathLst>
          </a:custGeom>
          <a:solidFill>
            <a:srgbClr val="F2C14E"/>
          </a:solidFill>
          <a:ln w="15875">
            <a:solidFill>
              <a:srgbClr val="1F2937"/>
            </a:solidFill>
            <a:prstDash val="solid"/>
          </a:ln>
        </p:spPr>
      </p:sp>
      <p:sp>
        <p:nvSpPr>
          <p:cNvPr id="22" name="S09-mark353"/>
          <p:cNvSpPr/>
          <p:nvPr/>
        </p:nvSpPr>
        <p:spPr>
          <a:xfrm>
            <a:off x="3069765" y="3443694"/>
            <a:ext cx="347098" cy="428087"/>
          </a:xfrm>
          <a:custGeom>
            <a:avLst/>
            <a:gdLst/>
            <a:ahLst/>
            <a:cxnLst/>
            <a:rect l="l" t="t" r="r" b="b"/>
            <a:pathLst>
              <a:path w="347098" h="428087">
                <a:moveTo>
                  <a:pt x="0" y="428087"/>
                </a:moveTo>
                <a:lnTo>
                  <a:pt x="347098" y="428087"/>
                </a:lnTo>
                <a:lnTo>
                  <a:pt x="347098" y="196689"/>
                </a:lnTo>
                <a:lnTo>
                  <a:pt x="173549" y="0"/>
                </a:lnTo>
                <a:lnTo>
                  <a:pt x="0" y="196689"/>
                </a:lnTo>
                <a:close/>
              </a:path>
            </a:pathLst>
          </a:custGeom>
          <a:solidFill>
            <a:srgbClr val="FDEBDD"/>
          </a:solidFill>
          <a:ln w="19050">
            <a:solidFill>
              <a:srgbClr val="1F2937"/>
            </a:solidFill>
            <a:prstDash val="solid"/>
          </a:ln>
        </p:spPr>
      </p:sp>
      <p:sp>
        <p:nvSpPr>
          <p:cNvPr id="23" name="S09-mark354"/>
          <p:cNvSpPr/>
          <p:nvPr/>
        </p:nvSpPr>
        <p:spPr>
          <a:xfrm>
            <a:off x="5366397" y="3472619"/>
            <a:ext cx="381808" cy="381808"/>
          </a:xfrm>
          <a:custGeom>
            <a:avLst/>
            <a:gdLst/>
            <a:ahLst/>
            <a:cxnLst/>
            <a:rect l="l" t="t" r="r" b="b"/>
            <a:pathLst>
              <a:path w="381808" h="381808">
                <a:moveTo>
                  <a:pt x="133054" y="381808"/>
                </a:moveTo>
                <a:lnTo>
                  <a:pt x="248754" y="381808"/>
                </a:lnTo>
                <a:lnTo>
                  <a:pt x="248754" y="248754"/>
                </a:lnTo>
                <a:lnTo>
                  <a:pt x="381808" y="248754"/>
                </a:lnTo>
                <a:lnTo>
                  <a:pt x="381808" y="133054"/>
                </a:lnTo>
                <a:lnTo>
                  <a:pt x="248754" y="133054"/>
                </a:lnTo>
                <a:lnTo>
                  <a:pt x="248754" y="0"/>
                </a:lnTo>
                <a:lnTo>
                  <a:pt x="133054" y="0"/>
                </a:lnTo>
                <a:lnTo>
                  <a:pt x="133054" y="133054"/>
                </a:lnTo>
                <a:lnTo>
                  <a:pt x="0" y="133054"/>
                </a:lnTo>
                <a:lnTo>
                  <a:pt x="0" y="248754"/>
                </a:lnTo>
                <a:lnTo>
                  <a:pt x="133054" y="248754"/>
                </a:lnTo>
                <a:close/>
              </a:path>
            </a:pathLst>
          </a:custGeom>
          <a:solidFill>
            <a:srgbClr val="C8434E"/>
          </a:solidFill>
          <a:ln w="12700">
            <a:solidFill>
              <a:srgbClr val="1F2937"/>
            </a:solidFill>
            <a:prstDash val="solid"/>
          </a:ln>
        </p:spPr>
      </p:sp>
      <p:sp>
        <p:nvSpPr>
          <p:cNvPr id="24" name="S09-mark355"/>
          <p:cNvSpPr/>
          <p:nvPr/>
        </p:nvSpPr>
        <p:spPr>
          <a:xfrm>
            <a:off x="640080" y="1638785"/>
            <a:ext cx="5784965" cy="2313986"/>
          </a:xfrm>
          <a:custGeom>
            <a:avLst/>
            <a:gdLst/>
            <a:ahLst/>
            <a:cxnLst/>
            <a:rect l="l" t="t" r="r" b="b"/>
            <a:pathLst>
              <a:path w="5784965" h="2313986">
                <a:moveTo>
                  <a:pt x="0" y="2313986"/>
                </a:moveTo>
                <a:lnTo>
                  <a:pt x="5784965" y="2313986"/>
                </a:lnTo>
                <a:lnTo>
                  <a:pt x="5784965" y="0"/>
                </a:lnTo>
                <a:lnTo>
                  <a:pt x="0" y="0"/>
                </a:lnTo>
                <a:close/>
              </a:path>
            </a:pathLst>
          </a:custGeom>
          <a:noFill/>
          <a:ln w="19050">
            <a:solidFill>
              <a:srgbClr val="1F2937"/>
            </a:solidFill>
            <a:prstDash val="solid"/>
          </a:ln>
        </p:spPr>
      </p:sp>
      <p:sp>
        <p:nvSpPr>
          <p:cNvPr id="25" name="S09-mark356"/>
          <p:cNvSpPr/>
          <p:nvPr/>
        </p:nvSpPr>
        <p:spPr>
          <a:xfrm>
            <a:off x="8036572" y="1866051"/>
            <a:ext cx="3512300" cy="1859453"/>
          </a:xfrm>
          <a:custGeom>
            <a:avLst/>
            <a:gdLst/>
            <a:ahLst/>
            <a:cxnLst/>
            <a:rect l="l" t="t" r="r" b="b"/>
            <a:pathLst>
              <a:path w="3512300" h="1859453">
                <a:moveTo>
                  <a:pt x="0" y="1859453"/>
                </a:moveTo>
                <a:lnTo>
                  <a:pt x="3512300" y="1859453"/>
                </a:lnTo>
                <a:lnTo>
                  <a:pt x="3512300" y="0"/>
                </a:lnTo>
                <a:lnTo>
                  <a:pt x="0" y="0"/>
                </a:lnTo>
                <a:close/>
              </a:path>
            </a:pathLst>
          </a:custGeom>
          <a:solidFill>
            <a:srgbClr val="FFFFFF"/>
          </a:solidFill>
          <a:ln w="15875">
            <a:solidFill>
              <a:srgbClr val="1F2937"/>
            </a:solidFill>
            <a:prstDash val="solid"/>
          </a:ln>
        </p:spPr>
      </p:sp>
      <p:sp>
        <p:nvSpPr>
          <p:cNvPr id="26" name="S09-mark357"/>
          <p:cNvSpPr/>
          <p:nvPr/>
        </p:nvSpPr>
        <p:spPr>
          <a:xfrm>
            <a:off x="8036572" y="1866051"/>
            <a:ext cx="3512300" cy="309909"/>
          </a:xfrm>
          <a:custGeom>
            <a:avLst/>
            <a:gdLst/>
            <a:ahLst/>
            <a:cxnLst/>
            <a:rect l="l" t="t" r="r" b="b"/>
            <a:pathLst>
              <a:path w="3512300" h="309909">
                <a:moveTo>
                  <a:pt x="0" y="309909"/>
                </a:moveTo>
                <a:lnTo>
                  <a:pt x="3512300" y="309909"/>
                </a:lnTo>
                <a:lnTo>
                  <a:pt x="3512300" y="0"/>
                </a:lnTo>
                <a:lnTo>
                  <a:pt x="0" y="0"/>
                </a:lnTo>
                <a:close/>
              </a:path>
            </a:pathLst>
          </a:custGeom>
          <a:solidFill>
            <a:srgbClr val="EAF3F1"/>
          </a:solidFill>
          <a:ln w="15875">
            <a:solidFill>
              <a:srgbClr val="1F2937"/>
            </a:solidFill>
            <a:prstDash val="solid"/>
          </a:ln>
        </p:spPr>
      </p:sp>
      <p:sp>
        <p:nvSpPr>
          <p:cNvPr id="27" name="S09-mark358"/>
          <p:cNvSpPr/>
          <p:nvPr/>
        </p:nvSpPr>
        <p:spPr>
          <a:xfrm>
            <a:off x="8244004" y="2199100"/>
            <a:ext cx="200821" cy="119005"/>
          </a:xfrm>
          <a:custGeom>
            <a:avLst/>
            <a:gdLst/>
            <a:ahLst/>
            <a:cxnLst/>
            <a:rect l="l" t="t" r="r" b="b"/>
            <a:pathLst>
              <a:path w="200821" h="119005">
                <a:moveTo>
                  <a:pt x="0" y="0"/>
                </a:moveTo>
                <a:lnTo>
                  <a:pt x="200821" y="59503"/>
                </a:lnTo>
                <a:lnTo>
                  <a:pt x="0" y="119005"/>
                </a:lnTo>
                <a:close/>
              </a:path>
            </a:pathLst>
          </a:custGeom>
          <a:solidFill>
            <a:srgbClr val="E9762B"/>
          </a:solidFill>
          <a:ln w="15875">
            <a:solidFill>
              <a:srgbClr val="1F2937"/>
            </a:solidFill>
            <a:prstDash val="solid"/>
          </a:ln>
        </p:spPr>
      </p:sp>
      <p:sp>
        <p:nvSpPr>
          <p:cNvPr id="28" name="S09-mark359"/>
          <p:cNvSpPr/>
          <p:nvPr/>
        </p:nvSpPr>
        <p:spPr>
          <a:xfrm>
            <a:off x="9938586" y="2210257"/>
            <a:ext cx="245448" cy="245448"/>
          </a:xfrm>
          <a:custGeom>
            <a:avLst/>
            <a:gdLst/>
            <a:ahLst/>
            <a:cxnLst/>
            <a:rect l="l" t="t" r="r" b="b"/>
            <a:pathLst>
              <a:path w="245448" h="245448">
                <a:moveTo>
                  <a:pt x="85535" y="245448"/>
                </a:moveTo>
                <a:lnTo>
                  <a:pt x="159913" y="245448"/>
                </a:lnTo>
                <a:lnTo>
                  <a:pt x="159913" y="159913"/>
                </a:lnTo>
                <a:lnTo>
                  <a:pt x="245448" y="159913"/>
                </a:lnTo>
                <a:lnTo>
                  <a:pt x="245448" y="85535"/>
                </a:lnTo>
                <a:lnTo>
                  <a:pt x="159913" y="85535"/>
                </a:lnTo>
                <a:lnTo>
                  <a:pt x="159913" y="0"/>
                </a:lnTo>
                <a:lnTo>
                  <a:pt x="85535" y="0"/>
                </a:lnTo>
                <a:lnTo>
                  <a:pt x="85535" y="85535"/>
                </a:lnTo>
                <a:lnTo>
                  <a:pt x="0" y="85535"/>
                </a:lnTo>
                <a:lnTo>
                  <a:pt x="0" y="159913"/>
                </a:lnTo>
                <a:lnTo>
                  <a:pt x="85535" y="159913"/>
                </a:lnTo>
                <a:close/>
              </a:path>
            </a:pathLst>
          </a:custGeom>
          <a:solidFill>
            <a:srgbClr val="C8434E"/>
          </a:solidFill>
          <a:ln w="12700">
            <a:solidFill>
              <a:srgbClr val="1F2937"/>
            </a:solidFill>
            <a:prstDash val="solid"/>
          </a:ln>
        </p:spPr>
      </p:sp>
      <p:sp>
        <p:nvSpPr>
          <p:cNvPr id="29" name="S09-mark360"/>
          <p:cNvSpPr/>
          <p:nvPr/>
        </p:nvSpPr>
        <p:spPr>
          <a:xfrm>
            <a:off x="8299787" y="2749498"/>
            <a:ext cx="52065" cy="96692"/>
          </a:xfrm>
          <a:custGeom>
            <a:avLst/>
            <a:gdLst/>
            <a:ahLst/>
            <a:cxnLst/>
            <a:rect l="l" t="t" r="r" b="b"/>
            <a:pathLst>
              <a:path w="52065" h="96692">
                <a:moveTo>
                  <a:pt x="0" y="96692"/>
                </a:moveTo>
                <a:lnTo>
                  <a:pt x="52065" y="96692"/>
                </a:lnTo>
                <a:lnTo>
                  <a:pt x="52065" y="0"/>
                </a:lnTo>
                <a:lnTo>
                  <a:pt x="0" y="0"/>
                </a:lnTo>
                <a:close/>
              </a:path>
            </a:pathLst>
          </a:custGeom>
          <a:solidFill>
            <a:srgbClr val="8B5A2B"/>
          </a:solidFill>
          <a:ln w="12700">
            <a:solidFill>
              <a:srgbClr val="1F2937"/>
            </a:solidFill>
            <a:prstDash val="solid"/>
          </a:ln>
        </p:spPr>
      </p:sp>
      <p:sp>
        <p:nvSpPr>
          <p:cNvPr id="30" name="S09-mark361"/>
          <p:cNvSpPr/>
          <p:nvPr/>
        </p:nvSpPr>
        <p:spPr>
          <a:xfrm>
            <a:off x="8206815" y="2556115"/>
            <a:ext cx="238010" cy="193383"/>
          </a:xfrm>
          <a:custGeom>
            <a:avLst/>
            <a:gdLst/>
            <a:ahLst/>
            <a:cxnLst/>
            <a:rect l="l" t="t" r="r" b="b"/>
            <a:pathLst>
              <a:path w="238010" h="193383">
                <a:moveTo>
                  <a:pt x="0" y="193383"/>
                </a:moveTo>
                <a:lnTo>
                  <a:pt x="238010" y="193383"/>
                </a:lnTo>
                <a:lnTo>
                  <a:pt x="119005" y="0"/>
                </a:lnTo>
                <a:close/>
              </a:path>
            </a:pathLst>
          </a:custGeom>
          <a:solidFill>
            <a:srgbClr val="2A9D8F"/>
          </a:solidFill>
          <a:ln w="15875">
            <a:solidFill>
              <a:srgbClr val="1F2937"/>
            </a:solidFill>
            <a:prstDash val="solid"/>
          </a:ln>
        </p:spPr>
      </p:sp>
      <p:sp>
        <p:nvSpPr>
          <p:cNvPr id="31" name="S09-mark362"/>
          <p:cNvSpPr/>
          <p:nvPr/>
        </p:nvSpPr>
        <p:spPr>
          <a:xfrm>
            <a:off x="9927429" y="2585866"/>
            <a:ext cx="133881" cy="230572"/>
          </a:xfrm>
          <a:custGeom>
            <a:avLst/>
            <a:gdLst/>
            <a:ahLst/>
            <a:cxnLst/>
            <a:rect l="l" t="t" r="r" b="b"/>
            <a:pathLst>
              <a:path w="133881" h="230572">
                <a:moveTo>
                  <a:pt x="0" y="200821"/>
                </a:moveTo>
                <a:lnTo>
                  <a:pt x="133881" y="230572"/>
                </a:lnTo>
                <a:lnTo>
                  <a:pt x="133881" y="29751"/>
                </a:lnTo>
                <a:lnTo>
                  <a:pt x="0" y="0"/>
                </a:lnTo>
                <a:close/>
              </a:path>
            </a:pathLst>
          </a:custGeom>
          <a:solidFill>
            <a:srgbClr val="3D5A80"/>
          </a:solidFill>
          <a:ln w="15875">
            <a:solidFill>
              <a:srgbClr val="1F2937"/>
            </a:solidFill>
            <a:prstDash val="solid"/>
          </a:ln>
        </p:spPr>
      </p:sp>
      <p:sp>
        <p:nvSpPr>
          <p:cNvPr id="32" name="S09-mark363"/>
          <p:cNvSpPr/>
          <p:nvPr/>
        </p:nvSpPr>
        <p:spPr>
          <a:xfrm>
            <a:off x="10061309" y="2585866"/>
            <a:ext cx="133881" cy="230572"/>
          </a:xfrm>
          <a:custGeom>
            <a:avLst/>
            <a:gdLst/>
            <a:ahLst/>
            <a:cxnLst/>
            <a:rect l="l" t="t" r="r" b="b"/>
            <a:pathLst>
              <a:path w="133881" h="230572">
                <a:moveTo>
                  <a:pt x="133881" y="200821"/>
                </a:moveTo>
                <a:lnTo>
                  <a:pt x="0" y="230572"/>
                </a:lnTo>
                <a:lnTo>
                  <a:pt x="0" y="29751"/>
                </a:lnTo>
                <a:lnTo>
                  <a:pt x="133881" y="0"/>
                </a:lnTo>
                <a:close/>
              </a:path>
            </a:pathLst>
          </a:custGeom>
          <a:solidFill>
            <a:srgbClr val="3D5A80"/>
          </a:solidFill>
          <a:ln w="15875">
            <a:solidFill>
              <a:srgbClr val="1F2937"/>
            </a:solidFill>
            <a:prstDash val="solid"/>
          </a:ln>
        </p:spPr>
      </p:sp>
      <p:sp>
        <p:nvSpPr>
          <p:cNvPr id="33" name="S09-mark364"/>
          <p:cNvSpPr/>
          <p:nvPr/>
        </p:nvSpPr>
        <p:spPr>
          <a:xfrm>
            <a:off x="9998088" y="2950319"/>
            <a:ext cx="126443" cy="96692"/>
          </a:xfrm>
          <a:custGeom>
            <a:avLst/>
            <a:gdLst/>
            <a:ahLst/>
            <a:cxnLst/>
            <a:rect l="l" t="t" r="r" b="b"/>
            <a:pathLst>
              <a:path w="126443" h="96692">
                <a:moveTo>
                  <a:pt x="126443" y="96692"/>
                </a:moveTo>
                <a:lnTo>
                  <a:pt x="118179" y="48346"/>
                </a:lnTo>
                <a:lnTo>
                  <a:pt x="94626" y="12810"/>
                </a:lnTo>
                <a:lnTo>
                  <a:pt x="63221" y="0"/>
                </a:lnTo>
                <a:lnTo>
                  <a:pt x="31404" y="12810"/>
                </a:lnTo>
                <a:lnTo>
                  <a:pt x="8264" y="48346"/>
                </a:lnTo>
                <a:lnTo>
                  <a:pt x="0" y="96692"/>
                </a:lnTo>
              </a:path>
            </a:pathLst>
          </a:custGeom>
          <a:noFill/>
          <a:ln w="25400">
            <a:solidFill>
              <a:srgbClr val="1F2937"/>
            </a:solidFill>
            <a:prstDash val="solid"/>
          </a:ln>
        </p:spPr>
      </p:sp>
      <p:sp>
        <p:nvSpPr>
          <p:cNvPr id="34" name="S09-mark365"/>
          <p:cNvSpPr/>
          <p:nvPr/>
        </p:nvSpPr>
        <p:spPr>
          <a:xfrm>
            <a:off x="9938586" y="3047011"/>
            <a:ext cx="245448" cy="163632"/>
          </a:xfrm>
          <a:custGeom>
            <a:avLst/>
            <a:gdLst/>
            <a:ahLst/>
            <a:cxnLst/>
            <a:rect l="l" t="t" r="r" b="b"/>
            <a:pathLst>
              <a:path w="245448" h="163632">
                <a:moveTo>
                  <a:pt x="0" y="0"/>
                </a:moveTo>
                <a:lnTo>
                  <a:pt x="245448" y="0"/>
                </a:lnTo>
                <a:lnTo>
                  <a:pt x="215697" y="163632"/>
                </a:lnTo>
                <a:lnTo>
                  <a:pt x="29751" y="163632"/>
                </a:lnTo>
                <a:close/>
              </a:path>
            </a:pathLst>
          </a:custGeom>
          <a:solidFill>
            <a:srgbClr val="F2C14E"/>
          </a:solidFill>
          <a:ln w="15875">
            <a:solidFill>
              <a:srgbClr val="1F2937"/>
            </a:solidFill>
            <a:prstDash val="solid"/>
          </a:ln>
        </p:spPr>
      </p:sp>
      <p:sp>
        <p:nvSpPr>
          <p:cNvPr id="35" name="S09-mark366"/>
          <p:cNvSpPr/>
          <p:nvPr/>
        </p:nvSpPr>
        <p:spPr>
          <a:xfrm>
            <a:off x="8214253" y="3307334"/>
            <a:ext cx="223134" cy="275199"/>
          </a:xfrm>
          <a:custGeom>
            <a:avLst/>
            <a:gdLst/>
            <a:ahLst/>
            <a:cxnLst/>
            <a:rect l="l" t="t" r="r" b="b"/>
            <a:pathLst>
              <a:path w="223134" h="275199">
                <a:moveTo>
                  <a:pt x="0" y="275199"/>
                </a:moveTo>
                <a:lnTo>
                  <a:pt x="223134" y="275199"/>
                </a:lnTo>
                <a:lnTo>
                  <a:pt x="223134" y="126443"/>
                </a:lnTo>
                <a:lnTo>
                  <a:pt x="111567" y="0"/>
                </a:lnTo>
                <a:lnTo>
                  <a:pt x="0" y="126443"/>
                </a:lnTo>
                <a:close/>
              </a:path>
            </a:pathLst>
          </a:custGeom>
          <a:solidFill>
            <a:srgbClr val="FDEBDD"/>
          </a:solidFill>
          <a:ln w="19050">
            <a:solidFill>
              <a:srgbClr val="1F2937"/>
            </a:solidFill>
            <a:prstDash val="solid"/>
          </a:ln>
        </p:spPr>
      </p:sp>
      <p:sp>
        <p:nvSpPr>
          <p:cNvPr id="36" name="S09-mark367"/>
          <p:cNvSpPr/>
          <p:nvPr/>
        </p:nvSpPr>
        <p:spPr>
          <a:xfrm>
            <a:off x="5366397" y="2315626"/>
            <a:ext cx="381808" cy="381808"/>
          </a:xfrm>
          <a:prstGeom prst="ellipse">
            <a:avLst/>
          </a:prstGeom>
          <a:solidFill>
            <a:srgbClr val="FFFFFF"/>
          </a:solidFill>
          <a:ln w="25400">
            <a:solidFill>
              <a:srgbClr val="1F2937"/>
            </a:solidFill>
            <a:prstDash val="solid"/>
          </a:ln>
        </p:spPr>
      </p:sp>
      <p:sp>
        <p:nvSpPr>
          <p:cNvPr id="37" name="S09-mark368"/>
          <p:cNvSpPr/>
          <p:nvPr/>
        </p:nvSpPr>
        <p:spPr>
          <a:xfrm>
            <a:off x="5476311" y="2425540"/>
            <a:ext cx="161979" cy="161979"/>
          </a:xfrm>
          <a:prstGeom prst="ellipse">
            <a:avLst/>
          </a:prstGeom>
          <a:solidFill>
            <a:srgbClr val="264653"/>
          </a:solidFill>
          <a:ln w="12700">
            <a:solidFill>
              <a:srgbClr val="1F2937"/>
            </a:solidFill>
            <a:prstDash val="solid"/>
          </a:ln>
        </p:spPr>
      </p:sp>
      <p:sp>
        <p:nvSpPr>
          <p:cNvPr id="38" name="S09-mark369"/>
          <p:cNvSpPr/>
          <p:nvPr/>
        </p:nvSpPr>
        <p:spPr>
          <a:xfrm>
            <a:off x="8203096" y="2954038"/>
            <a:ext cx="245448" cy="245448"/>
          </a:xfrm>
          <a:prstGeom prst="ellipse">
            <a:avLst/>
          </a:prstGeom>
          <a:solidFill>
            <a:srgbClr val="FFFFFF"/>
          </a:solidFill>
          <a:ln w="25400">
            <a:solidFill>
              <a:srgbClr val="1F2937"/>
            </a:solidFill>
            <a:prstDash val="solid"/>
          </a:ln>
        </p:spPr>
      </p:sp>
      <p:sp>
        <p:nvSpPr>
          <p:cNvPr id="39" name="S09-mark370"/>
          <p:cNvSpPr/>
          <p:nvPr/>
        </p:nvSpPr>
        <p:spPr>
          <a:xfrm>
            <a:off x="8273755" y="3024697"/>
            <a:ext cx="104129" cy="104129"/>
          </a:xfrm>
          <a:prstGeom prst="ellipse">
            <a:avLst/>
          </a:prstGeom>
          <a:solidFill>
            <a:srgbClr val="264653"/>
          </a:solidFill>
          <a:ln w="12700">
            <a:solidFill>
              <a:srgbClr val="1F2937"/>
            </a:solidFill>
            <a:prstDash val="solid"/>
          </a:ln>
        </p:spPr>
      </p:sp>
      <p:sp>
        <p:nvSpPr>
          <p:cNvPr id="40" name="S09-mark371"/>
          <p:cNvSpPr/>
          <p:nvPr/>
        </p:nvSpPr>
        <p:spPr>
          <a:xfrm flipV="1">
            <a:off x="3116045" y="2298271"/>
            <a:ext cx="0" cy="416518"/>
          </a:xfrm>
          <a:prstGeom prst="line">
            <a:avLst/>
          </a:prstGeom>
          <a:noFill/>
          <a:ln w="28575">
            <a:solidFill>
              <a:srgbClr val="1F2937"/>
            </a:solidFill>
            <a:prstDash val="solid"/>
          </a:ln>
        </p:spPr>
      </p:sp>
      <p:sp>
        <p:nvSpPr>
          <p:cNvPr id="41" name="S09-mark372"/>
          <p:cNvSpPr/>
          <p:nvPr/>
        </p:nvSpPr>
        <p:spPr>
          <a:xfrm flipV="1">
            <a:off x="640080" y="1638785"/>
            <a:ext cx="0" cy="2313986"/>
          </a:xfrm>
          <a:prstGeom prst="line">
            <a:avLst/>
          </a:prstGeom>
          <a:noFill/>
          <a:ln w="9525">
            <a:solidFill>
              <a:srgbClr val="B8C2CC"/>
            </a:solidFill>
            <a:prstDash val="solid"/>
          </a:ln>
        </p:spPr>
      </p:sp>
      <p:sp>
        <p:nvSpPr>
          <p:cNvPr id="42" name="S09-mark373"/>
          <p:cNvSpPr/>
          <p:nvPr/>
        </p:nvSpPr>
        <p:spPr>
          <a:xfrm flipV="1">
            <a:off x="1218577" y="1638785"/>
            <a:ext cx="0" cy="2313986"/>
          </a:xfrm>
          <a:prstGeom prst="line">
            <a:avLst/>
          </a:prstGeom>
          <a:noFill/>
          <a:ln w="9525">
            <a:solidFill>
              <a:srgbClr val="B8C2CC"/>
            </a:solidFill>
            <a:prstDash val="solid"/>
          </a:ln>
        </p:spPr>
      </p:sp>
      <p:sp>
        <p:nvSpPr>
          <p:cNvPr id="43" name="S09-mark374"/>
          <p:cNvSpPr/>
          <p:nvPr/>
        </p:nvSpPr>
        <p:spPr>
          <a:xfrm flipV="1">
            <a:off x="1797073" y="1638785"/>
            <a:ext cx="0" cy="2313986"/>
          </a:xfrm>
          <a:prstGeom prst="line">
            <a:avLst/>
          </a:prstGeom>
          <a:noFill/>
          <a:ln w="9525">
            <a:solidFill>
              <a:srgbClr val="B8C2CC"/>
            </a:solidFill>
            <a:prstDash val="solid"/>
          </a:ln>
        </p:spPr>
      </p:sp>
      <p:sp>
        <p:nvSpPr>
          <p:cNvPr id="44" name="S09-mark375"/>
          <p:cNvSpPr/>
          <p:nvPr/>
        </p:nvSpPr>
        <p:spPr>
          <a:xfrm flipV="1">
            <a:off x="2375570" y="1638785"/>
            <a:ext cx="0" cy="2313986"/>
          </a:xfrm>
          <a:prstGeom prst="line">
            <a:avLst/>
          </a:prstGeom>
          <a:noFill/>
          <a:ln w="9525">
            <a:solidFill>
              <a:srgbClr val="B8C2CC"/>
            </a:solidFill>
            <a:prstDash val="solid"/>
          </a:ln>
        </p:spPr>
      </p:sp>
      <p:sp>
        <p:nvSpPr>
          <p:cNvPr id="45" name="S09-mark376"/>
          <p:cNvSpPr/>
          <p:nvPr/>
        </p:nvSpPr>
        <p:spPr>
          <a:xfrm flipV="1">
            <a:off x="2954066" y="1638785"/>
            <a:ext cx="0" cy="2313986"/>
          </a:xfrm>
          <a:prstGeom prst="line">
            <a:avLst/>
          </a:prstGeom>
          <a:noFill/>
          <a:ln w="9525">
            <a:solidFill>
              <a:srgbClr val="B8C2CC"/>
            </a:solidFill>
            <a:prstDash val="solid"/>
          </a:ln>
        </p:spPr>
      </p:sp>
      <p:sp>
        <p:nvSpPr>
          <p:cNvPr id="46" name="S09-mark377"/>
          <p:cNvSpPr/>
          <p:nvPr/>
        </p:nvSpPr>
        <p:spPr>
          <a:xfrm flipV="1">
            <a:off x="3532563" y="1638785"/>
            <a:ext cx="0" cy="2313986"/>
          </a:xfrm>
          <a:prstGeom prst="line">
            <a:avLst/>
          </a:prstGeom>
          <a:noFill/>
          <a:ln w="9525">
            <a:solidFill>
              <a:srgbClr val="B8C2CC"/>
            </a:solidFill>
            <a:prstDash val="solid"/>
          </a:ln>
        </p:spPr>
      </p:sp>
      <p:sp>
        <p:nvSpPr>
          <p:cNvPr id="47" name="S09-mark378"/>
          <p:cNvSpPr/>
          <p:nvPr/>
        </p:nvSpPr>
        <p:spPr>
          <a:xfrm flipV="1">
            <a:off x="4111059" y="1638785"/>
            <a:ext cx="0" cy="2313986"/>
          </a:xfrm>
          <a:prstGeom prst="line">
            <a:avLst/>
          </a:prstGeom>
          <a:noFill/>
          <a:ln w="9525">
            <a:solidFill>
              <a:srgbClr val="B8C2CC"/>
            </a:solidFill>
            <a:prstDash val="solid"/>
          </a:ln>
        </p:spPr>
      </p:sp>
      <p:sp>
        <p:nvSpPr>
          <p:cNvPr id="48" name="S09-mark379"/>
          <p:cNvSpPr/>
          <p:nvPr/>
        </p:nvSpPr>
        <p:spPr>
          <a:xfrm flipV="1">
            <a:off x="4689556" y="1638785"/>
            <a:ext cx="0" cy="2313986"/>
          </a:xfrm>
          <a:prstGeom prst="line">
            <a:avLst/>
          </a:prstGeom>
          <a:noFill/>
          <a:ln w="9525">
            <a:solidFill>
              <a:srgbClr val="B8C2CC"/>
            </a:solidFill>
            <a:prstDash val="solid"/>
          </a:ln>
        </p:spPr>
      </p:sp>
      <p:sp>
        <p:nvSpPr>
          <p:cNvPr id="49" name="S09-mark380"/>
          <p:cNvSpPr/>
          <p:nvPr/>
        </p:nvSpPr>
        <p:spPr>
          <a:xfrm flipV="1">
            <a:off x="5268052" y="1638785"/>
            <a:ext cx="0" cy="2313986"/>
          </a:xfrm>
          <a:prstGeom prst="line">
            <a:avLst/>
          </a:prstGeom>
          <a:noFill/>
          <a:ln w="9525">
            <a:solidFill>
              <a:srgbClr val="B8C2CC"/>
            </a:solidFill>
            <a:prstDash val="solid"/>
          </a:ln>
        </p:spPr>
      </p:sp>
      <p:sp>
        <p:nvSpPr>
          <p:cNvPr id="50" name="S09-mark381"/>
          <p:cNvSpPr/>
          <p:nvPr/>
        </p:nvSpPr>
        <p:spPr>
          <a:xfrm flipV="1">
            <a:off x="5846549" y="1638785"/>
            <a:ext cx="0" cy="2313986"/>
          </a:xfrm>
          <a:prstGeom prst="line">
            <a:avLst/>
          </a:prstGeom>
          <a:noFill/>
          <a:ln w="9525">
            <a:solidFill>
              <a:srgbClr val="B8C2CC"/>
            </a:solidFill>
            <a:prstDash val="solid"/>
          </a:ln>
        </p:spPr>
      </p:sp>
      <p:sp>
        <p:nvSpPr>
          <p:cNvPr id="51" name="S09-mark382"/>
          <p:cNvSpPr/>
          <p:nvPr/>
        </p:nvSpPr>
        <p:spPr>
          <a:xfrm flipV="1">
            <a:off x="6425045" y="1638785"/>
            <a:ext cx="0" cy="2313986"/>
          </a:xfrm>
          <a:prstGeom prst="line">
            <a:avLst/>
          </a:prstGeom>
          <a:noFill/>
          <a:ln w="9525">
            <a:solidFill>
              <a:srgbClr val="B8C2CC"/>
            </a:solidFill>
            <a:prstDash val="solid"/>
          </a:ln>
        </p:spPr>
      </p:sp>
      <p:sp>
        <p:nvSpPr>
          <p:cNvPr id="52" name="S09-mark383"/>
          <p:cNvSpPr/>
          <p:nvPr/>
        </p:nvSpPr>
        <p:spPr>
          <a:xfrm>
            <a:off x="640080" y="3952771"/>
            <a:ext cx="5784965" cy="0"/>
          </a:xfrm>
          <a:prstGeom prst="line">
            <a:avLst/>
          </a:prstGeom>
          <a:noFill/>
          <a:ln w="9525">
            <a:solidFill>
              <a:srgbClr val="B8C2CC"/>
            </a:solidFill>
            <a:prstDash val="solid"/>
          </a:ln>
        </p:spPr>
      </p:sp>
      <p:sp>
        <p:nvSpPr>
          <p:cNvPr id="53" name="S09-mark384"/>
          <p:cNvSpPr/>
          <p:nvPr/>
        </p:nvSpPr>
        <p:spPr>
          <a:xfrm>
            <a:off x="640080" y="3374275"/>
            <a:ext cx="5784965" cy="0"/>
          </a:xfrm>
          <a:prstGeom prst="line">
            <a:avLst/>
          </a:prstGeom>
          <a:noFill/>
          <a:ln w="9525">
            <a:solidFill>
              <a:srgbClr val="B8C2CC"/>
            </a:solidFill>
            <a:prstDash val="solid"/>
          </a:ln>
        </p:spPr>
      </p:sp>
      <p:sp>
        <p:nvSpPr>
          <p:cNvPr id="54" name="S09-mark385"/>
          <p:cNvSpPr/>
          <p:nvPr/>
        </p:nvSpPr>
        <p:spPr>
          <a:xfrm>
            <a:off x="640080" y="2795778"/>
            <a:ext cx="5784965" cy="0"/>
          </a:xfrm>
          <a:prstGeom prst="line">
            <a:avLst/>
          </a:prstGeom>
          <a:noFill/>
          <a:ln w="9525">
            <a:solidFill>
              <a:srgbClr val="B8C2CC"/>
            </a:solidFill>
            <a:prstDash val="solid"/>
          </a:ln>
        </p:spPr>
      </p:sp>
      <p:sp>
        <p:nvSpPr>
          <p:cNvPr id="55" name="S09-mark386"/>
          <p:cNvSpPr/>
          <p:nvPr/>
        </p:nvSpPr>
        <p:spPr>
          <a:xfrm>
            <a:off x="640080" y="2217281"/>
            <a:ext cx="5784965" cy="0"/>
          </a:xfrm>
          <a:prstGeom prst="line">
            <a:avLst/>
          </a:prstGeom>
          <a:noFill/>
          <a:ln w="9525">
            <a:solidFill>
              <a:srgbClr val="B8C2CC"/>
            </a:solidFill>
            <a:prstDash val="solid"/>
          </a:ln>
        </p:spPr>
      </p:sp>
      <p:sp>
        <p:nvSpPr>
          <p:cNvPr id="56" name="S09-mark387"/>
          <p:cNvSpPr/>
          <p:nvPr/>
        </p:nvSpPr>
        <p:spPr>
          <a:xfrm>
            <a:off x="640080" y="1638785"/>
            <a:ext cx="5784965" cy="0"/>
          </a:xfrm>
          <a:prstGeom prst="line">
            <a:avLst/>
          </a:prstGeom>
          <a:noFill/>
          <a:ln w="9525">
            <a:solidFill>
              <a:srgbClr val="B8C2CC"/>
            </a:solidFill>
            <a:prstDash val="solid"/>
          </a:ln>
        </p:spPr>
      </p:sp>
      <p:sp>
        <p:nvSpPr>
          <p:cNvPr id="57" name="S09-mark388"/>
          <p:cNvSpPr/>
          <p:nvPr/>
        </p:nvSpPr>
        <p:spPr>
          <a:xfrm flipV="1">
            <a:off x="7210148" y="2444548"/>
            <a:ext cx="0" cy="702460"/>
          </a:xfrm>
          <a:prstGeom prst="line">
            <a:avLst/>
          </a:prstGeom>
          <a:noFill/>
          <a:ln w="38100">
            <a:solidFill>
              <a:srgbClr val="1F2937"/>
            </a:solidFill>
            <a:prstDash val="solid"/>
            <a:tailEnd type="triangle"/>
          </a:ln>
        </p:spPr>
      </p:sp>
      <p:sp>
        <p:nvSpPr>
          <p:cNvPr id="58" name="S09-mark389"/>
          <p:cNvSpPr/>
          <p:nvPr/>
        </p:nvSpPr>
        <p:spPr>
          <a:xfrm>
            <a:off x="6858918" y="2795778"/>
            <a:ext cx="702460" cy="0"/>
          </a:xfrm>
          <a:prstGeom prst="line">
            <a:avLst/>
          </a:prstGeom>
          <a:noFill/>
          <a:ln w="25400">
            <a:solidFill>
              <a:srgbClr val="1F2937"/>
            </a:solidFill>
            <a:prstDash val="solid"/>
          </a:ln>
        </p:spPr>
      </p:sp>
      <p:sp>
        <p:nvSpPr>
          <p:cNvPr id="59" name="S09-mark390"/>
          <p:cNvSpPr/>
          <p:nvPr/>
        </p:nvSpPr>
        <p:spPr>
          <a:xfrm flipV="1">
            <a:off x="8244004" y="2199100"/>
            <a:ext cx="0" cy="267761"/>
          </a:xfrm>
          <a:prstGeom prst="line">
            <a:avLst/>
          </a:prstGeom>
          <a:noFill/>
          <a:ln w="28575">
            <a:solidFill>
              <a:srgbClr val="1F2937"/>
            </a:solidFill>
            <a:prstDash val="solid"/>
          </a:ln>
        </p:spPr>
      </p:sp>
      <p:sp>
        <p:nvSpPr>
          <p:cNvPr id="60" name="S09-label392"/>
          <p:cNvSpPr txBox="1"/>
          <p:nvPr/>
        </p:nvSpPr>
        <p:spPr>
          <a:xfrm>
            <a:off x="7005932" y="206810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9-label394"/>
          <p:cNvSpPr txBox="1"/>
          <p:nvPr/>
        </p:nvSpPr>
        <p:spPr>
          <a:xfrm>
            <a:off x="7005932" y="314245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9-label396"/>
          <p:cNvSpPr txBox="1"/>
          <p:nvPr/>
        </p:nvSpPr>
        <p:spPr>
          <a:xfrm>
            <a:off x="7543107"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9-label398"/>
          <p:cNvSpPr txBox="1"/>
          <p:nvPr/>
        </p:nvSpPr>
        <p:spPr>
          <a:xfrm>
            <a:off x="6468757"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9-label400"/>
          <p:cNvSpPr txBox="1"/>
          <p:nvPr/>
        </p:nvSpPr>
        <p:spPr>
          <a:xfrm>
            <a:off x="9439154" y="183050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9-label402"/>
          <p:cNvSpPr txBox="1"/>
          <p:nvPr/>
        </p:nvSpPr>
        <p:spPr>
          <a:xfrm>
            <a:off x="8798675" y="214248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9-label404"/>
          <p:cNvSpPr txBox="1"/>
          <p:nvPr/>
        </p:nvSpPr>
        <p:spPr>
          <a:xfrm>
            <a:off x="10534165" y="214248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9-label406"/>
          <p:cNvSpPr txBox="1"/>
          <p:nvPr/>
        </p:nvSpPr>
        <p:spPr>
          <a:xfrm>
            <a:off x="8798675" y="2514371"/>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9-label408"/>
          <p:cNvSpPr txBox="1"/>
          <p:nvPr/>
        </p:nvSpPr>
        <p:spPr>
          <a:xfrm>
            <a:off x="10384813" y="2514371"/>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9-label410"/>
          <p:cNvSpPr txBox="1"/>
          <p:nvPr/>
        </p:nvSpPr>
        <p:spPr>
          <a:xfrm>
            <a:off x="8499971" y="2886262"/>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9-label412"/>
          <p:cNvSpPr txBox="1"/>
          <p:nvPr/>
        </p:nvSpPr>
        <p:spPr>
          <a:xfrm>
            <a:off x="10534165" y="2886262"/>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9-label414"/>
          <p:cNvSpPr txBox="1"/>
          <p:nvPr/>
        </p:nvSpPr>
        <p:spPr>
          <a:xfrm>
            <a:off x="8948027" y="3258153"/>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동서남북은 바뀔까요?</a:t>
            </a:r>
            <a:endParaRPr lang="ko-KR" sz="4000" dirty="0"/>
          </a:p>
        </p:txBody>
      </p:sp>
      <p:sp>
        <p:nvSpPr>
          <p:cNvPr id="3" name="S10-card415"/>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10-cardtext416"/>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두 친구가 동서남북을 두고 말했어요.</a:t>
            </a:r>
            <a:endParaRPr lang="ko-KR" sz="3000" dirty="0"/>
          </a:p>
        </p:txBody>
      </p:sp>
      <p:sp>
        <p:nvSpPr>
          <p:cNvPr id="5" name="S10-card41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10-cardtext41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누구 말이 맞을까요? 해가 뜨는 쪽을 떠올려 봐요.</a:t>
            </a:r>
            <a:endParaRPr lang="ko-KR" sz="3000" dirty="0"/>
          </a:p>
        </p:txBody>
      </p:sp>
      <p:sp>
        <p:nvSpPr>
          <p:cNvPr id="7" name="S10-chip419"/>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10-text420"/>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내가 뒤로 돌면</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동쪽도 바뀌어요.</a:t>
            </a:r>
            <a:endParaRPr lang="ko-KR" sz="3000" dirty="0"/>
          </a:p>
        </p:txBody>
      </p:sp>
      <p:sp>
        <p:nvSpPr>
          <p:cNvPr id="9" name="S10-chip421"/>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10-text422"/>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내가 뒤로 돌아도</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동쪽은 그대로예요.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햇살마을 그림지도</a:t>
            </a:r>
            <a:endParaRPr lang="ko-KR" sz="4000" dirty="0"/>
          </a:p>
        </p:txBody>
      </p:sp>
      <p:sp>
        <p:nvSpPr>
          <p:cNvPr id="3" name="S11-card423"/>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11-cardtext424"/>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더하기 기호는 어떤 곳을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공원은 학교의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병원은 도서관의 어느 쪽에 있나요?</a:t>
            </a:r>
            <a:endParaRPr lang="ko-KR" sz="3000" dirty="0"/>
          </a:p>
        </p:txBody>
      </p:sp>
      <p:sp>
        <p:nvSpPr>
          <p:cNvPr id="5" name="S11-figure425" descr="햇살마을 그림지도(모눈 8×5칸, 위쪽이 북쪽). 남북으로 큰길. 큰길 서쪽에 학교, 학교 바로 북쪽에 공원, 학교 바로 서쪽 끝에 시장. 큰길 동쪽에 도서관(학교와 같은 줄), 도서관 바로 남쪽 아래 끝에 병원, 북동쪽 끝에 주민센터. 오른쪽에 방위표와 범례."/>
          <p:cNvSpPr/>
          <p:nvPr/>
        </p:nvSpPr>
        <p:spPr>
          <a:xfrm>
            <a:off x="2570418" y="3622853"/>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6" name="S11-mark426"/>
          <p:cNvSpPr/>
          <p:nvPr/>
        </p:nvSpPr>
        <p:spPr>
          <a:xfrm>
            <a:off x="2570418" y="3071470"/>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7" name="S11-mark427"/>
          <p:cNvSpPr/>
          <p:nvPr/>
        </p:nvSpPr>
        <p:spPr>
          <a:xfrm>
            <a:off x="2570418" y="2520086"/>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8" name="S11-mark428"/>
          <p:cNvSpPr/>
          <p:nvPr/>
        </p:nvSpPr>
        <p:spPr>
          <a:xfrm>
            <a:off x="2570418" y="1968703"/>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9" name="S11-mark429"/>
          <p:cNvSpPr/>
          <p:nvPr/>
        </p:nvSpPr>
        <p:spPr>
          <a:xfrm>
            <a:off x="2570418" y="1417320"/>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10" name="S11-mark430"/>
          <p:cNvSpPr/>
          <p:nvPr/>
        </p:nvSpPr>
        <p:spPr>
          <a:xfrm>
            <a:off x="1097985" y="2608308"/>
            <a:ext cx="187470" cy="143360"/>
          </a:xfrm>
          <a:custGeom>
            <a:avLst/>
            <a:gdLst/>
            <a:ahLst/>
            <a:cxnLst/>
            <a:rect l="l" t="t" r="r" b="b"/>
            <a:pathLst>
              <a:path w="187470" h="143360">
                <a:moveTo>
                  <a:pt x="187470" y="143360"/>
                </a:moveTo>
                <a:lnTo>
                  <a:pt x="175004" y="71920"/>
                </a:lnTo>
                <a:lnTo>
                  <a:pt x="140962" y="19179"/>
                </a:lnTo>
                <a:lnTo>
                  <a:pt x="93975" y="0"/>
                </a:lnTo>
                <a:lnTo>
                  <a:pt x="46987" y="19179"/>
                </a:lnTo>
                <a:lnTo>
                  <a:pt x="12946" y="71920"/>
                </a:lnTo>
                <a:lnTo>
                  <a:pt x="0" y="143360"/>
                </a:lnTo>
              </a:path>
            </a:pathLst>
          </a:custGeom>
          <a:noFill/>
          <a:ln w="25400">
            <a:solidFill>
              <a:srgbClr val="1F2937"/>
            </a:solidFill>
            <a:prstDash val="solid"/>
          </a:ln>
        </p:spPr>
      </p:sp>
      <p:sp>
        <p:nvSpPr>
          <p:cNvPr id="11" name="S11-mark431"/>
          <p:cNvSpPr/>
          <p:nvPr/>
        </p:nvSpPr>
        <p:spPr>
          <a:xfrm>
            <a:off x="1009764" y="2751667"/>
            <a:ext cx="363913" cy="242609"/>
          </a:xfrm>
          <a:custGeom>
            <a:avLst/>
            <a:gdLst/>
            <a:ahLst/>
            <a:cxnLst/>
            <a:rect l="l" t="t" r="r" b="b"/>
            <a:pathLst>
              <a:path w="363913" h="242609">
                <a:moveTo>
                  <a:pt x="0" y="0"/>
                </a:moveTo>
                <a:lnTo>
                  <a:pt x="363913" y="0"/>
                </a:lnTo>
                <a:lnTo>
                  <a:pt x="319802" y="242609"/>
                </a:lnTo>
                <a:lnTo>
                  <a:pt x="44111" y="242609"/>
                </a:lnTo>
                <a:close/>
              </a:path>
            </a:pathLst>
          </a:custGeom>
          <a:solidFill>
            <a:srgbClr val="F2C14E"/>
          </a:solidFill>
          <a:ln w="15875">
            <a:solidFill>
              <a:srgbClr val="1F2937"/>
            </a:solidFill>
            <a:prstDash val="solid"/>
          </a:ln>
        </p:spPr>
      </p:sp>
      <p:sp>
        <p:nvSpPr>
          <p:cNvPr id="12" name="S11-mark432"/>
          <p:cNvSpPr/>
          <p:nvPr/>
        </p:nvSpPr>
        <p:spPr>
          <a:xfrm>
            <a:off x="2173422" y="2597280"/>
            <a:ext cx="297747" cy="176443"/>
          </a:xfrm>
          <a:custGeom>
            <a:avLst/>
            <a:gdLst/>
            <a:ahLst/>
            <a:cxnLst/>
            <a:rect l="l" t="t" r="r" b="b"/>
            <a:pathLst>
              <a:path w="297747" h="176443">
                <a:moveTo>
                  <a:pt x="0" y="0"/>
                </a:moveTo>
                <a:lnTo>
                  <a:pt x="297747" y="88221"/>
                </a:lnTo>
                <a:lnTo>
                  <a:pt x="0" y="176443"/>
                </a:lnTo>
                <a:close/>
              </a:path>
            </a:pathLst>
          </a:custGeom>
          <a:solidFill>
            <a:srgbClr val="E9762B"/>
          </a:solidFill>
          <a:ln w="15875">
            <a:solidFill>
              <a:srgbClr val="1F2937"/>
            </a:solidFill>
            <a:prstDash val="solid"/>
          </a:ln>
        </p:spPr>
      </p:sp>
      <p:sp>
        <p:nvSpPr>
          <p:cNvPr id="13" name="S11-mark433"/>
          <p:cNvSpPr/>
          <p:nvPr/>
        </p:nvSpPr>
        <p:spPr>
          <a:xfrm>
            <a:off x="2256369" y="2310561"/>
            <a:ext cx="76714" cy="143360"/>
          </a:xfrm>
          <a:custGeom>
            <a:avLst/>
            <a:gdLst/>
            <a:ahLst/>
            <a:cxnLst/>
            <a:rect l="l" t="t" r="r" b="b"/>
            <a:pathLst>
              <a:path w="76714" h="143360">
                <a:moveTo>
                  <a:pt x="0" y="143360"/>
                </a:moveTo>
                <a:lnTo>
                  <a:pt x="76714" y="143360"/>
                </a:lnTo>
                <a:lnTo>
                  <a:pt x="76714" y="0"/>
                </a:lnTo>
                <a:lnTo>
                  <a:pt x="0" y="0"/>
                </a:lnTo>
                <a:close/>
              </a:path>
            </a:pathLst>
          </a:custGeom>
          <a:solidFill>
            <a:srgbClr val="8B5A2B"/>
          </a:solidFill>
          <a:ln w="12700">
            <a:solidFill>
              <a:srgbClr val="1F2937"/>
            </a:solidFill>
            <a:prstDash val="solid"/>
          </a:ln>
        </p:spPr>
      </p:sp>
      <p:sp>
        <p:nvSpPr>
          <p:cNvPr id="14" name="S11-mark434"/>
          <p:cNvSpPr/>
          <p:nvPr/>
        </p:nvSpPr>
        <p:spPr>
          <a:xfrm>
            <a:off x="2118284" y="2023842"/>
            <a:ext cx="352885" cy="286719"/>
          </a:xfrm>
          <a:custGeom>
            <a:avLst/>
            <a:gdLst/>
            <a:ahLst/>
            <a:cxnLst/>
            <a:rect l="l" t="t" r="r" b="b"/>
            <a:pathLst>
              <a:path w="352885" h="286719">
                <a:moveTo>
                  <a:pt x="0" y="286719"/>
                </a:moveTo>
                <a:lnTo>
                  <a:pt x="352885" y="286719"/>
                </a:lnTo>
                <a:lnTo>
                  <a:pt x="176443" y="0"/>
                </a:lnTo>
                <a:close/>
              </a:path>
            </a:pathLst>
          </a:custGeom>
          <a:solidFill>
            <a:srgbClr val="2A9D8F"/>
          </a:solidFill>
          <a:ln w="15875">
            <a:solidFill>
              <a:srgbClr val="1F2937"/>
            </a:solidFill>
            <a:prstDash val="solid"/>
          </a:ln>
        </p:spPr>
      </p:sp>
      <p:sp>
        <p:nvSpPr>
          <p:cNvPr id="15" name="S11-mark435"/>
          <p:cNvSpPr/>
          <p:nvPr/>
        </p:nvSpPr>
        <p:spPr>
          <a:xfrm>
            <a:off x="3750378" y="2619335"/>
            <a:ext cx="198498" cy="341858"/>
          </a:xfrm>
          <a:custGeom>
            <a:avLst/>
            <a:gdLst/>
            <a:ahLst/>
            <a:cxnLst/>
            <a:rect l="l" t="t" r="r" b="b"/>
            <a:pathLst>
              <a:path w="198498" h="341858">
                <a:moveTo>
                  <a:pt x="0" y="297747"/>
                </a:moveTo>
                <a:lnTo>
                  <a:pt x="198498" y="341858"/>
                </a:lnTo>
                <a:lnTo>
                  <a:pt x="198498" y="44111"/>
                </a:lnTo>
                <a:lnTo>
                  <a:pt x="0" y="0"/>
                </a:lnTo>
                <a:close/>
              </a:path>
            </a:pathLst>
          </a:custGeom>
          <a:solidFill>
            <a:srgbClr val="3D5A80"/>
          </a:solidFill>
          <a:ln w="15875">
            <a:solidFill>
              <a:srgbClr val="1F2937"/>
            </a:solidFill>
            <a:prstDash val="solid"/>
          </a:ln>
        </p:spPr>
      </p:sp>
      <p:sp>
        <p:nvSpPr>
          <p:cNvPr id="16" name="S11-mark436"/>
          <p:cNvSpPr/>
          <p:nvPr/>
        </p:nvSpPr>
        <p:spPr>
          <a:xfrm>
            <a:off x="3948876" y="2619335"/>
            <a:ext cx="198498" cy="341858"/>
          </a:xfrm>
          <a:custGeom>
            <a:avLst/>
            <a:gdLst/>
            <a:ahLst/>
            <a:cxnLst/>
            <a:rect l="l" t="t" r="r" b="b"/>
            <a:pathLst>
              <a:path w="198498" h="341858">
                <a:moveTo>
                  <a:pt x="198498" y="297747"/>
                </a:moveTo>
                <a:lnTo>
                  <a:pt x="0" y="341858"/>
                </a:lnTo>
                <a:lnTo>
                  <a:pt x="0" y="44111"/>
                </a:lnTo>
                <a:lnTo>
                  <a:pt x="198498" y="0"/>
                </a:lnTo>
                <a:close/>
              </a:path>
            </a:pathLst>
          </a:custGeom>
          <a:solidFill>
            <a:srgbClr val="3D5A80"/>
          </a:solidFill>
          <a:ln w="15875">
            <a:solidFill>
              <a:srgbClr val="1F2937"/>
            </a:solidFill>
            <a:prstDash val="solid"/>
          </a:ln>
        </p:spPr>
      </p:sp>
      <p:sp>
        <p:nvSpPr>
          <p:cNvPr id="17" name="S11-mark437"/>
          <p:cNvSpPr/>
          <p:nvPr/>
        </p:nvSpPr>
        <p:spPr>
          <a:xfrm>
            <a:off x="3767159" y="3716828"/>
            <a:ext cx="363913" cy="363913"/>
          </a:xfrm>
          <a:custGeom>
            <a:avLst/>
            <a:gdLst/>
            <a:ahLst/>
            <a:cxnLst/>
            <a:rect l="l" t="t" r="r" b="b"/>
            <a:pathLst>
              <a:path w="363913" h="363913">
                <a:moveTo>
                  <a:pt x="126578" y="363913"/>
                </a:moveTo>
                <a:lnTo>
                  <a:pt x="236855" y="363913"/>
                </a:lnTo>
                <a:lnTo>
                  <a:pt x="236855" y="236855"/>
                </a:lnTo>
                <a:lnTo>
                  <a:pt x="363913" y="236855"/>
                </a:lnTo>
                <a:lnTo>
                  <a:pt x="363913" y="126578"/>
                </a:lnTo>
                <a:lnTo>
                  <a:pt x="236855" y="126578"/>
                </a:lnTo>
                <a:lnTo>
                  <a:pt x="236855" y="0"/>
                </a:lnTo>
                <a:lnTo>
                  <a:pt x="126578" y="0"/>
                </a:lnTo>
                <a:lnTo>
                  <a:pt x="126578" y="126578"/>
                </a:lnTo>
                <a:lnTo>
                  <a:pt x="0" y="126578"/>
                </a:lnTo>
                <a:lnTo>
                  <a:pt x="0" y="236855"/>
                </a:lnTo>
                <a:lnTo>
                  <a:pt x="126578" y="236855"/>
                </a:lnTo>
                <a:close/>
              </a:path>
            </a:pathLst>
          </a:custGeom>
          <a:solidFill>
            <a:srgbClr val="C8434E"/>
          </a:solidFill>
          <a:ln w="12700">
            <a:solidFill>
              <a:srgbClr val="1F2937"/>
            </a:solidFill>
            <a:prstDash val="solid"/>
          </a:ln>
        </p:spPr>
      </p:sp>
      <p:sp>
        <p:nvSpPr>
          <p:cNvPr id="18" name="S11-mark438"/>
          <p:cNvSpPr/>
          <p:nvPr/>
        </p:nvSpPr>
        <p:spPr>
          <a:xfrm>
            <a:off x="916269" y="1417320"/>
            <a:ext cx="4411066" cy="2756916"/>
          </a:xfrm>
          <a:custGeom>
            <a:avLst/>
            <a:gdLst/>
            <a:ahLst/>
            <a:cxnLst/>
            <a:rect l="l" t="t" r="r" b="b"/>
            <a:pathLst>
              <a:path w="4411066" h="2756916">
                <a:moveTo>
                  <a:pt x="0" y="2756916"/>
                </a:moveTo>
                <a:lnTo>
                  <a:pt x="4411066" y="2756916"/>
                </a:lnTo>
                <a:lnTo>
                  <a:pt x="4411066" y="0"/>
                </a:lnTo>
                <a:lnTo>
                  <a:pt x="0" y="0"/>
                </a:lnTo>
                <a:close/>
              </a:path>
            </a:pathLst>
          </a:custGeom>
          <a:noFill/>
          <a:ln w="19050">
            <a:solidFill>
              <a:srgbClr val="1F2937"/>
            </a:solidFill>
            <a:prstDash val="solid"/>
          </a:ln>
        </p:spPr>
      </p:sp>
      <p:sp>
        <p:nvSpPr>
          <p:cNvPr id="19" name="S11-mark439"/>
          <p:cNvSpPr/>
          <p:nvPr/>
        </p:nvSpPr>
        <p:spPr>
          <a:xfrm>
            <a:off x="7197242" y="1932743"/>
            <a:ext cx="4075441" cy="1726069"/>
          </a:xfrm>
          <a:custGeom>
            <a:avLst/>
            <a:gdLst/>
            <a:ahLst/>
            <a:cxnLst/>
            <a:rect l="l" t="t" r="r" b="b"/>
            <a:pathLst>
              <a:path w="4075441" h="1726069">
                <a:moveTo>
                  <a:pt x="0" y="1726069"/>
                </a:moveTo>
                <a:lnTo>
                  <a:pt x="4075441" y="1726069"/>
                </a:lnTo>
                <a:lnTo>
                  <a:pt x="4075441" y="0"/>
                </a:lnTo>
                <a:lnTo>
                  <a:pt x="0" y="0"/>
                </a:lnTo>
                <a:close/>
              </a:path>
            </a:pathLst>
          </a:custGeom>
          <a:solidFill>
            <a:srgbClr val="FFFFFF"/>
          </a:solidFill>
          <a:ln w="15875">
            <a:solidFill>
              <a:srgbClr val="1F2937"/>
            </a:solidFill>
            <a:prstDash val="solid"/>
          </a:ln>
        </p:spPr>
      </p:sp>
      <p:sp>
        <p:nvSpPr>
          <p:cNvPr id="20" name="S11-mark440"/>
          <p:cNvSpPr/>
          <p:nvPr/>
        </p:nvSpPr>
        <p:spPr>
          <a:xfrm>
            <a:off x="7197242" y="1932743"/>
            <a:ext cx="4075441" cy="359598"/>
          </a:xfrm>
          <a:custGeom>
            <a:avLst/>
            <a:gdLst/>
            <a:ahLst/>
            <a:cxnLst/>
            <a:rect l="l" t="t" r="r" b="b"/>
            <a:pathLst>
              <a:path w="4075441" h="359598">
                <a:moveTo>
                  <a:pt x="0" y="359598"/>
                </a:moveTo>
                <a:lnTo>
                  <a:pt x="4075441" y="359598"/>
                </a:lnTo>
                <a:lnTo>
                  <a:pt x="4075441" y="0"/>
                </a:lnTo>
                <a:lnTo>
                  <a:pt x="0" y="0"/>
                </a:lnTo>
                <a:close/>
              </a:path>
            </a:pathLst>
          </a:custGeom>
          <a:solidFill>
            <a:srgbClr val="EAF3F1"/>
          </a:solidFill>
          <a:ln w="15875">
            <a:solidFill>
              <a:srgbClr val="1F2937"/>
            </a:solidFill>
            <a:prstDash val="solid"/>
          </a:ln>
        </p:spPr>
      </p:sp>
      <p:sp>
        <p:nvSpPr>
          <p:cNvPr id="21" name="S11-mark441"/>
          <p:cNvSpPr/>
          <p:nvPr/>
        </p:nvSpPr>
        <p:spPr>
          <a:xfrm>
            <a:off x="7437933" y="2319191"/>
            <a:ext cx="233019" cy="138086"/>
          </a:xfrm>
          <a:custGeom>
            <a:avLst/>
            <a:gdLst/>
            <a:ahLst/>
            <a:cxnLst/>
            <a:rect l="l" t="t" r="r" b="b"/>
            <a:pathLst>
              <a:path w="233019" h="138086">
                <a:moveTo>
                  <a:pt x="0" y="0"/>
                </a:moveTo>
                <a:lnTo>
                  <a:pt x="233019" y="69043"/>
                </a:lnTo>
                <a:lnTo>
                  <a:pt x="0" y="138086"/>
                </a:lnTo>
                <a:close/>
              </a:path>
            </a:pathLst>
          </a:custGeom>
          <a:solidFill>
            <a:srgbClr val="E9762B"/>
          </a:solidFill>
          <a:ln w="15875">
            <a:solidFill>
              <a:srgbClr val="1F2937"/>
            </a:solidFill>
            <a:prstDash val="solid"/>
          </a:ln>
        </p:spPr>
      </p:sp>
      <p:sp>
        <p:nvSpPr>
          <p:cNvPr id="22" name="S11-mark442"/>
          <p:cNvSpPr/>
          <p:nvPr/>
        </p:nvSpPr>
        <p:spPr>
          <a:xfrm>
            <a:off x="9404214" y="2332137"/>
            <a:ext cx="284801" cy="284801"/>
          </a:xfrm>
          <a:custGeom>
            <a:avLst/>
            <a:gdLst/>
            <a:ahLst/>
            <a:cxnLst/>
            <a:rect l="l" t="t" r="r" b="b"/>
            <a:pathLst>
              <a:path w="284801" h="284801">
                <a:moveTo>
                  <a:pt x="99249" y="284801"/>
                </a:moveTo>
                <a:lnTo>
                  <a:pt x="185552" y="284801"/>
                </a:lnTo>
                <a:lnTo>
                  <a:pt x="185552" y="185552"/>
                </a:lnTo>
                <a:lnTo>
                  <a:pt x="284801" y="185552"/>
                </a:lnTo>
                <a:lnTo>
                  <a:pt x="284801" y="99249"/>
                </a:lnTo>
                <a:lnTo>
                  <a:pt x="185552" y="99249"/>
                </a:lnTo>
                <a:lnTo>
                  <a:pt x="185552" y="0"/>
                </a:lnTo>
                <a:lnTo>
                  <a:pt x="99249" y="0"/>
                </a:lnTo>
                <a:lnTo>
                  <a:pt x="99249" y="99249"/>
                </a:lnTo>
                <a:lnTo>
                  <a:pt x="0" y="99249"/>
                </a:lnTo>
                <a:lnTo>
                  <a:pt x="0" y="185552"/>
                </a:lnTo>
                <a:lnTo>
                  <a:pt x="99249" y="185552"/>
                </a:lnTo>
                <a:close/>
              </a:path>
            </a:pathLst>
          </a:custGeom>
          <a:solidFill>
            <a:srgbClr val="C8434E"/>
          </a:solidFill>
          <a:ln w="12700">
            <a:solidFill>
              <a:srgbClr val="1F2937"/>
            </a:solidFill>
            <a:prstDash val="solid"/>
          </a:ln>
        </p:spPr>
      </p:sp>
      <p:sp>
        <p:nvSpPr>
          <p:cNvPr id="23" name="S11-mark443"/>
          <p:cNvSpPr/>
          <p:nvPr/>
        </p:nvSpPr>
        <p:spPr>
          <a:xfrm>
            <a:off x="7502661" y="2957837"/>
            <a:ext cx="60412" cy="112194"/>
          </a:xfrm>
          <a:custGeom>
            <a:avLst/>
            <a:gdLst/>
            <a:ahLst/>
            <a:cxnLst/>
            <a:rect l="l" t="t" r="r" b="b"/>
            <a:pathLst>
              <a:path w="60412" h="112194">
                <a:moveTo>
                  <a:pt x="0" y="112194"/>
                </a:moveTo>
                <a:lnTo>
                  <a:pt x="60412" y="112194"/>
                </a:lnTo>
                <a:lnTo>
                  <a:pt x="60412" y="0"/>
                </a:lnTo>
                <a:lnTo>
                  <a:pt x="0" y="0"/>
                </a:lnTo>
                <a:close/>
              </a:path>
            </a:pathLst>
          </a:custGeom>
          <a:solidFill>
            <a:srgbClr val="8B5A2B"/>
          </a:solidFill>
          <a:ln w="12700">
            <a:solidFill>
              <a:srgbClr val="1F2937"/>
            </a:solidFill>
            <a:prstDash val="solid"/>
          </a:ln>
        </p:spPr>
      </p:sp>
      <p:sp>
        <p:nvSpPr>
          <p:cNvPr id="24" name="S11-mark444"/>
          <p:cNvSpPr/>
          <p:nvPr/>
        </p:nvSpPr>
        <p:spPr>
          <a:xfrm>
            <a:off x="7394781" y="2733448"/>
            <a:ext cx="276171" cy="224389"/>
          </a:xfrm>
          <a:custGeom>
            <a:avLst/>
            <a:gdLst/>
            <a:ahLst/>
            <a:cxnLst/>
            <a:rect l="l" t="t" r="r" b="b"/>
            <a:pathLst>
              <a:path w="276171" h="224389">
                <a:moveTo>
                  <a:pt x="0" y="224389"/>
                </a:moveTo>
                <a:lnTo>
                  <a:pt x="276171" y="224389"/>
                </a:lnTo>
                <a:lnTo>
                  <a:pt x="138086" y="0"/>
                </a:lnTo>
                <a:close/>
              </a:path>
            </a:pathLst>
          </a:custGeom>
          <a:solidFill>
            <a:srgbClr val="2A9D8F"/>
          </a:solidFill>
          <a:ln w="15875">
            <a:solidFill>
              <a:srgbClr val="1F2937"/>
            </a:solidFill>
            <a:prstDash val="solid"/>
          </a:ln>
        </p:spPr>
      </p:sp>
      <p:sp>
        <p:nvSpPr>
          <p:cNvPr id="25" name="S11-mark445"/>
          <p:cNvSpPr/>
          <p:nvPr/>
        </p:nvSpPr>
        <p:spPr>
          <a:xfrm>
            <a:off x="9391268" y="2767969"/>
            <a:ext cx="155346" cy="267541"/>
          </a:xfrm>
          <a:custGeom>
            <a:avLst/>
            <a:gdLst/>
            <a:ahLst/>
            <a:cxnLst/>
            <a:rect l="l" t="t" r="r" b="b"/>
            <a:pathLst>
              <a:path w="155346" h="267541">
                <a:moveTo>
                  <a:pt x="0" y="233019"/>
                </a:moveTo>
                <a:lnTo>
                  <a:pt x="155346" y="267541"/>
                </a:lnTo>
                <a:lnTo>
                  <a:pt x="155346" y="34521"/>
                </a:lnTo>
                <a:lnTo>
                  <a:pt x="0" y="0"/>
                </a:lnTo>
                <a:close/>
              </a:path>
            </a:pathLst>
          </a:custGeom>
          <a:solidFill>
            <a:srgbClr val="3D5A80"/>
          </a:solidFill>
          <a:ln w="15875">
            <a:solidFill>
              <a:srgbClr val="1F2937"/>
            </a:solidFill>
            <a:prstDash val="solid"/>
          </a:ln>
        </p:spPr>
      </p:sp>
      <p:sp>
        <p:nvSpPr>
          <p:cNvPr id="26" name="S11-mark446"/>
          <p:cNvSpPr/>
          <p:nvPr/>
        </p:nvSpPr>
        <p:spPr>
          <a:xfrm>
            <a:off x="9546614" y="2767969"/>
            <a:ext cx="155346" cy="267541"/>
          </a:xfrm>
          <a:custGeom>
            <a:avLst/>
            <a:gdLst/>
            <a:ahLst/>
            <a:cxnLst/>
            <a:rect l="l" t="t" r="r" b="b"/>
            <a:pathLst>
              <a:path w="155346" h="267541">
                <a:moveTo>
                  <a:pt x="155346" y="233019"/>
                </a:moveTo>
                <a:lnTo>
                  <a:pt x="0" y="267541"/>
                </a:lnTo>
                <a:lnTo>
                  <a:pt x="0" y="34521"/>
                </a:lnTo>
                <a:lnTo>
                  <a:pt x="155346" y="0"/>
                </a:lnTo>
                <a:close/>
              </a:path>
            </a:pathLst>
          </a:custGeom>
          <a:solidFill>
            <a:srgbClr val="3D5A80"/>
          </a:solidFill>
          <a:ln w="15875">
            <a:solidFill>
              <a:srgbClr val="1F2937"/>
            </a:solidFill>
            <a:prstDash val="solid"/>
          </a:ln>
        </p:spPr>
      </p:sp>
      <p:sp>
        <p:nvSpPr>
          <p:cNvPr id="27" name="S11-mark447"/>
          <p:cNvSpPr/>
          <p:nvPr/>
        </p:nvSpPr>
        <p:spPr>
          <a:xfrm>
            <a:off x="9473256" y="3190856"/>
            <a:ext cx="146716" cy="112194"/>
          </a:xfrm>
          <a:custGeom>
            <a:avLst/>
            <a:gdLst/>
            <a:ahLst/>
            <a:cxnLst/>
            <a:rect l="l" t="t" r="r" b="b"/>
            <a:pathLst>
              <a:path w="146716" h="112194">
                <a:moveTo>
                  <a:pt x="146716" y="112194"/>
                </a:moveTo>
                <a:lnTo>
                  <a:pt x="137127" y="56097"/>
                </a:lnTo>
                <a:lnTo>
                  <a:pt x="109797" y="14863"/>
                </a:lnTo>
                <a:lnTo>
                  <a:pt x="73358" y="0"/>
                </a:lnTo>
                <a:lnTo>
                  <a:pt x="36919" y="14863"/>
                </a:lnTo>
                <a:lnTo>
                  <a:pt x="9589" y="56097"/>
                </a:lnTo>
                <a:lnTo>
                  <a:pt x="0" y="112194"/>
                </a:lnTo>
              </a:path>
            </a:pathLst>
          </a:custGeom>
          <a:noFill/>
          <a:ln w="25400">
            <a:solidFill>
              <a:srgbClr val="1F2937"/>
            </a:solidFill>
            <a:prstDash val="solid"/>
          </a:ln>
        </p:spPr>
      </p:sp>
      <p:sp>
        <p:nvSpPr>
          <p:cNvPr id="28" name="S11-mark448"/>
          <p:cNvSpPr/>
          <p:nvPr/>
        </p:nvSpPr>
        <p:spPr>
          <a:xfrm>
            <a:off x="9404214" y="3303051"/>
            <a:ext cx="284801" cy="189868"/>
          </a:xfrm>
          <a:custGeom>
            <a:avLst/>
            <a:gdLst/>
            <a:ahLst/>
            <a:cxnLst/>
            <a:rect l="l" t="t" r="r" b="b"/>
            <a:pathLst>
              <a:path w="284801" h="189868">
                <a:moveTo>
                  <a:pt x="0" y="0"/>
                </a:moveTo>
                <a:lnTo>
                  <a:pt x="284801" y="0"/>
                </a:lnTo>
                <a:lnTo>
                  <a:pt x="250280" y="189868"/>
                </a:lnTo>
                <a:lnTo>
                  <a:pt x="34521" y="189868"/>
                </a:lnTo>
                <a:close/>
              </a:path>
            </a:pathLst>
          </a:custGeom>
          <a:solidFill>
            <a:srgbClr val="F2C14E"/>
          </a:solidFill>
          <a:ln w="15875">
            <a:solidFill>
              <a:srgbClr val="1F2937"/>
            </a:solidFill>
            <a:prstDash val="solid"/>
          </a:ln>
        </p:spPr>
      </p:sp>
      <p:sp>
        <p:nvSpPr>
          <p:cNvPr id="29" name="S11-mark449"/>
          <p:cNvSpPr/>
          <p:nvPr/>
        </p:nvSpPr>
        <p:spPr>
          <a:xfrm>
            <a:off x="4318063" y="1510815"/>
            <a:ext cx="364392" cy="364392"/>
          </a:xfrm>
          <a:prstGeom prst="ellipse">
            <a:avLst/>
          </a:prstGeom>
          <a:solidFill>
            <a:srgbClr val="FFFFFF"/>
          </a:solidFill>
          <a:ln w="25400">
            <a:solidFill>
              <a:srgbClr val="1F2937"/>
            </a:solidFill>
            <a:prstDash val="solid"/>
          </a:ln>
        </p:spPr>
      </p:sp>
      <p:sp>
        <p:nvSpPr>
          <p:cNvPr id="30" name="S11-mark450"/>
          <p:cNvSpPr/>
          <p:nvPr/>
        </p:nvSpPr>
        <p:spPr>
          <a:xfrm>
            <a:off x="4423066" y="1615818"/>
            <a:ext cx="154387" cy="154387"/>
          </a:xfrm>
          <a:prstGeom prst="ellipse">
            <a:avLst/>
          </a:prstGeom>
          <a:solidFill>
            <a:srgbClr val="264653"/>
          </a:solidFill>
          <a:ln w="12700">
            <a:solidFill>
              <a:srgbClr val="1F2937"/>
            </a:solidFill>
            <a:prstDash val="solid"/>
          </a:ln>
        </p:spPr>
      </p:sp>
      <p:sp>
        <p:nvSpPr>
          <p:cNvPr id="31" name="S11-mark451"/>
          <p:cNvSpPr/>
          <p:nvPr/>
        </p:nvSpPr>
        <p:spPr>
          <a:xfrm>
            <a:off x="7390466" y="3195171"/>
            <a:ext cx="284801" cy="284801"/>
          </a:xfrm>
          <a:prstGeom prst="ellipse">
            <a:avLst/>
          </a:prstGeom>
          <a:solidFill>
            <a:srgbClr val="FFFFFF"/>
          </a:solidFill>
          <a:ln w="25400">
            <a:solidFill>
              <a:srgbClr val="1F2937"/>
            </a:solidFill>
            <a:prstDash val="solid"/>
          </a:ln>
        </p:spPr>
      </p:sp>
      <p:sp>
        <p:nvSpPr>
          <p:cNvPr id="32" name="S11-mark452"/>
          <p:cNvSpPr/>
          <p:nvPr/>
        </p:nvSpPr>
        <p:spPr>
          <a:xfrm>
            <a:off x="7472455" y="3277160"/>
            <a:ext cx="120825" cy="120825"/>
          </a:xfrm>
          <a:prstGeom prst="ellipse">
            <a:avLst/>
          </a:prstGeom>
          <a:solidFill>
            <a:srgbClr val="264653"/>
          </a:solidFill>
          <a:ln w="12700">
            <a:solidFill>
              <a:srgbClr val="1F2937"/>
            </a:solidFill>
            <a:prstDash val="solid"/>
          </a:ln>
        </p:spPr>
      </p:sp>
      <p:sp>
        <p:nvSpPr>
          <p:cNvPr id="33" name="S11-mark453"/>
          <p:cNvSpPr/>
          <p:nvPr/>
        </p:nvSpPr>
        <p:spPr>
          <a:xfrm flipV="1">
            <a:off x="2173422" y="2597280"/>
            <a:ext cx="0" cy="396996"/>
          </a:xfrm>
          <a:prstGeom prst="line">
            <a:avLst/>
          </a:prstGeom>
          <a:noFill/>
          <a:ln w="28575">
            <a:solidFill>
              <a:srgbClr val="1F2937"/>
            </a:solidFill>
            <a:prstDash val="solid"/>
          </a:ln>
        </p:spPr>
      </p:sp>
      <p:sp>
        <p:nvSpPr>
          <p:cNvPr id="34" name="S11-mark454"/>
          <p:cNvSpPr/>
          <p:nvPr/>
        </p:nvSpPr>
        <p:spPr>
          <a:xfrm flipV="1">
            <a:off x="916269" y="1417320"/>
            <a:ext cx="0" cy="2756916"/>
          </a:xfrm>
          <a:prstGeom prst="line">
            <a:avLst/>
          </a:prstGeom>
          <a:noFill/>
          <a:ln w="9525">
            <a:solidFill>
              <a:srgbClr val="B8C2CC"/>
            </a:solidFill>
            <a:prstDash val="solid"/>
          </a:ln>
        </p:spPr>
      </p:sp>
      <p:sp>
        <p:nvSpPr>
          <p:cNvPr id="35" name="S11-mark455"/>
          <p:cNvSpPr/>
          <p:nvPr/>
        </p:nvSpPr>
        <p:spPr>
          <a:xfrm flipV="1">
            <a:off x="1467652" y="1417320"/>
            <a:ext cx="0" cy="2756916"/>
          </a:xfrm>
          <a:prstGeom prst="line">
            <a:avLst/>
          </a:prstGeom>
          <a:noFill/>
          <a:ln w="9525">
            <a:solidFill>
              <a:srgbClr val="B8C2CC"/>
            </a:solidFill>
            <a:prstDash val="solid"/>
          </a:ln>
        </p:spPr>
      </p:sp>
      <p:sp>
        <p:nvSpPr>
          <p:cNvPr id="36" name="S11-mark456"/>
          <p:cNvSpPr/>
          <p:nvPr/>
        </p:nvSpPr>
        <p:spPr>
          <a:xfrm flipV="1">
            <a:off x="2019035" y="1417320"/>
            <a:ext cx="0" cy="2756916"/>
          </a:xfrm>
          <a:prstGeom prst="line">
            <a:avLst/>
          </a:prstGeom>
          <a:noFill/>
          <a:ln w="9525">
            <a:solidFill>
              <a:srgbClr val="B8C2CC"/>
            </a:solidFill>
            <a:prstDash val="solid"/>
          </a:ln>
        </p:spPr>
      </p:sp>
      <p:sp>
        <p:nvSpPr>
          <p:cNvPr id="37" name="S11-mark457"/>
          <p:cNvSpPr/>
          <p:nvPr/>
        </p:nvSpPr>
        <p:spPr>
          <a:xfrm flipV="1">
            <a:off x="2570418" y="1417320"/>
            <a:ext cx="0" cy="2756916"/>
          </a:xfrm>
          <a:prstGeom prst="line">
            <a:avLst/>
          </a:prstGeom>
          <a:noFill/>
          <a:ln w="9525">
            <a:solidFill>
              <a:srgbClr val="B8C2CC"/>
            </a:solidFill>
            <a:prstDash val="solid"/>
          </a:ln>
        </p:spPr>
      </p:sp>
      <p:sp>
        <p:nvSpPr>
          <p:cNvPr id="38" name="S11-mark458"/>
          <p:cNvSpPr/>
          <p:nvPr/>
        </p:nvSpPr>
        <p:spPr>
          <a:xfrm flipV="1">
            <a:off x="3121801" y="1417320"/>
            <a:ext cx="0" cy="2756916"/>
          </a:xfrm>
          <a:prstGeom prst="line">
            <a:avLst/>
          </a:prstGeom>
          <a:noFill/>
          <a:ln w="9525">
            <a:solidFill>
              <a:srgbClr val="B8C2CC"/>
            </a:solidFill>
            <a:prstDash val="solid"/>
          </a:ln>
        </p:spPr>
      </p:sp>
      <p:sp>
        <p:nvSpPr>
          <p:cNvPr id="39" name="S11-mark459"/>
          <p:cNvSpPr/>
          <p:nvPr/>
        </p:nvSpPr>
        <p:spPr>
          <a:xfrm flipV="1">
            <a:off x="3673185" y="1417320"/>
            <a:ext cx="0" cy="2756916"/>
          </a:xfrm>
          <a:prstGeom prst="line">
            <a:avLst/>
          </a:prstGeom>
          <a:noFill/>
          <a:ln w="9525">
            <a:solidFill>
              <a:srgbClr val="B8C2CC"/>
            </a:solidFill>
            <a:prstDash val="solid"/>
          </a:ln>
        </p:spPr>
      </p:sp>
      <p:sp>
        <p:nvSpPr>
          <p:cNvPr id="40" name="S11-mark460"/>
          <p:cNvSpPr/>
          <p:nvPr/>
        </p:nvSpPr>
        <p:spPr>
          <a:xfrm flipV="1">
            <a:off x="4224568" y="1417320"/>
            <a:ext cx="0" cy="2756916"/>
          </a:xfrm>
          <a:prstGeom prst="line">
            <a:avLst/>
          </a:prstGeom>
          <a:noFill/>
          <a:ln w="9525">
            <a:solidFill>
              <a:srgbClr val="B8C2CC"/>
            </a:solidFill>
            <a:prstDash val="solid"/>
          </a:ln>
        </p:spPr>
      </p:sp>
      <p:sp>
        <p:nvSpPr>
          <p:cNvPr id="41" name="S11-mark461"/>
          <p:cNvSpPr/>
          <p:nvPr/>
        </p:nvSpPr>
        <p:spPr>
          <a:xfrm flipV="1">
            <a:off x="4775951" y="1417320"/>
            <a:ext cx="0" cy="2756916"/>
          </a:xfrm>
          <a:prstGeom prst="line">
            <a:avLst/>
          </a:prstGeom>
          <a:noFill/>
          <a:ln w="9525">
            <a:solidFill>
              <a:srgbClr val="B8C2CC"/>
            </a:solidFill>
            <a:prstDash val="solid"/>
          </a:ln>
        </p:spPr>
      </p:sp>
      <p:sp>
        <p:nvSpPr>
          <p:cNvPr id="42" name="S11-mark462"/>
          <p:cNvSpPr/>
          <p:nvPr/>
        </p:nvSpPr>
        <p:spPr>
          <a:xfrm flipV="1">
            <a:off x="5327334" y="1417320"/>
            <a:ext cx="0" cy="2756916"/>
          </a:xfrm>
          <a:prstGeom prst="line">
            <a:avLst/>
          </a:prstGeom>
          <a:noFill/>
          <a:ln w="9525">
            <a:solidFill>
              <a:srgbClr val="B8C2CC"/>
            </a:solidFill>
            <a:prstDash val="solid"/>
          </a:ln>
        </p:spPr>
      </p:sp>
      <p:sp>
        <p:nvSpPr>
          <p:cNvPr id="43" name="S11-mark463"/>
          <p:cNvSpPr/>
          <p:nvPr/>
        </p:nvSpPr>
        <p:spPr>
          <a:xfrm>
            <a:off x="916269" y="4174236"/>
            <a:ext cx="4411066" cy="0"/>
          </a:xfrm>
          <a:prstGeom prst="line">
            <a:avLst/>
          </a:prstGeom>
          <a:noFill/>
          <a:ln w="9525">
            <a:solidFill>
              <a:srgbClr val="B8C2CC"/>
            </a:solidFill>
            <a:prstDash val="solid"/>
          </a:ln>
        </p:spPr>
      </p:sp>
      <p:sp>
        <p:nvSpPr>
          <p:cNvPr id="44" name="S11-mark464"/>
          <p:cNvSpPr/>
          <p:nvPr/>
        </p:nvSpPr>
        <p:spPr>
          <a:xfrm>
            <a:off x="916269" y="3622853"/>
            <a:ext cx="4411066" cy="0"/>
          </a:xfrm>
          <a:prstGeom prst="line">
            <a:avLst/>
          </a:prstGeom>
          <a:noFill/>
          <a:ln w="9525">
            <a:solidFill>
              <a:srgbClr val="B8C2CC"/>
            </a:solidFill>
            <a:prstDash val="solid"/>
          </a:ln>
        </p:spPr>
      </p:sp>
      <p:sp>
        <p:nvSpPr>
          <p:cNvPr id="45" name="S11-mark465"/>
          <p:cNvSpPr/>
          <p:nvPr/>
        </p:nvSpPr>
        <p:spPr>
          <a:xfrm>
            <a:off x="916269" y="3071470"/>
            <a:ext cx="4411066" cy="0"/>
          </a:xfrm>
          <a:prstGeom prst="line">
            <a:avLst/>
          </a:prstGeom>
          <a:noFill/>
          <a:ln w="9525">
            <a:solidFill>
              <a:srgbClr val="B8C2CC"/>
            </a:solidFill>
            <a:prstDash val="solid"/>
          </a:ln>
        </p:spPr>
      </p:sp>
      <p:sp>
        <p:nvSpPr>
          <p:cNvPr id="46" name="S11-mark466"/>
          <p:cNvSpPr/>
          <p:nvPr/>
        </p:nvSpPr>
        <p:spPr>
          <a:xfrm>
            <a:off x="916269" y="2520086"/>
            <a:ext cx="4411066" cy="0"/>
          </a:xfrm>
          <a:prstGeom prst="line">
            <a:avLst/>
          </a:prstGeom>
          <a:noFill/>
          <a:ln w="9525">
            <a:solidFill>
              <a:srgbClr val="B8C2CC"/>
            </a:solidFill>
            <a:prstDash val="solid"/>
          </a:ln>
        </p:spPr>
      </p:sp>
      <p:sp>
        <p:nvSpPr>
          <p:cNvPr id="47" name="S11-mark467"/>
          <p:cNvSpPr/>
          <p:nvPr/>
        </p:nvSpPr>
        <p:spPr>
          <a:xfrm>
            <a:off x="916269" y="1968703"/>
            <a:ext cx="4411066" cy="0"/>
          </a:xfrm>
          <a:prstGeom prst="line">
            <a:avLst/>
          </a:prstGeom>
          <a:noFill/>
          <a:ln w="9525">
            <a:solidFill>
              <a:srgbClr val="B8C2CC"/>
            </a:solidFill>
            <a:prstDash val="solid"/>
          </a:ln>
        </p:spPr>
      </p:sp>
      <p:sp>
        <p:nvSpPr>
          <p:cNvPr id="48" name="S11-mark468"/>
          <p:cNvSpPr/>
          <p:nvPr/>
        </p:nvSpPr>
        <p:spPr>
          <a:xfrm>
            <a:off x="916269" y="1417320"/>
            <a:ext cx="4411066" cy="0"/>
          </a:xfrm>
          <a:prstGeom prst="line">
            <a:avLst/>
          </a:prstGeom>
          <a:noFill/>
          <a:ln w="9525">
            <a:solidFill>
              <a:srgbClr val="B8C2CC"/>
            </a:solidFill>
            <a:prstDash val="solid"/>
          </a:ln>
        </p:spPr>
      </p:sp>
      <p:sp>
        <p:nvSpPr>
          <p:cNvPr id="49" name="S11-mark469"/>
          <p:cNvSpPr/>
          <p:nvPr/>
        </p:nvSpPr>
        <p:spPr>
          <a:xfrm flipV="1">
            <a:off x="6238315" y="2388234"/>
            <a:ext cx="0" cy="815088"/>
          </a:xfrm>
          <a:prstGeom prst="line">
            <a:avLst/>
          </a:prstGeom>
          <a:noFill/>
          <a:ln w="38100">
            <a:solidFill>
              <a:srgbClr val="1F2937"/>
            </a:solidFill>
            <a:prstDash val="solid"/>
            <a:tailEnd type="triangle"/>
          </a:ln>
        </p:spPr>
      </p:sp>
      <p:sp>
        <p:nvSpPr>
          <p:cNvPr id="50" name="S11-mark470"/>
          <p:cNvSpPr/>
          <p:nvPr/>
        </p:nvSpPr>
        <p:spPr>
          <a:xfrm>
            <a:off x="5830771" y="2795778"/>
            <a:ext cx="815088" cy="0"/>
          </a:xfrm>
          <a:prstGeom prst="line">
            <a:avLst/>
          </a:prstGeom>
          <a:noFill/>
          <a:ln w="25400">
            <a:solidFill>
              <a:srgbClr val="1F2937"/>
            </a:solidFill>
            <a:prstDash val="solid"/>
          </a:ln>
        </p:spPr>
      </p:sp>
      <p:sp>
        <p:nvSpPr>
          <p:cNvPr id="51" name="S11-mark471"/>
          <p:cNvSpPr/>
          <p:nvPr/>
        </p:nvSpPr>
        <p:spPr>
          <a:xfrm flipV="1">
            <a:off x="7437933" y="2319191"/>
            <a:ext cx="0" cy="310692"/>
          </a:xfrm>
          <a:prstGeom prst="line">
            <a:avLst/>
          </a:prstGeom>
          <a:noFill/>
          <a:ln w="28575">
            <a:solidFill>
              <a:srgbClr val="1F2937"/>
            </a:solidFill>
            <a:prstDash val="solid"/>
          </a:ln>
        </p:spPr>
      </p:sp>
      <p:sp>
        <p:nvSpPr>
          <p:cNvPr id="52" name="S11-label473"/>
          <p:cNvSpPr txBox="1"/>
          <p:nvPr/>
        </p:nvSpPr>
        <p:spPr>
          <a:xfrm>
            <a:off x="6034099" y="198197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53" name="S11-label475"/>
          <p:cNvSpPr txBox="1"/>
          <p:nvPr/>
        </p:nvSpPr>
        <p:spPr>
          <a:xfrm>
            <a:off x="6034099" y="3228581"/>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54" name="S11-label477"/>
          <p:cNvSpPr txBox="1"/>
          <p:nvPr/>
        </p:nvSpPr>
        <p:spPr>
          <a:xfrm>
            <a:off x="6657402"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55" name="S11-label479"/>
          <p:cNvSpPr txBox="1"/>
          <p:nvPr/>
        </p:nvSpPr>
        <p:spPr>
          <a:xfrm>
            <a:off x="5410796"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56" name="S11-label481"/>
          <p:cNvSpPr txBox="1"/>
          <p:nvPr/>
        </p:nvSpPr>
        <p:spPr>
          <a:xfrm>
            <a:off x="8881395" y="1922042"/>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57" name="S11-label483"/>
          <p:cNvSpPr txBox="1"/>
          <p:nvPr/>
        </p:nvSpPr>
        <p:spPr>
          <a:xfrm>
            <a:off x="8138226" y="228403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58" name="S11-label485"/>
          <p:cNvSpPr txBox="1"/>
          <p:nvPr/>
        </p:nvSpPr>
        <p:spPr>
          <a:xfrm>
            <a:off x="10151974" y="228403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59" name="S11-label487"/>
          <p:cNvSpPr txBox="1"/>
          <p:nvPr/>
        </p:nvSpPr>
        <p:spPr>
          <a:xfrm>
            <a:off x="8138226" y="271555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0" name="S11-label489"/>
          <p:cNvSpPr txBox="1"/>
          <p:nvPr/>
        </p:nvSpPr>
        <p:spPr>
          <a:xfrm>
            <a:off x="10002622" y="2715555"/>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1" name="S11-label491"/>
          <p:cNvSpPr txBox="1"/>
          <p:nvPr/>
        </p:nvSpPr>
        <p:spPr>
          <a:xfrm>
            <a:off x="7839522" y="3147072"/>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62" name="S11-label493"/>
          <p:cNvSpPr txBox="1"/>
          <p:nvPr/>
        </p:nvSpPr>
        <p:spPr>
          <a:xfrm>
            <a:off x="10151974" y="3147072"/>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집 둘레 그림지도</a:t>
            </a:r>
            <a:endParaRPr lang="ko-KR" sz="4000" dirty="0"/>
          </a:p>
        </p:txBody>
      </p:sp>
      <p:sp>
        <p:nvSpPr>
          <p:cNvPr id="3" name="S13-card494"/>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13-cardtext495"/>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방위표가 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장소를 기호로 나타냈어요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범례가 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방위로 위치를 말했어요</a:t>
            </a:r>
            <a:endParaRPr lang="ko-KR" sz="3000" dirty="0"/>
          </a:p>
        </p:txBody>
      </p:sp>
      <p:sp>
        <p:nvSpPr>
          <p:cNvPr id="5" name="S13-stepno496"/>
          <p:cNvSpPr txBox="1"/>
          <p:nvPr/>
        </p:nvSpPr>
        <p:spPr>
          <a:xfrm>
            <a:off x="548640" y="24277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6" name="S13-text497"/>
          <p:cNvSpPr txBox="1"/>
          <p:nvPr/>
        </p:nvSpPr>
        <p:spPr>
          <a:xfrm>
            <a:off x="1325880" y="2427732"/>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방위표부터 그려요.</a:t>
            </a:r>
            <a:endParaRPr lang="ko-KR" sz="3000" dirty="0"/>
          </a:p>
        </p:txBody>
      </p:sp>
      <p:sp>
        <p:nvSpPr>
          <p:cNvPr id="7" name="S13-stepno498"/>
          <p:cNvSpPr txBox="1"/>
          <p:nvPr/>
        </p:nvSpPr>
        <p:spPr>
          <a:xfrm>
            <a:off x="548640" y="314096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8" name="S13-text499"/>
          <p:cNvSpPr txBox="1"/>
          <p:nvPr/>
        </p:nvSpPr>
        <p:spPr>
          <a:xfrm>
            <a:off x="1325880" y="3140964"/>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큰길과 우리 집을 그려요.</a:t>
            </a:r>
            <a:endParaRPr lang="ko-KR" sz="3000" dirty="0"/>
          </a:p>
        </p:txBody>
      </p:sp>
      <p:sp>
        <p:nvSpPr>
          <p:cNvPr id="9" name="S13-stepno500"/>
          <p:cNvSpPr txBox="1"/>
          <p:nvPr/>
        </p:nvSpPr>
        <p:spPr>
          <a:xfrm>
            <a:off x="548640" y="38541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0" name="S13-text501"/>
          <p:cNvSpPr txBox="1"/>
          <p:nvPr/>
        </p:nvSpPr>
        <p:spPr>
          <a:xfrm>
            <a:off x="1325880" y="3854196"/>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조사한 장소를 기호로 그려요.</a:t>
            </a:r>
            <a:endParaRPr lang="ko-KR" sz="3000" dirty="0"/>
          </a:p>
        </p:txBody>
      </p:sp>
      <p:sp>
        <p:nvSpPr>
          <p:cNvPr id="11" name="S13-stepno502"/>
          <p:cNvSpPr txBox="1"/>
          <p:nvPr/>
        </p:nvSpPr>
        <p:spPr>
          <a:xfrm>
            <a:off x="548640" y="45674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2" name="S13-text503"/>
          <p:cNvSpPr txBox="1"/>
          <p:nvPr/>
        </p:nvSpPr>
        <p:spPr>
          <a:xfrm>
            <a:off x="1325880" y="4567428"/>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범례에 기호의 뜻을 적어요.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504"/>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505"/>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그림지도는 기호로 장소를 나타내요.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범례로 기호를 읽고, 방위표로 동서남북을 말해요.</a:t>
            </a:r>
            <a:endParaRPr lang="ko-KR" sz="3000" dirty="0"/>
          </a:p>
        </p:txBody>
      </p:sp>
      <p:sp>
        <p:nvSpPr>
          <p:cNvPr id="5" name="S14-chip506"/>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기준 장소와 방위로 말하기</a:t>
            </a:r>
            <a:endParaRPr lang="ko-KR" sz="2400" dirty="0"/>
          </a:p>
        </p:txBody>
      </p:sp>
      <p:sp>
        <p:nvSpPr>
          <p:cNvPr id="6" name="S14-chip507"/>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범례 없이 짐작하기</a:t>
            </a:r>
            <a:endParaRPr lang="ko-KR" sz="2400" dirty="0"/>
          </a:p>
        </p:txBody>
      </p:sp>
      <p:sp>
        <p:nvSpPr>
          <p:cNvPr id="7" name="S14-text508"/>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509"/>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장소를 간단한</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모양으로 나타낸 것은?</a:t>
            </a:r>
            <a:endParaRPr lang="ko-KR" sz="2400" dirty="0"/>
          </a:p>
        </p:txBody>
      </p:sp>
      <p:sp>
        <p:nvSpPr>
          <p:cNvPr id="9" name="S14-text510"/>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기호의 뜻을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모아 놓은 것은?</a:t>
            </a:r>
            <a:endParaRPr lang="ko-KR" sz="2400" dirty="0"/>
          </a:p>
        </p:txBody>
      </p:sp>
      <p:sp>
        <p:nvSpPr>
          <p:cNvPr id="10" name="S14-text511"/>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북쪽을 보고 서면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오른쪽은?</a:t>
            </a:r>
            <a:endParaRPr lang="ko-KR" sz="2400" dirty="0"/>
          </a:p>
        </p:txBody>
      </p:sp>
      <p:sp>
        <p:nvSpPr>
          <p:cNvPr id="11" name="S14-text512"/>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생활 도구의 변화</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기준을 정해 말하기</a:t>
            </a:r>
            <a:endParaRPr lang="ko-KR" sz="4000" dirty="0"/>
          </a:p>
        </p:txBody>
      </p:sp>
      <p:sp>
        <p:nvSpPr>
          <p:cNvPr id="3" name="S15-card5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5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공원은 학교 뒤에 있어요.</a:t>
            </a:r>
            <a:endParaRPr lang="ko-KR" sz="3000" dirty="0"/>
          </a:p>
        </p:txBody>
      </p:sp>
      <p:sp>
        <p:nvSpPr>
          <p:cNvPr id="5" name="S15-figure515" descr="학교 건물 하나. 아래쪽 가운데에 문이 있다. 문이 있는 아래쪽 화살표는 앞, 위쪽 화살표는 뒤, 왼쪽과 오른쪽 화살표는 옆"/>
          <p:cNvSpPr/>
          <p:nvPr/>
        </p:nvSpPr>
        <p:spPr>
          <a:xfrm>
            <a:off x="1813694" y="2373406"/>
            <a:ext cx="2832847" cy="1699708"/>
          </a:xfrm>
          <a:custGeom>
            <a:avLst/>
            <a:gdLst/>
            <a:ahLst/>
            <a:cxnLst/>
            <a:rect l="l" t="t" r="r" b="b"/>
            <a:pathLst>
              <a:path w="2832847" h="1699708">
                <a:moveTo>
                  <a:pt x="0" y="1699708"/>
                </a:moveTo>
                <a:lnTo>
                  <a:pt x="2832847" y="1699708"/>
                </a:lnTo>
                <a:lnTo>
                  <a:pt x="2832847" y="0"/>
                </a:lnTo>
                <a:lnTo>
                  <a:pt x="0" y="0"/>
                </a:lnTo>
                <a:close/>
              </a:path>
            </a:pathLst>
          </a:custGeom>
          <a:solidFill>
            <a:srgbClr val="EAF3F1"/>
          </a:solidFill>
          <a:ln w="19050">
            <a:solidFill>
              <a:srgbClr val="1F2937"/>
            </a:solidFill>
            <a:prstDash val="solid"/>
          </a:ln>
        </p:spPr>
      </p:sp>
      <p:sp>
        <p:nvSpPr>
          <p:cNvPr id="6" name="S15-mark516"/>
          <p:cNvSpPr/>
          <p:nvPr/>
        </p:nvSpPr>
        <p:spPr>
          <a:xfrm>
            <a:off x="2946833" y="3917308"/>
            <a:ext cx="566569" cy="155807"/>
          </a:xfrm>
          <a:custGeom>
            <a:avLst/>
            <a:gdLst/>
            <a:ahLst/>
            <a:cxnLst/>
            <a:rect l="l" t="t" r="r" b="b"/>
            <a:pathLst>
              <a:path w="566569" h="155807">
                <a:moveTo>
                  <a:pt x="0" y="155807"/>
                </a:moveTo>
                <a:lnTo>
                  <a:pt x="566569" y="155807"/>
                </a:lnTo>
                <a:lnTo>
                  <a:pt x="566569" y="0"/>
                </a:lnTo>
                <a:lnTo>
                  <a:pt x="0" y="0"/>
                </a:lnTo>
                <a:close/>
              </a:path>
            </a:pathLst>
          </a:custGeom>
          <a:solidFill>
            <a:srgbClr val="264653"/>
          </a:solidFill>
          <a:ln/>
        </p:spPr>
      </p:sp>
      <p:sp>
        <p:nvSpPr>
          <p:cNvPr id="7" name="S15-mark517"/>
          <p:cNvSpPr/>
          <p:nvPr/>
        </p:nvSpPr>
        <p:spPr>
          <a:xfrm>
            <a:off x="3230118" y="4179346"/>
            <a:ext cx="0" cy="495748"/>
          </a:xfrm>
          <a:prstGeom prst="line">
            <a:avLst/>
          </a:prstGeom>
          <a:noFill/>
          <a:ln w="38100">
            <a:solidFill>
              <a:srgbClr val="E9762B"/>
            </a:solidFill>
            <a:prstDash val="solid"/>
            <a:tailEnd type="triangle"/>
          </a:ln>
        </p:spPr>
      </p:sp>
      <p:sp>
        <p:nvSpPr>
          <p:cNvPr id="8" name="S15-mark518"/>
          <p:cNvSpPr/>
          <p:nvPr/>
        </p:nvSpPr>
        <p:spPr>
          <a:xfrm flipV="1">
            <a:off x="3230118" y="1771426"/>
            <a:ext cx="0" cy="495748"/>
          </a:xfrm>
          <a:prstGeom prst="line">
            <a:avLst/>
          </a:prstGeom>
          <a:noFill/>
          <a:ln w="38100">
            <a:solidFill>
              <a:srgbClr val="E9762B"/>
            </a:solidFill>
            <a:prstDash val="solid"/>
            <a:tailEnd type="triangle"/>
          </a:ln>
        </p:spPr>
      </p:sp>
      <p:sp>
        <p:nvSpPr>
          <p:cNvPr id="9" name="S15-mark519"/>
          <p:cNvSpPr/>
          <p:nvPr/>
        </p:nvSpPr>
        <p:spPr>
          <a:xfrm flipH="1">
            <a:off x="1211714" y="3223260"/>
            <a:ext cx="495748" cy="0"/>
          </a:xfrm>
          <a:prstGeom prst="line">
            <a:avLst/>
          </a:prstGeom>
          <a:noFill/>
          <a:ln w="38100">
            <a:solidFill>
              <a:srgbClr val="E9762B"/>
            </a:solidFill>
            <a:prstDash val="solid"/>
            <a:tailEnd type="triangle"/>
          </a:ln>
        </p:spPr>
      </p:sp>
      <p:sp>
        <p:nvSpPr>
          <p:cNvPr id="10" name="S15-mark520"/>
          <p:cNvSpPr/>
          <p:nvPr/>
        </p:nvSpPr>
        <p:spPr>
          <a:xfrm>
            <a:off x="4752773" y="3223260"/>
            <a:ext cx="495748" cy="0"/>
          </a:xfrm>
          <a:prstGeom prst="line">
            <a:avLst/>
          </a:prstGeom>
          <a:noFill/>
          <a:ln w="38100">
            <a:solidFill>
              <a:srgbClr val="E9762B"/>
            </a:solidFill>
            <a:prstDash val="solid"/>
            <a:tailEnd type="triangle"/>
          </a:ln>
        </p:spPr>
      </p:sp>
      <p:sp>
        <p:nvSpPr>
          <p:cNvPr id="11" name="S15-label522"/>
          <p:cNvSpPr txBox="1"/>
          <p:nvPr/>
        </p:nvSpPr>
        <p:spPr>
          <a:xfrm>
            <a:off x="2876550" y="285570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2" name="S15-label524"/>
          <p:cNvSpPr txBox="1"/>
          <p:nvPr/>
        </p:nvSpPr>
        <p:spPr>
          <a:xfrm>
            <a:off x="3025902" y="3457687"/>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문</a:t>
            </a:r>
            <a:endParaRPr lang="ko-KR" sz="2400" dirty="0"/>
          </a:p>
        </p:txBody>
      </p:sp>
      <p:sp>
        <p:nvSpPr>
          <p:cNvPr id="13" name="S15-label526"/>
          <p:cNvSpPr txBox="1"/>
          <p:nvPr/>
        </p:nvSpPr>
        <p:spPr>
          <a:xfrm>
            <a:off x="3025902"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앞</a:t>
            </a:r>
            <a:endParaRPr lang="ko-KR" sz="2400" dirty="0"/>
          </a:p>
        </p:txBody>
      </p:sp>
      <p:sp>
        <p:nvSpPr>
          <p:cNvPr id="14" name="S15-label528"/>
          <p:cNvSpPr txBox="1"/>
          <p:nvPr/>
        </p:nvSpPr>
        <p:spPr>
          <a:xfrm>
            <a:off x="3025902" y="12268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뒤</a:t>
            </a:r>
            <a:endParaRPr lang="ko-KR" sz="2400" dirty="0"/>
          </a:p>
        </p:txBody>
      </p:sp>
      <p:sp>
        <p:nvSpPr>
          <p:cNvPr id="15" name="S15-label530"/>
          <p:cNvSpPr txBox="1"/>
          <p:nvPr/>
        </p:nvSpPr>
        <p:spPr>
          <a:xfrm>
            <a:off x="582571"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6" name="S15-label532"/>
          <p:cNvSpPr txBox="1"/>
          <p:nvPr/>
        </p:nvSpPr>
        <p:spPr>
          <a:xfrm>
            <a:off x="5469233"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7" name="S15-card533"/>
          <p:cNvSpPr/>
          <p:nvPr/>
        </p:nvSpPr>
        <p:spPr>
          <a:xfrm>
            <a:off x="6277356" y="1691640"/>
            <a:ext cx="5362956" cy="868680"/>
          </a:xfrm>
          <a:prstGeom prst="roundRect">
            <a:avLst>
              <a:gd name="adj" fmla="val 12632"/>
            </a:avLst>
          </a:prstGeom>
          <a:solidFill>
            <a:srgbClr val="EAF3F1"/>
          </a:solidFill>
          <a:ln w="12700">
            <a:solidFill>
              <a:srgbClr val="EAF3F1"/>
            </a:solidFill>
            <a:prstDash val="solid"/>
          </a:ln>
        </p:spPr>
      </p:sp>
      <p:sp>
        <p:nvSpPr>
          <p:cNvPr id="18" name="S15-cardtext534"/>
          <p:cNvSpPr txBox="1"/>
          <p:nvPr/>
        </p:nvSpPr>
        <p:spPr>
          <a:xfrm>
            <a:off x="6551676" y="182880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장소를 먼저 정해요</a:t>
            </a:r>
            <a:endParaRPr lang="ko-KR" sz="3000" dirty="0"/>
          </a:p>
        </p:txBody>
      </p:sp>
      <p:sp>
        <p:nvSpPr>
          <p:cNvPr id="19" name="S15-card535"/>
          <p:cNvSpPr/>
          <p:nvPr/>
        </p:nvSpPr>
        <p:spPr>
          <a:xfrm>
            <a:off x="6277356" y="2788920"/>
            <a:ext cx="5362956" cy="868680"/>
          </a:xfrm>
          <a:prstGeom prst="roundRect">
            <a:avLst>
              <a:gd name="adj" fmla="val 12632"/>
            </a:avLst>
          </a:prstGeom>
          <a:solidFill>
            <a:srgbClr val="EAF3F1"/>
          </a:solidFill>
          <a:ln w="12700">
            <a:solidFill>
              <a:srgbClr val="EAF3F1"/>
            </a:solidFill>
            <a:prstDash val="solid"/>
          </a:ln>
        </p:spPr>
      </p:sp>
      <p:sp>
        <p:nvSpPr>
          <p:cNvPr id="20" name="S15-cardtext536"/>
          <p:cNvSpPr txBox="1"/>
          <p:nvPr/>
        </p:nvSpPr>
        <p:spPr>
          <a:xfrm>
            <a:off x="6551676" y="292608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앞: 문이 있는 쪽</a:t>
            </a:r>
            <a:endParaRPr lang="ko-KR" sz="3000" dirty="0"/>
          </a:p>
        </p:txBody>
      </p:sp>
      <p:sp>
        <p:nvSpPr>
          <p:cNvPr id="21" name="S15-card537"/>
          <p:cNvSpPr/>
          <p:nvPr/>
        </p:nvSpPr>
        <p:spPr>
          <a:xfrm>
            <a:off x="6277356" y="3886200"/>
            <a:ext cx="5362956" cy="868680"/>
          </a:xfrm>
          <a:prstGeom prst="roundRect">
            <a:avLst>
              <a:gd name="adj" fmla="val 12632"/>
            </a:avLst>
          </a:prstGeom>
          <a:solidFill>
            <a:srgbClr val="EAF3F1"/>
          </a:solidFill>
          <a:ln w="12700">
            <a:solidFill>
              <a:srgbClr val="EAF3F1"/>
            </a:solidFill>
            <a:prstDash val="solid"/>
          </a:ln>
        </p:spPr>
      </p:sp>
      <p:sp>
        <p:nvSpPr>
          <p:cNvPr id="22" name="S15-cardtext538"/>
          <p:cNvSpPr txBox="1"/>
          <p:nvPr/>
        </p:nvSpPr>
        <p:spPr>
          <a:xfrm>
            <a:off x="6551676" y="402336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뒤는 반대쪽, 옆은 양쪽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사회·역사 그림과 기호로 나타내기</dc:title>
  <dc:subject>KR22-G03-SOC-SYMBOLS-L01</dc:subject>
  <dc:creator>education-ppt</dc:creator>
  <cp:lastModifiedBy>education-ppt</cp:lastModifiedBy>
  <cp:revision>1</cp:revision>
  <dcterms:created xsi:type="dcterms:W3CDTF">2026-10-26T09:46:19Z</dcterms:created>
  <dcterms:modified xsi:type="dcterms:W3CDTF">2026-10-26T09:46:19Z</dcterms:modified>
</cp:coreProperties>
</file>