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ad7621cc-91dd-06f7-fb69-f070e7b3fa57}">
          <p14:sldIdLst>
            <p14:sldId id="256"/>
            <p14:sldId id="257"/>
          </p14:sldIdLst>
        </p14:section>
        <p14:section name="개념" id="{f65ac103-6e8c-9aa1-81b3-d7d0b0d354df}">
          <p14:sldIdLst>
            <p14:sldId id="258"/>
            <p14:sldId id="259"/>
            <p14:sldId id="262"/>
            <p14:sldId id="263"/>
          </p14:sldIdLst>
        </p14:section>
        <p14:section name="연습" id="{ec31ca94-b01f-54ff-f9c2-3674665b9e41}">
          <p14:sldIdLst>
            <p14:sldId id="260"/>
            <p14:sldId id="261"/>
            <p14:sldId id="264"/>
            <p14:sldId id="265"/>
          </p14:sldIdLst>
        </p14:section>
        <p14:section name="개념" id="{15e1c49a-307d-0f42-6683-4735dad3aadb}">
          <p14:sldIdLst/>
        </p14:section>
        <p14:section name="연습" id="{1058d2ff-7c62-3cb7-2b57-403d361de377}">
          <p14:sldIdLst/>
        </p14:section>
        <p14:section name="확인" id="{24cf4e4e-e6db-3af9-1d5c-d32e83b7dff0}">
          <p14:sldIdLst>
            <p14:sldId id="266"/>
            <p14:sldId id="267"/>
          </p14:sldIdLst>
        </p14:section>
        <p14:section name="정리" id="{2743cd8d-cf52-2e80-02c3-90548c64a3a6}">
          <p14:sldIdLst>
            <p14:sldId id="268"/>
          </p14:sldIdLst>
        </p14:section>
        <p14:section name="보충" id="{88e29451-9549-463d-a944-d54460d2fae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6" name="S04-mark67"/>
          <p:cNvSpPr/>
          <p:nvPr/>
        </p:nvSpPr>
        <p:spPr>
          <a:xfrm>
            <a:off x="1147466"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7" name="S04-mark68"/>
          <p:cNvSpPr/>
          <p:nvPr/>
        </p:nvSpPr>
        <p:spPr>
          <a:xfrm>
            <a:off x="1654851"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8" name="S04-mark69"/>
          <p:cNvSpPr/>
          <p:nvPr/>
        </p:nvSpPr>
        <p:spPr>
          <a:xfrm>
            <a:off x="2162237"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9" name="S04-mark70"/>
          <p:cNvSpPr/>
          <p:nvPr/>
        </p:nvSpPr>
        <p:spPr>
          <a:xfrm>
            <a:off x="2669623"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0" name="S04-mark71"/>
          <p:cNvSpPr/>
          <p:nvPr/>
        </p:nvSpPr>
        <p:spPr>
          <a:xfrm>
            <a:off x="3177008"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1" name="S04-mark72"/>
          <p:cNvSpPr/>
          <p:nvPr/>
        </p:nvSpPr>
        <p:spPr>
          <a:xfrm>
            <a:off x="3684394"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2" name="S04-mark73"/>
          <p:cNvSpPr/>
          <p:nvPr/>
        </p:nvSpPr>
        <p:spPr>
          <a:xfrm>
            <a:off x="4191780"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3" name="S04-mark74"/>
          <p:cNvSpPr/>
          <p:nvPr/>
        </p:nvSpPr>
        <p:spPr>
          <a:xfrm>
            <a:off x="4699165"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4" name="S04-mark75"/>
          <p:cNvSpPr/>
          <p:nvPr/>
        </p:nvSpPr>
        <p:spPr>
          <a:xfrm>
            <a:off x="5206551" y="3197891"/>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5" name="S04-mark76"/>
          <p:cNvSpPr/>
          <p:nvPr/>
        </p:nvSpPr>
        <p:spPr>
          <a:xfrm>
            <a:off x="1218500" y="2781834"/>
            <a:ext cx="182659" cy="314579"/>
          </a:xfrm>
          <a:custGeom>
            <a:avLst/>
            <a:gdLst/>
            <a:ahLst/>
            <a:cxnLst/>
            <a:rect l="l" t="t" r="r" b="b"/>
            <a:pathLst>
              <a:path w="182659" h="314579">
                <a:moveTo>
                  <a:pt x="0" y="273988"/>
                </a:moveTo>
                <a:lnTo>
                  <a:pt x="182659" y="314579"/>
                </a:lnTo>
                <a:lnTo>
                  <a:pt x="182659" y="40591"/>
                </a:lnTo>
                <a:lnTo>
                  <a:pt x="0" y="0"/>
                </a:lnTo>
                <a:close/>
              </a:path>
            </a:pathLst>
          </a:custGeom>
          <a:solidFill>
            <a:srgbClr val="3D5A80"/>
          </a:solidFill>
          <a:ln w="15875">
            <a:solidFill>
              <a:srgbClr val="1F2937"/>
            </a:solidFill>
            <a:prstDash val="solid"/>
          </a:ln>
        </p:spPr>
      </p:sp>
      <p:sp>
        <p:nvSpPr>
          <p:cNvPr id="16" name="S04-mark77"/>
          <p:cNvSpPr/>
          <p:nvPr/>
        </p:nvSpPr>
        <p:spPr>
          <a:xfrm>
            <a:off x="1401159" y="2781834"/>
            <a:ext cx="182659" cy="314579"/>
          </a:xfrm>
          <a:custGeom>
            <a:avLst/>
            <a:gdLst/>
            <a:ahLst/>
            <a:cxnLst/>
            <a:rect l="l" t="t" r="r" b="b"/>
            <a:pathLst>
              <a:path w="182659" h="314579">
                <a:moveTo>
                  <a:pt x="182659" y="273988"/>
                </a:moveTo>
                <a:lnTo>
                  <a:pt x="0" y="314579"/>
                </a:lnTo>
                <a:lnTo>
                  <a:pt x="0" y="40591"/>
                </a:lnTo>
                <a:lnTo>
                  <a:pt x="182659" y="0"/>
                </a:lnTo>
                <a:close/>
              </a:path>
            </a:pathLst>
          </a:custGeom>
          <a:solidFill>
            <a:srgbClr val="3D5A80"/>
          </a:solidFill>
          <a:ln w="15875">
            <a:solidFill>
              <a:srgbClr val="1F2937"/>
            </a:solidFill>
            <a:prstDash val="solid"/>
          </a:ln>
        </p:spPr>
      </p:sp>
      <p:sp>
        <p:nvSpPr>
          <p:cNvPr id="17" name="S04-mark78"/>
          <p:cNvSpPr/>
          <p:nvPr/>
        </p:nvSpPr>
        <p:spPr>
          <a:xfrm>
            <a:off x="2811691" y="2761539"/>
            <a:ext cx="273988" cy="162363"/>
          </a:xfrm>
          <a:custGeom>
            <a:avLst/>
            <a:gdLst/>
            <a:ahLst/>
            <a:cxnLst/>
            <a:rect l="l" t="t" r="r" b="b"/>
            <a:pathLst>
              <a:path w="273988" h="162363">
                <a:moveTo>
                  <a:pt x="0" y="0"/>
                </a:moveTo>
                <a:lnTo>
                  <a:pt x="273988" y="81182"/>
                </a:lnTo>
                <a:lnTo>
                  <a:pt x="0" y="162363"/>
                </a:lnTo>
                <a:close/>
              </a:path>
            </a:pathLst>
          </a:custGeom>
          <a:solidFill>
            <a:srgbClr val="E9762B"/>
          </a:solidFill>
          <a:ln w="15875">
            <a:solidFill>
              <a:srgbClr val="1F2937"/>
            </a:solidFill>
            <a:prstDash val="solid"/>
          </a:ln>
        </p:spPr>
      </p:sp>
      <p:sp>
        <p:nvSpPr>
          <p:cNvPr id="18" name="S04-mark79"/>
          <p:cNvSpPr/>
          <p:nvPr/>
        </p:nvSpPr>
        <p:spPr>
          <a:xfrm>
            <a:off x="2887799" y="2497698"/>
            <a:ext cx="71034" cy="131920"/>
          </a:xfrm>
          <a:custGeom>
            <a:avLst/>
            <a:gdLst/>
            <a:ahLst/>
            <a:cxnLst/>
            <a:rect l="l" t="t" r="r" b="b"/>
            <a:pathLst>
              <a:path w="71034" h="131920">
                <a:moveTo>
                  <a:pt x="0" y="131920"/>
                </a:moveTo>
                <a:lnTo>
                  <a:pt x="71034" y="131920"/>
                </a:lnTo>
                <a:lnTo>
                  <a:pt x="71034" y="0"/>
                </a:lnTo>
                <a:lnTo>
                  <a:pt x="0" y="0"/>
                </a:lnTo>
                <a:close/>
              </a:path>
            </a:pathLst>
          </a:custGeom>
          <a:solidFill>
            <a:srgbClr val="8B5A2B"/>
          </a:solidFill>
          <a:ln w="12700">
            <a:solidFill>
              <a:srgbClr val="1F2937"/>
            </a:solidFill>
            <a:prstDash val="solid"/>
          </a:ln>
        </p:spPr>
      </p:sp>
      <p:sp>
        <p:nvSpPr>
          <p:cNvPr id="19" name="S04-mark80"/>
          <p:cNvSpPr/>
          <p:nvPr/>
        </p:nvSpPr>
        <p:spPr>
          <a:xfrm>
            <a:off x="2760952" y="2233858"/>
            <a:ext cx="324727" cy="263841"/>
          </a:xfrm>
          <a:custGeom>
            <a:avLst/>
            <a:gdLst/>
            <a:ahLst/>
            <a:cxnLst/>
            <a:rect l="l" t="t" r="r" b="b"/>
            <a:pathLst>
              <a:path w="324727" h="263841">
                <a:moveTo>
                  <a:pt x="0" y="263841"/>
                </a:moveTo>
                <a:lnTo>
                  <a:pt x="324727" y="263841"/>
                </a:lnTo>
                <a:lnTo>
                  <a:pt x="162363" y="0"/>
                </a:lnTo>
                <a:close/>
              </a:path>
            </a:pathLst>
          </a:custGeom>
          <a:solidFill>
            <a:srgbClr val="2A9D8F"/>
          </a:solidFill>
          <a:ln w="15875">
            <a:solidFill>
              <a:srgbClr val="1F2937"/>
            </a:solidFill>
            <a:prstDash val="solid"/>
          </a:ln>
        </p:spPr>
      </p:sp>
      <p:sp>
        <p:nvSpPr>
          <p:cNvPr id="20" name="S04-mark81"/>
          <p:cNvSpPr/>
          <p:nvPr/>
        </p:nvSpPr>
        <p:spPr>
          <a:xfrm>
            <a:off x="2329674" y="3786458"/>
            <a:ext cx="172511" cy="131920"/>
          </a:xfrm>
          <a:custGeom>
            <a:avLst/>
            <a:gdLst/>
            <a:ahLst/>
            <a:cxnLst/>
            <a:rect l="l" t="t" r="r" b="b"/>
            <a:pathLst>
              <a:path w="172511" h="131920">
                <a:moveTo>
                  <a:pt x="172511" y="131920"/>
                </a:moveTo>
                <a:lnTo>
                  <a:pt x="160841" y="65960"/>
                </a:lnTo>
                <a:lnTo>
                  <a:pt x="129383" y="17758"/>
                </a:lnTo>
                <a:lnTo>
                  <a:pt x="86256" y="0"/>
                </a:lnTo>
                <a:lnTo>
                  <a:pt x="43128" y="17758"/>
                </a:lnTo>
                <a:lnTo>
                  <a:pt x="11670" y="65960"/>
                </a:lnTo>
                <a:lnTo>
                  <a:pt x="0" y="131920"/>
                </a:lnTo>
              </a:path>
            </a:pathLst>
          </a:custGeom>
          <a:noFill/>
          <a:ln w="25400">
            <a:solidFill>
              <a:srgbClr val="1F2937"/>
            </a:solidFill>
            <a:prstDash val="solid"/>
          </a:ln>
        </p:spPr>
      </p:sp>
      <p:sp>
        <p:nvSpPr>
          <p:cNvPr id="21" name="S04-mark82"/>
          <p:cNvSpPr/>
          <p:nvPr/>
        </p:nvSpPr>
        <p:spPr>
          <a:xfrm>
            <a:off x="2248493" y="3918378"/>
            <a:ext cx="334875" cy="223250"/>
          </a:xfrm>
          <a:custGeom>
            <a:avLst/>
            <a:gdLst/>
            <a:ahLst/>
            <a:cxnLst/>
            <a:rect l="l" t="t" r="r" b="b"/>
            <a:pathLst>
              <a:path w="334875" h="223250">
                <a:moveTo>
                  <a:pt x="0" y="0"/>
                </a:moveTo>
                <a:lnTo>
                  <a:pt x="334875" y="0"/>
                </a:lnTo>
                <a:lnTo>
                  <a:pt x="294284" y="223250"/>
                </a:lnTo>
                <a:lnTo>
                  <a:pt x="40591" y="223250"/>
                </a:lnTo>
                <a:close/>
              </a:path>
            </a:pathLst>
          </a:custGeom>
          <a:solidFill>
            <a:srgbClr val="F2C14E"/>
          </a:solidFill>
          <a:ln w="15875">
            <a:solidFill>
              <a:srgbClr val="1F2937"/>
            </a:solidFill>
            <a:prstDash val="solid"/>
          </a:ln>
        </p:spPr>
      </p:sp>
      <p:sp>
        <p:nvSpPr>
          <p:cNvPr id="22" name="S04-mark83"/>
          <p:cNvSpPr/>
          <p:nvPr/>
        </p:nvSpPr>
        <p:spPr>
          <a:xfrm>
            <a:off x="2771100" y="3766163"/>
            <a:ext cx="304431" cy="375465"/>
          </a:xfrm>
          <a:custGeom>
            <a:avLst/>
            <a:gdLst/>
            <a:ahLst/>
            <a:cxnLst/>
            <a:rect l="l" t="t" r="r" b="b"/>
            <a:pathLst>
              <a:path w="304431" h="375465">
                <a:moveTo>
                  <a:pt x="0" y="375465"/>
                </a:moveTo>
                <a:lnTo>
                  <a:pt x="304431" y="375465"/>
                </a:lnTo>
                <a:lnTo>
                  <a:pt x="304431" y="172511"/>
                </a:lnTo>
                <a:lnTo>
                  <a:pt x="152216" y="0"/>
                </a:lnTo>
                <a:lnTo>
                  <a:pt x="0" y="172511"/>
                </a:lnTo>
                <a:close/>
              </a:path>
            </a:pathLst>
          </a:custGeom>
          <a:solidFill>
            <a:srgbClr val="FDEBDD"/>
          </a:solidFill>
          <a:ln w="19050">
            <a:solidFill>
              <a:srgbClr val="1F2937"/>
            </a:solidFill>
            <a:prstDash val="solid"/>
          </a:ln>
        </p:spPr>
      </p:sp>
      <p:sp>
        <p:nvSpPr>
          <p:cNvPr id="23" name="S04-mark84"/>
          <p:cNvSpPr/>
          <p:nvPr/>
        </p:nvSpPr>
        <p:spPr>
          <a:xfrm>
            <a:off x="4785421" y="3791532"/>
            <a:ext cx="334875" cy="334875"/>
          </a:xfrm>
          <a:custGeom>
            <a:avLst/>
            <a:gdLst/>
            <a:ahLst/>
            <a:cxnLst/>
            <a:rect l="l" t="t" r="r" b="b"/>
            <a:pathLst>
              <a:path w="334875" h="334875">
                <a:moveTo>
                  <a:pt x="116699" y="334875"/>
                </a:moveTo>
                <a:lnTo>
                  <a:pt x="218176" y="334875"/>
                </a:lnTo>
                <a:lnTo>
                  <a:pt x="218176" y="218176"/>
                </a:lnTo>
                <a:lnTo>
                  <a:pt x="334875" y="218176"/>
                </a:lnTo>
                <a:lnTo>
                  <a:pt x="334875" y="116699"/>
                </a:lnTo>
                <a:lnTo>
                  <a:pt x="218176" y="116699"/>
                </a:lnTo>
                <a:lnTo>
                  <a:pt x="218176" y="0"/>
                </a:lnTo>
                <a:lnTo>
                  <a:pt x="116699" y="0"/>
                </a:lnTo>
                <a:lnTo>
                  <a:pt x="116699" y="116699"/>
                </a:lnTo>
                <a:lnTo>
                  <a:pt x="0" y="116699"/>
                </a:lnTo>
                <a:lnTo>
                  <a:pt x="0" y="218176"/>
                </a:lnTo>
                <a:lnTo>
                  <a:pt x="116699" y="218176"/>
                </a:lnTo>
                <a:close/>
              </a:path>
            </a:pathLst>
          </a:custGeom>
          <a:solidFill>
            <a:srgbClr val="C8434E"/>
          </a:solidFill>
          <a:ln w="12700">
            <a:solidFill>
              <a:srgbClr val="1F2937"/>
            </a:solidFill>
            <a:prstDash val="solid"/>
          </a:ln>
        </p:spPr>
      </p:sp>
      <p:sp>
        <p:nvSpPr>
          <p:cNvPr id="24" name="S04-mark85"/>
          <p:cNvSpPr/>
          <p:nvPr/>
        </p:nvSpPr>
        <p:spPr>
          <a:xfrm>
            <a:off x="640080" y="2183119"/>
            <a:ext cx="5073857" cy="2029543"/>
          </a:xfrm>
          <a:custGeom>
            <a:avLst/>
            <a:gdLst/>
            <a:ahLst/>
            <a:cxnLst/>
            <a:rect l="l" t="t" r="r" b="b"/>
            <a:pathLst>
              <a:path w="5073857" h="2029543">
                <a:moveTo>
                  <a:pt x="0" y="2029543"/>
                </a:moveTo>
                <a:lnTo>
                  <a:pt x="5073857" y="2029543"/>
                </a:lnTo>
                <a:lnTo>
                  <a:pt x="5073857" y="0"/>
                </a:lnTo>
                <a:lnTo>
                  <a:pt x="0" y="0"/>
                </a:lnTo>
                <a:close/>
              </a:path>
            </a:pathLst>
          </a:custGeom>
          <a:noFill/>
          <a:ln w="19050">
            <a:solidFill>
              <a:srgbClr val="1F2937"/>
            </a:solidFill>
            <a:prstDash val="solid"/>
          </a:ln>
        </p:spPr>
      </p:sp>
      <p:sp>
        <p:nvSpPr>
          <p:cNvPr id="25" name="S04-mark86"/>
          <p:cNvSpPr/>
          <p:nvPr/>
        </p:nvSpPr>
        <p:spPr>
          <a:xfrm>
            <a:off x="7692741" y="2081642"/>
            <a:ext cx="3856131" cy="2283236"/>
          </a:xfrm>
          <a:custGeom>
            <a:avLst/>
            <a:gdLst/>
            <a:ahLst/>
            <a:cxnLst/>
            <a:rect l="l" t="t" r="r" b="b"/>
            <a:pathLst>
              <a:path w="3856131" h="2283236">
                <a:moveTo>
                  <a:pt x="0" y="2283236"/>
                </a:moveTo>
                <a:lnTo>
                  <a:pt x="3856131" y="2283236"/>
                </a:lnTo>
                <a:lnTo>
                  <a:pt x="3856131" y="0"/>
                </a:lnTo>
                <a:lnTo>
                  <a:pt x="0" y="0"/>
                </a:lnTo>
                <a:close/>
              </a:path>
            </a:pathLst>
          </a:custGeom>
          <a:solidFill>
            <a:srgbClr val="FFFFFF"/>
          </a:solidFill>
          <a:ln w="15875">
            <a:solidFill>
              <a:srgbClr val="1F2937"/>
            </a:solidFill>
            <a:prstDash val="solid"/>
          </a:ln>
        </p:spPr>
      </p:sp>
      <p:sp>
        <p:nvSpPr>
          <p:cNvPr id="26" name="S04-mark87"/>
          <p:cNvSpPr/>
          <p:nvPr/>
        </p:nvSpPr>
        <p:spPr>
          <a:xfrm>
            <a:off x="7692741" y="2081642"/>
            <a:ext cx="3856131" cy="380539"/>
          </a:xfrm>
          <a:custGeom>
            <a:avLst/>
            <a:gdLst/>
            <a:ahLst/>
            <a:cxnLst/>
            <a:rect l="l" t="t" r="r" b="b"/>
            <a:pathLst>
              <a:path w="3856131" h="380539">
                <a:moveTo>
                  <a:pt x="0" y="380539"/>
                </a:moveTo>
                <a:lnTo>
                  <a:pt x="3856131" y="380539"/>
                </a:lnTo>
                <a:lnTo>
                  <a:pt x="3856131" y="0"/>
                </a:lnTo>
                <a:lnTo>
                  <a:pt x="0" y="0"/>
                </a:lnTo>
                <a:close/>
              </a:path>
            </a:pathLst>
          </a:custGeom>
          <a:solidFill>
            <a:srgbClr val="EAF3F1"/>
          </a:solidFill>
          <a:ln w="15875">
            <a:solidFill>
              <a:srgbClr val="1F2937"/>
            </a:solidFill>
            <a:prstDash val="solid"/>
          </a:ln>
        </p:spPr>
      </p:sp>
      <p:sp>
        <p:nvSpPr>
          <p:cNvPr id="27" name="S04-mark88"/>
          <p:cNvSpPr/>
          <p:nvPr/>
        </p:nvSpPr>
        <p:spPr>
          <a:xfrm>
            <a:off x="7972818" y="2490595"/>
            <a:ext cx="246589" cy="146127"/>
          </a:xfrm>
          <a:custGeom>
            <a:avLst/>
            <a:gdLst/>
            <a:ahLst/>
            <a:cxnLst/>
            <a:rect l="l" t="t" r="r" b="b"/>
            <a:pathLst>
              <a:path w="246589" h="146127">
                <a:moveTo>
                  <a:pt x="0" y="0"/>
                </a:moveTo>
                <a:lnTo>
                  <a:pt x="246589" y="73064"/>
                </a:lnTo>
                <a:lnTo>
                  <a:pt x="0" y="146127"/>
                </a:lnTo>
                <a:close/>
              </a:path>
            </a:pathLst>
          </a:custGeom>
          <a:solidFill>
            <a:srgbClr val="E9762B"/>
          </a:solidFill>
          <a:ln w="15875">
            <a:solidFill>
              <a:srgbClr val="1F2937"/>
            </a:solidFill>
            <a:prstDash val="solid"/>
          </a:ln>
        </p:spPr>
      </p:sp>
      <p:sp>
        <p:nvSpPr>
          <p:cNvPr id="28" name="S04-mark89"/>
          <p:cNvSpPr/>
          <p:nvPr/>
        </p:nvSpPr>
        <p:spPr>
          <a:xfrm>
            <a:off x="9850652" y="2504294"/>
            <a:ext cx="301387" cy="301387"/>
          </a:xfrm>
          <a:custGeom>
            <a:avLst/>
            <a:gdLst/>
            <a:ahLst/>
            <a:cxnLst/>
            <a:rect l="l" t="t" r="r" b="b"/>
            <a:pathLst>
              <a:path w="301387" h="301387">
                <a:moveTo>
                  <a:pt x="105029" y="301387"/>
                </a:moveTo>
                <a:lnTo>
                  <a:pt x="196358" y="301387"/>
                </a:lnTo>
                <a:lnTo>
                  <a:pt x="196358" y="196358"/>
                </a:lnTo>
                <a:lnTo>
                  <a:pt x="301387" y="196358"/>
                </a:lnTo>
                <a:lnTo>
                  <a:pt x="301387" y="105029"/>
                </a:lnTo>
                <a:lnTo>
                  <a:pt x="196358" y="105029"/>
                </a:lnTo>
                <a:lnTo>
                  <a:pt x="196358" y="0"/>
                </a:lnTo>
                <a:lnTo>
                  <a:pt x="105029" y="0"/>
                </a:lnTo>
                <a:lnTo>
                  <a:pt x="105029" y="105029"/>
                </a:lnTo>
                <a:lnTo>
                  <a:pt x="0" y="105029"/>
                </a:lnTo>
                <a:lnTo>
                  <a:pt x="0" y="196358"/>
                </a:lnTo>
                <a:lnTo>
                  <a:pt x="105029" y="196358"/>
                </a:lnTo>
                <a:close/>
              </a:path>
            </a:pathLst>
          </a:custGeom>
          <a:solidFill>
            <a:srgbClr val="C8434E"/>
          </a:solidFill>
          <a:ln w="12700">
            <a:solidFill>
              <a:srgbClr val="1F2937"/>
            </a:solidFill>
            <a:prstDash val="solid"/>
          </a:ln>
        </p:spPr>
      </p:sp>
      <p:sp>
        <p:nvSpPr>
          <p:cNvPr id="29" name="S04-mark90"/>
          <p:cNvSpPr/>
          <p:nvPr/>
        </p:nvSpPr>
        <p:spPr>
          <a:xfrm>
            <a:off x="8041315" y="3166433"/>
            <a:ext cx="63931" cy="118728"/>
          </a:xfrm>
          <a:custGeom>
            <a:avLst/>
            <a:gdLst/>
            <a:ahLst/>
            <a:cxnLst/>
            <a:rect l="l" t="t" r="r" b="b"/>
            <a:pathLst>
              <a:path w="63931" h="118728">
                <a:moveTo>
                  <a:pt x="0" y="118728"/>
                </a:moveTo>
                <a:lnTo>
                  <a:pt x="63931" y="118728"/>
                </a:lnTo>
                <a:lnTo>
                  <a:pt x="63931" y="0"/>
                </a:lnTo>
                <a:lnTo>
                  <a:pt x="0" y="0"/>
                </a:lnTo>
                <a:close/>
              </a:path>
            </a:pathLst>
          </a:custGeom>
          <a:solidFill>
            <a:srgbClr val="8B5A2B"/>
          </a:solidFill>
          <a:ln w="12700">
            <a:solidFill>
              <a:srgbClr val="1F2937"/>
            </a:solidFill>
            <a:prstDash val="solid"/>
          </a:ln>
        </p:spPr>
      </p:sp>
      <p:sp>
        <p:nvSpPr>
          <p:cNvPr id="30" name="S04-mark91"/>
          <p:cNvSpPr/>
          <p:nvPr/>
        </p:nvSpPr>
        <p:spPr>
          <a:xfrm>
            <a:off x="7927153" y="2928976"/>
            <a:ext cx="292254" cy="237456"/>
          </a:xfrm>
          <a:custGeom>
            <a:avLst/>
            <a:gdLst/>
            <a:ahLst/>
            <a:cxnLst/>
            <a:rect l="l" t="t" r="r" b="b"/>
            <a:pathLst>
              <a:path w="292254" h="237456">
                <a:moveTo>
                  <a:pt x="0" y="237456"/>
                </a:moveTo>
                <a:lnTo>
                  <a:pt x="292254" y="237456"/>
                </a:lnTo>
                <a:lnTo>
                  <a:pt x="146127" y="0"/>
                </a:lnTo>
                <a:close/>
              </a:path>
            </a:pathLst>
          </a:custGeom>
          <a:solidFill>
            <a:srgbClr val="2A9D8F"/>
          </a:solidFill>
          <a:ln w="15875">
            <a:solidFill>
              <a:srgbClr val="1F2937"/>
            </a:solidFill>
            <a:prstDash val="solid"/>
          </a:ln>
        </p:spPr>
      </p:sp>
      <p:sp>
        <p:nvSpPr>
          <p:cNvPr id="31" name="S04-mark92"/>
          <p:cNvSpPr/>
          <p:nvPr/>
        </p:nvSpPr>
        <p:spPr>
          <a:xfrm>
            <a:off x="9836953" y="2965508"/>
            <a:ext cx="164393" cy="283121"/>
          </a:xfrm>
          <a:custGeom>
            <a:avLst/>
            <a:gdLst/>
            <a:ahLst/>
            <a:cxnLst/>
            <a:rect l="l" t="t" r="r" b="b"/>
            <a:pathLst>
              <a:path w="164393" h="283121">
                <a:moveTo>
                  <a:pt x="0" y="246589"/>
                </a:moveTo>
                <a:lnTo>
                  <a:pt x="164393" y="283121"/>
                </a:lnTo>
                <a:lnTo>
                  <a:pt x="164393" y="36532"/>
                </a:lnTo>
                <a:lnTo>
                  <a:pt x="0" y="0"/>
                </a:lnTo>
                <a:close/>
              </a:path>
            </a:pathLst>
          </a:custGeom>
          <a:solidFill>
            <a:srgbClr val="3D5A80"/>
          </a:solidFill>
          <a:ln w="15875">
            <a:solidFill>
              <a:srgbClr val="1F2937"/>
            </a:solidFill>
            <a:prstDash val="solid"/>
          </a:ln>
        </p:spPr>
      </p:sp>
      <p:sp>
        <p:nvSpPr>
          <p:cNvPr id="32" name="S04-mark93"/>
          <p:cNvSpPr/>
          <p:nvPr/>
        </p:nvSpPr>
        <p:spPr>
          <a:xfrm>
            <a:off x="10001346" y="2965508"/>
            <a:ext cx="164393" cy="283121"/>
          </a:xfrm>
          <a:custGeom>
            <a:avLst/>
            <a:gdLst/>
            <a:ahLst/>
            <a:cxnLst/>
            <a:rect l="l" t="t" r="r" b="b"/>
            <a:pathLst>
              <a:path w="164393" h="283121">
                <a:moveTo>
                  <a:pt x="164393" y="246589"/>
                </a:moveTo>
                <a:lnTo>
                  <a:pt x="0" y="283121"/>
                </a:lnTo>
                <a:lnTo>
                  <a:pt x="0" y="36532"/>
                </a:lnTo>
                <a:lnTo>
                  <a:pt x="164393" y="0"/>
                </a:lnTo>
                <a:close/>
              </a:path>
            </a:pathLst>
          </a:custGeom>
          <a:solidFill>
            <a:srgbClr val="3D5A80"/>
          </a:solidFill>
          <a:ln w="15875">
            <a:solidFill>
              <a:srgbClr val="1F2937"/>
            </a:solidFill>
            <a:prstDash val="solid"/>
          </a:ln>
        </p:spPr>
      </p:sp>
      <p:sp>
        <p:nvSpPr>
          <p:cNvPr id="33" name="S04-mark94"/>
          <p:cNvSpPr/>
          <p:nvPr/>
        </p:nvSpPr>
        <p:spPr>
          <a:xfrm>
            <a:off x="9923716" y="3413022"/>
            <a:ext cx="155260" cy="118728"/>
          </a:xfrm>
          <a:custGeom>
            <a:avLst/>
            <a:gdLst/>
            <a:ahLst/>
            <a:cxnLst/>
            <a:rect l="l" t="t" r="r" b="b"/>
            <a:pathLst>
              <a:path w="155260" h="118728">
                <a:moveTo>
                  <a:pt x="155260" y="118728"/>
                </a:moveTo>
                <a:lnTo>
                  <a:pt x="145112" y="59364"/>
                </a:lnTo>
                <a:lnTo>
                  <a:pt x="116191" y="15729"/>
                </a:lnTo>
                <a:lnTo>
                  <a:pt x="77630" y="0"/>
                </a:lnTo>
                <a:lnTo>
                  <a:pt x="38561" y="15729"/>
                </a:lnTo>
                <a:lnTo>
                  <a:pt x="10148" y="59364"/>
                </a:lnTo>
                <a:lnTo>
                  <a:pt x="0" y="118728"/>
                </a:lnTo>
              </a:path>
            </a:pathLst>
          </a:custGeom>
          <a:noFill/>
          <a:ln w="25400">
            <a:solidFill>
              <a:srgbClr val="1F2937"/>
            </a:solidFill>
            <a:prstDash val="solid"/>
          </a:ln>
        </p:spPr>
      </p:sp>
      <p:sp>
        <p:nvSpPr>
          <p:cNvPr id="34" name="S04-mark95"/>
          <p:cNvSpPr/>
          <p:nvPr/>
        </p:nvSpPr>
        <p:spPr>
          <a:xfrm>
            <a:off x="9850652" y="3531750"/>
            <a:ext cx="301387" cy="200925"/>
          </a:xfrm>
          <a:custGeom>
            <a:avLst/>
            <a:gdLst/>
            <a:ahLst/>
            <a:cxnLst/>
            <a:rect l="l" t="t" r="r" b="b"/>
            <a:pathLst>
              <a:path w="301387" h="200925">
                <a:moveTo>
                  <a:pt x="0" y="0"/>
                </a:moveTo>
                <a:lnTo>
                  <a:pt x="301387" y="0"/>
                </a:lnTo>
                <a:lnTo>
                  <a:pt x="264855" y="200925"/>
                </a:lnTo>
                <a:lnTo>
                  <a:pt x="36532" y="200925"/>
                </a:lnTo>
                <a:close/>
              </a:path>
            </a:pathLst>
          </a:custGeom>
          <a:solidFill>
            <a:srgbClr val="F2C14E"/>
          </a:solidFill>
          <a:ln w="15875">
            <a:solidFill>
              <a:srgbClr val="1F2937"/>
            </a:solidFill>
            <a:prstDash val="solid"/>
          </a:ln>
        </p:spPr>
      </p:sp>
      <p:sp>
        <p:nvSpPr>
          <p:cNvPr id="35" name="S04-mark96"/>
          <p:cNvSpPr/>
          <p:nvPr/>
        </p:nvSpPr>
        <p:spPr>
          <a:xfrm>
            <a:off x="7936286" y="3851403"/>
            <a:ext cx="273988" cy="337919"/>
          </a:xfrm>
          <a:custGeom>
            <a:avLst/>
            <a:gdLst/>
            <a:ahLst/>
            <a:cxnLst/>
            <a:rect l="l" t="t" r="r" b="b"/>
            <a:pathLst>
              <a:path w="273988" h="337919">
                <a:moveTo>
                  <a:pt x="0" y="337919"/>
                </a:moveTo>
                <a:lnTo>
                  <a:pt x="273988" y="337919"/>
                </a:lnTo>
                <a:lnTo>
                  <a:pt x="273988" y="155260"/>
                </a:lnTo>
                <a:lnTo>
                  <a:pt x="136994" y="0"/>
                </a:lnTo>
                <a:lnTo>
                  <a:pt x="0" y="155260"/>
                </a:lnTo>
                <a:close/>
              </a:path>
            </a:pathLst>
          </a:custGeom>
          <a:solidFill>
            <a:srgbClr val="FDEBDD"/>
          </a:solidFill>
          <a:ln w="19050">
            <a:solidFill>
              <a:srgbClr val="1F2937"/>
            </a:solidFill>
            <a:prstDash val="solid"/>
          </a:ln>
        </p:spPr>
      </p:sp>
      <p:sp>
        <p:nvSpPr>
          <p:cNvPr id="36" name="S04-mark97"/>
          <p:cNvSpPr/>
          <p:nvPr/>
        </p:nvSpPr>
        <p:spPr>
          <a:xfrm>
            <a:off x="4785421" y="2776761"/>
            <a:ext cx="334875" cy="334875"/>
          </a:xfrm>
          <a:prstGeom prst="ellipse">
            <a:avLst/>
          </a:prstGeom>
          <a:solidFill>
            <a:srgbClr val="FFFFFF"/>
          </a:solidFill>
          <a:ln w="25400">
            <a:solidFill>
              <a:srgbClr val="1F2937"/>
            </a:solidFill>
            <a:prstDash val="solid"/>
          </a:ln>
        </p:spPr>
      </p:sp>
      <p:sp>
        <p:nvSpPr>
          <p:cNvPr id="37" name="S04-mark98"/>
          <p:cNvSpPr/>
          <p:nvPr/>
        </p:nvSpPr>
        <p:spPr>
          <a:xfrm>
            <a:off x="4881824" y="2873164"/>
            <a:ext cx="142068" cy="142068"/>
          </a:xfrm>
          <a:prstGeom prst="ellipse">
            <a:avLst/>
          </a:prstGeom>
          <a:solidFill>
            <a:srgbClr val="264653"/>
          </a:solidFill>
          <a:ln w="12700">
            <a:solidFill>
              <a:srgbClr val="1F2937"/>
            </a:solidFill>
            <a:prstDash val="solid"/>
          </a:ln>
        </p:spPr>
      </p:sp>
      <p:sp>
        <p:nvSpPr>
          <p:cNvPr id="38" name="S04-mark99"/>
          <p:cNvSpPr/>
          <p:nvPr/>
        </p:nvSpPr>
        <p:spPr>
          <a:xfrm>
            <a:off x="7922587" y="3417589"/>
            <a:ext cx="301387" cy="301387"/>
          </a:xfrm>
          <a:prstGeom prst="ellipse">
            <a:avLst/>
          </a:prstGeom>
          <a:solidFill>
            <a:srgbClr val="FFFFFF"/>
          </a:solidFill>
          <a:ln w="25400">
            <a:solidFill>
              <a:srgbClr val="1F2937"/>
            </a:solidFill>
            <a:prstDash val="solid"/>
          </a:ln>
        </p:spPr>
      </p:sp>
      <p:sp>
        <p:nvSpPr>
          <p:cNvPr id="39" name="S04-mark100"/>
          <p:cNvSpPr/>
          <p:nvPr/>
        </p:nvSpPr>
        <p:spPr>
          <a:xfrm>
            <a:off x="8009350" y="3504352"/>
            <a:ext cx="127861" cy="127861"/>
          </a:xfrm>
          <a:prstGeom prst="ellipse">
            <a:avLst/>
          </a:prstGeom>
          <a:solidFill>
            <a:srgbClr val="264653"/>
          </a:solidFill>
          <a:ln w="12700">
            <a:solidFill>
              <a:srgbClr val="1F2937"/>
            </a:solidFill>
            <a:prstDash val="solid"/>
          </a:ln>
        </p:spPr>
      </p:sp>
      <p:sp>
        <p:nvSpPr>
          <p:cNvPr id="40" name="S04-mark101"/>
          <p:cNvSpPr/>
          <p:nvPr/>
        </p:nvSpPr>
        <p:spPr>
          <a:xfrm flipV="1">
            <a:off x="2811691" y="2761539"/>
            <a:ext cx="0" cy="365318"/>
          </a:xfrm>
          <a:prstGeom prst="line">
            <a:avLst/>
          </a:prstGeom>
          <a:noFill/>
          <a:ln w="28575">
            <a:solidFill>
              <a:srgbClr val="1F2937"/>
            </a:solidFill>
            <a:prstDash val="solid"/>
          </a:ln>
        </p:spPr>
      </p:sp>
      <p:sp>
        <p:nvSpPr>
          <p:cNvPr id="41" name="S04-mark102"/>
          <p:cNvSpPr/>
          <p:nvPr/>
        </p:nvSpPr>
        <p:spPr>
          <a:xfrm flipV="1">
            <a:off x="640080" y="2183119"/>
            <a:ext cx="0" cy="2029543"/>
          </a:xfrm>
          <a:prstGeom prst="line">
            <a:avLst/>
          </a:prstGeom>
          <a:noFill/>
          <a:ln w="9525">
            <a:solidFill>
              <a:srgbClr val="B8C2CC"/>
            </a:solidFill>
            <a:prstDash val="solid"/>
          </a:ln>
        </p:spPr>
      </p:sp>
      <p:sp>
        <p:nvSpPr>
          <p:cNvPr id="42" name="S04-mark103"/>
          <p:cNvSpPr/>
          <p:nvPr/>
        </p:nvSpPr>
        <p:spPr>
          <a:xfrm flipV="1">
            <a:off x="1147466" y="2183119"/>
            <a:ext cx="0" cy="2029543"/>
          </a:xfrm>
          <a:prstGeom prst="line">
            <a:avLst/>
          </a:prstGeom>
          <a:noFill/>
          <a:ln w="9525">
            <a:solidFill>
              <a:srgbClr val="B8C2CC"/>
            </a:solidFill>
            <a:prstDash val="solid"/>
          </a:ln>
        </p:spPr>
      </p:sp>
      <p:sp>
        <p:nvSpPr>
          <p:cNvPr id="43" name="S04-mark104"/>
          <p:cNvSpPr/>
          <p:nvPr/>
        </p:nvSpPr>
        <p:spPr>
          <a:xfrm flipV="1">
            <a:off x="1654851" y="2183119"/>
            <a:ext cx="0" cy="2029543"/>
          </a:xfrm>
          <a:prstGeom prst="line">
            <a:avLst/>
          </a:prstGeom>
          <a:noFill/>
          <a:ln w="9525">
            <a:solidFill>
              <a:srgbClr val="B8C2CC"/>
            </a:solidFill>
            <a:prstDash val="solid"/>
          </a:ln>
        </p:spPr>
      </p:sp>
      <p:sp>
        <p:nvSpPr>
          <p:cNvPr id="44" name="S04-mark105"/>
          <p:cNvSpPr/>
          <p:nvPr/>
        </p:nvSpPr>
        <p:spPr>
          <a:xfrm flipV="1">
            <a:off x="2162237" y="2183119"/>
            <a:ext cx="0" cy="2029543"/>
          </a:xfrm>
          <a:prstGeom prst="line">
            <a:avLst/>
          </a:prstGeom>
          <a:noFill/>
          <a:ln w="9525">
            <a:solidFill>
              <a:srgbClr val="B8C2CC"/>
            </a:solidFill>
            <a:prstDash val="solid"/>
          </a:ln>
        </p:spPr>
      </p:sp>
      <p:sp>
        <p:nvSpPr>
          <p:cNvPr id="45" name="S04-mark106"/>
          <p:cNvSpPr/>
          <p:nvPr/>
        </p:nvSpPr>
        <p:spPr>
          <a:xfrm flipV="1">
            <a:off x="2669623" y="2183119"/>
            <a:ext cx="0" cy="2029543"/>
          </a:xfrm>
          <a:prstGeom prst="line">
            <a:avLst/>
          </a:prstGeom>
          <a:noFill/>
          <a:ln w="9525">
            <a:solidFill>
              <a:srgbClr val="B8C2CC"/>
            </a:solidFill>
            <a:prstDash val="solid"/>
          </a:ln>
        </p:spPr>
      </p:sp>
      <p:sp>
        <p:nvSpPr>
          <p:cNvPr id="46" name="S04-mark107"/>
          <p:cNvSpPr/>
          <p:nvPr/>
        </p:nvSpPr>
        <p:spPr>
          <a:xfrm flipV="1">
            <a:off x="3177008" y="2183119"/>
            <a:ext cx="0" cy="2029543"/>
          </a:xfrm>
          <a:prstGeom prst="line">
            <a:avLst/>
          </a:prstGeom>
          <a:noFill/>
          <a:ln w="9525">
            <a:solidFill>
              <a:srgbClr val="B8C2CC"/>
            </a:solidFill>
            <a:prstDash val="solid"/>
          </a:ln>
        </p:spPr>
      </p:sp>
      <p:sp>
        <p:nvSpPr>
          <p:cNvPr id="47" name="S04-mark108"/>
          <p:cNvSpPr/>
          <p:nvPr/>
        </p:nvSpPr>
        <p:spPr>
          <a:xfrm flipV="1">
            <a:off x="3684394" y="2183119"/>
            <a:ext cx="0" cy="2029543"/>
          </a:xfrm>
          <a:prstGeom prst="line">
            <a:avLst/>
          </a:prstGeom>
          <a:noFill/>
          <a:ln w="9525">
            <a:solidFill>
              <a:srgbClr val="B8C2CC"/>
            </a:solidFill>
            <a:prstDash val="solid"/>
          </a:ln>
        </p:spPr>
      </p:sp>
      <p:sp>
        <p:nvSpPr>
          <p:cNvPr id="48" name="S04-mark109"/>
          <p:cNvSpPr/>
          <p:nvPr/>
        </p:nvSpPr>
        <p:spPr>
          <a:xfrm flipV="1">
            <a:off x="4191780" y="2183119"/>
            <a:ext cx="0" cy="2029543"/>
          </a:xfrm>
          <a:prstGeom prst="line">
            <a:avLst/>
          </a:prstGeom>
          <a:noFill/>
          <a:ln w="9525">
            <a:solidFill>
              <a:srgbClr val="B8C2CC"/>
            </a:solidFill>
            <a:prstDash val="solid"/>
          </a:ln>
        </p:spPr>
      </p:sp>
      <p:sp>
        <p:nvSpPr>
          <p:cNvPr id="49" name="S04-mark110"/>
          <p:cNvSpPr/>
          <p:nvPr/>
        </p:nvSpPr>
        <p:spPr>
          <a:xfrm flipV="1">
            <a:off x="4699165" y="2183119"/>
            <a:ext cx="0" cy="2029543"/>
          </a:xfrm>
          <a:prstGeom prst="line">
            <a:avLst/>
          </a:prstGeom>
          <a:noFill/>
          <a:ln w="9525">
            <a:solidFill>
              <a:srgbClr val="B8C2CC"/>
            </a:solidFill>
            <a:prstDash val="solid"/>
          </a:ln>
        </p:spPr>
      </p:sp>
      <p:sp>
        <p:nvSpPr>
          <p:cNvPr id="50" name="S04-mark111"/>
          <p:cNvSpPr/>
          <p:nvPr/>
        </p:nvSpPr>
        <p:spPr>
          <a:xfrm flipV="1">
            <a:off x="5206551" y="2183119"/>
            <a:ext cx="0" cy="2029543"/>
          </a:xfrm>
          <a:prstGeom prst="line">
            <a:avLst/>
          </a:prstGeom>
          <a:noFill/>
          <a:ln w="9525">
            <a:solidFill>
              <a:srgbClr val="B8C2CC"/>
            </a:solidFill>
            <a:prstDash val="solid"/>
          </a:ln>
        </p:spPr>
      </p:sp>
      <p:sp>
        <p:nvSpPr>
          <p:cNvPr id="51" name="S04-mark112"/>
          <p:cNvSpPr/>
          <p:nvPr/>
        </p:nvSpPr>
        <p:spPr>
          <a:xfrm flipV="1">
            <a:off x="5713937" y="2183119"/>
            <a:ext cx="0" cy="2029543"/>
          </a:xfrm>
          <a:prstGeom prst="line">
            <a:avLst/>
          </a:prstGeom>
          <a:noFill/>
          <a:ln w="9525">
            <a:solidFill>
              <a:srgbClr val="B8C2CC"/>
            </a:solidFill>
            <a:prstDash val="solid"/>
          </a:ln>
        </p:spPr>
      </p:sp>
      <p:sp>
        <p:nvSpPr>
          <p:cNvPr id="52" name="S04-mark113"/>
          <p:cNvSpPr/>
          <p:nvPr/>
        </p:nvSpPr>
        <p:spPr>
          <a:xfrm>
            <a:off x="640080" y="4212662"/>
            <a:ext cx="5073857" cy="0"/>
          </a:xfrm>
          <a:prstGeom prst="line">
            <a:avLst/>
          </a:prstGeom>
          <a:noFill/>
          <a:ln w="9525">
            <a:solidFill>
              <a:srgbClr val="B8C2CC"/>
            </a:solidFill>
            <a:prstDash val="solid"/>
          </a:ln>
        </p:spPr>
      </p:sp>
      <p:sp>
        <p:nvSpPr>
          <p:cNvPr id="53" name="S04-mark114"/>
          <p:cNvSpPr/>
          <p:nvPr/>
        </p:nvSpPr>
        <p:spPr>
          <a:xfrm>
            <a:off x="640080" y="3705276"/>
            <a:ext cx="5073857" cy="0"/>
          </a:xfrm>
          <a:prstGeom prst="line">
            <a:avLst/>
          </a:prstGeom>
          <a:noFill/>
          <a:ln w="9525">
            <a:solidFill>
              <a:srgbClr val="B8C2CC"/>
            </a:solidFill>
            <a:prstDash val="solid"/>
          </a:ln>
        </p:spPr>
      </p:sp>
      <p:sp>
        <p:nvSpPr>
          <p:cNvPr id="54" name="S04-mark115"/>
          <p:cNvSpPr/>
          <p:nvPr/>
        </p:nvSpPr>
        <p:spPr>
          <a:xfrm>
            <a:off x="640080" y="3197891"/>
            <a:ext cx="5073857" cy="0"/>
          </a:xfrm>
          <a:prstGeom prst="line">
            <a:avLst/>
          </a:prstGeom>
          <a:noFill/>
          <a:ln w="9525">
            <a:solidFill>
              <a:srgbClr val="B8C2CC"/>
            </a:solidFill>
            <a:prstDash val="solid"/>
          </a:ln>
        </p:spPr>
      </p:sp>
      <p:sp>
        <p:nvSpPr>
          <p:cNvPr id="55" name="S04-mark116"/>
          <p:cNvSpPr/>
          <p:nvPr/>
        </p:nvSpPr>
        <p:spPr>
          <a:xfrm>
            <a:off x="640080" y="2690505"/>
            <a:ext cx="5073857" cy="0"/>
          </a:xfrm>
          <a:prstGeom prst="line">
            <a:avLst/>
          </a:prstGeom>
          <a:noFill/>
          <a:ln w="9525">
            <a:solidFill>
              <a:srgbClr val="B8C2CC"/>
            </a:solidFill>
            <a:prstDash val="solid"/>
          </a:ln>
        </p:spPr>
      </p:sp>
      <p:sp>
        <p:nvSpPr>
          <p:cNvPr id="56" name="S04-mark117"/>
          <p:cNvSpPr/>
          <p:nvPr/>
        </p:nvSpPr>
        <p:spPr>
          <a:xfrm>
            <a:off x="640080" y="2183119"/>
            <a:ext cx="5073857" cy="0"/>
          </a:xfrm>
          <a:prstGeom prst="line">
            <a:avLst/>
          </a:prstGeom>
          <a:noFill/>
          <a:ln w="9525">
            <a:solidFill>
              <a:srgbClr val="B8C2CC"/>
            </a:solidFill>
            <a:prstDash val="solid"/>
          </a:ln>
        </p:spPr>
      </p:sp>
      <p:sp>
        <p:nvSpPr>
          <p:cNvPr id="57" name="S04-mark118"/>
          <p:cNvSpPr/>
          <p:nvPr/>
        </p:nvSpPr>
        <p:spPr>
          <a:xfrm flipV="1">
            <a:off x="6677970" y="2766613"/>
            <a:ext cx="0" cy="862556"/>
          </a:xfrm>
          <a:prstGeom prst="line">
            <a:avLst/>
          </a:prstGeom>
          <a:noFill/>
          <a:ln w="38100">
            <a:solidFill>
              <a:srgbClr val="1F2937"/>
            </a:solidFill>
            <a:prstDash val="solid"/>
            <a:tailEnd type="triangle"/>
          </a:ln>
        </p:spPr>
      </p:sp>
      <p:sp>
        <p:nvSpPr>
          <p:cNvPr id="58" name="S04-mark119"/>
          <p:cNvSpPr/>
          <p:nvPr/>
        </p:nvSpPr>
        <p:spPr>
          <a:xfrm>
            <a:off x="6246692" y="3197891"/>
            <a:ext cx="862556" cy="0"/>
          </a:xfrm>
          <a:prstGeom prst="line">
            <a:avLst/>
          </a:prstGeom>
          <a:noFill/>
          <a:ln w="25400">
            <a:solidFill>
              <a:srgbClr val="1F2937"/>
            </a:solidFill>
            <a:prstDash val="solid"/>
          </a:ln>
        </p:spPr>
      </p:sp>
      <p:sp>
        <p:nvSpPr>
          <p:cNvPr id="59" name="S04-mark120"/>
          <p:cNvSpPr/>
          <p:nvPr/>
        </p:nvSpPr>
        <p:spPr>
          <a:xfrm flipV="1">
            <a:off x="7972818" y="2490595"/>
            <a:ext cx="0" cy="328786"/>
          </a:xfrm>
          <a:prstGeom prst="line">
            <a:avLst/>
          </a:prstGeom>
          <a:noFill/>
          <a:ln w="28575">
            <a:solidFill>
              <a:srgbClr val="1F2937"/>
            </a:solidFill>
            <a:prstDash val="solid"/>
          </a:ln>
        </p:spPr>
      </p:sp>
      <p:sp>
        <p:nvSpPr>
          <p:cNvPr id="60" name="S04-label122"/>
          <p:cNvSpPr txBox="1"/>
          <p:nvPr/>
        </p:nvSpPr>
        <p:spPr>
          <a:xfrm>
            <a:off x="6473754" y="23477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6473754" y="366699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133355" y="300739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5814152" y="300739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267238" y="208141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556898" y="2464488"/>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484964" y="2464488"/>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556898" y="292113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35612" y="292113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258194" y="337778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484964" y="337778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706250" y="3834429"/>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6" name="S05-mark148"/>
          <p:cNvSpPr/>
          <p:nvPr/>
        </p:nvSpPr>
        <p:spPr>
          <a:xfrm>
            <a:off x="1147466"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7" name="S05-mark149"/>
          <p:cNvSpPr/>
          <p:nvPr/>
        </p:nvSpPr>
        <p:spPr>
          <a:xfrm>
            <a:off x="1654851"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8" name="S05-mark150"/>
          <p:cNvSpPr/>
          <p:nvPr/>
        </p:nvSpPr>
        <p:spPr>
          <a:xfrm>
            <a:off x="2162237"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9" name="S05-mark151"/>
          <p:cNvSpPr/>
          <p:nvPr/>
        </p:nvSpPr>
        <p:spPr>
          <a:xfrm>
            <a:off x="2669623"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0" name="S05-mark152"/>
          <p:cNvSpPr/>
          <p:nvPr/>
        </p:nvSpPr>
        <p:spPr>
          <a:xfrm>
            <a:off x="3177008"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1" name="S05-mark153"/>
          <p:cNvSpPr/>
          <p:nvPr/>
        </p:nvSpPr>
        <p:spPr>
          <a:xfrm>
            <a:off x="3684394"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2" name="S05-mark154"/>
          <p:cNvSpPr/>
          <p:nvPr/>
        </p:nvSpPr>
        <p:spPr>
          <a:xfrm>
            <a:off x="4191780"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3" name="S05-mark155"/>
          <p:cNvSpPr/>
          <p:nvPr/>
        </p:nvSpPr>
        <p:spPr>
          <a:xfrm>
            <a:off x="4699165"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4" name="S05-mark156"/>
          <p:cNvSpPr/>
          <p:nvPr/>
        </p:nvSpPr>
        <p:spPr>
          <a:xfrm>
            <a:off x="5206551"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5" name="S05-mark157"/>
          <p:cNvSpPr/>
          <p:nvPr/>
        </p:nvSpPr>
        <p:spPr>
          <a:xfrm>
            <a:off x="1218500" y="2354352"/>
            <a:ext cx="182659" cy="314579"/>
          </a:xfrm>
          <a:custGeom>
            <a:avLst/>
            <a:gdLst/>
            <a:ahLst/>
            <a:cxnLst/>
            <a:rect l="l" t="t" r="r" b="b"/>
            <a:pathLst>
              <a:path w="182659" h="314579">
                <a:moveTo>
                  <a:pt x="0" y="273988"/>
                </a:moveTo>
                <a:lnTo>
                  <a:pt x="182659" y="314579"/>
                </a:lnTo>
                <a:lnTo>
                  <a:pt x="182659" y="40591"/>
                </a:lnTo>
                <a:lnTo>
                  <a:pt x="0" y="0"/>
                </a:lnTo>
                <a:close/>
              </a:path>
            </a:pathLst>
          </a:custGeom>
          <a:solidFill>
            <a:srgbClr val="3D5A80"/>
          </a:solidFill>
          <a:ln w="15875">
            <a:solidFill>
              <a:srgbClr val="1F2937"/>
            </a:solidFill>
            <a:prstDash val="solid"/>
          </a:ln>
        </p:spPr>
      </p:sp>
      <p:sp>
        <p:nvSpPr>
          <p:cNvPr id="16" name="S05-mark158"/>
          <p:cNvSpPr/>
          <p:nvPr/>
        </p:nvSpPr>
        <p:spPr>
          <a:xfrm>
            <a:off x="1401159" y="2354352"/>
            <a:ext cx="182659" cy="314579"/>
          </a:xfrm>
          <a:custGeom>
            <a:avLst/>
            <a:gdLst/>
            <a:ahLst/>
            <a:cxnLst/>
            <a:rect l="l" t="t" r="r" b="b"/>
            <a:pathLst>
              <a:path w="182659" h="314579">
                <a:moveTo>
                  <a:pt x="182659" y="273988"/>
                </a:moveTo>
                <a:lnTo>
                  <a:pt x="0" y="314579"/>
                </a:lnTo>
                <a:lnTo>
                  <a:pt x="0" y="40591"/>
                </a:lnTo>
                <a:lnTo>
                  <a:pt x="182659" y="0"/>
                </a:lnTo>
                <a:close/>
              </a:path>
            </a:pathLst>
          </a:custGeom>
          <a:solidFill>
            <a:srgbClr val="3D5A80"/>
          </a:solidFill>
          <a:ln w="15875">
            <a:solidFill>
              <a:srgbClr val="1F2937"/>
            </a:solidFill>
            <a:prstDash val="solid"/>
          </a:ln>
        </p:spPr>
      </p:sp>
      <p:sp>
        <p:nvSpPr>
          <p:cNvPr id="17" name="S05-mark159"/>
          <p:cNvSpPr/>
          <p:nvPr/>
        </p:nvSpPr>
        <p:spPr>
          <a:xfrm>
            <a:off x="2811691" y="2334057"/>
            <a:ext cx="273988" cy="162363"/>
          </a:xfrm>
          <a:custGeom>
            <a:avLst/>
            <a:gdLst/>
            <a:ahLst/>
            <a:cxnLst/>
            <a:rect l="l" t="t" r="r" b="b"/>
            <a:pathLst>
              <a:path w="273988" h="162363">
                <a:moveTo>
                  <a:pt x="0" y="0"/>
                </a:moveTo>
                <a:lnTo>
                  <a:pt x="273988" y="81182"/>
                </a:lnTo>
                <a:lnTo>
                  <a:pt x="0" y="162363"/>
                </a:lnTo>
                <a:close/>
              </a:path>
            </a:pathLst>
          </a:custGeom>
          <a:solidFill>
            <a:srgbClr val="E9762B"/>
          </a:solidFill>
          <a:ln w="15875">
            <a:solidFill>
              <a:srgbClr val="1F2937"/>
            </a:solidFill>
            <a:prstDash val="solid"/>
          </a:ln>
        </p:spPr>
      </p:sp>
      <p:sp>
        <p:nvSpPr>
          <p:cNvPr id="18" name="S05-mark160"/>
          <p:cNvSpPr/>
          <p:nvPr/>
        </p:nvSpPr>
        <p:spPr>
          <a:xfrm>
            <a:off x="2887799" y="2070216"/>
            <a:ext cx="71034" cy="131920"/>
          </a:xfrm>
          <a:custGeom>
            <a:avLst/>
            <a:gdLst/>
            <a:ahLst/>
            <a:cxnLst/>
            <a:rect l="l" t="t" r="r" b="b"/>
            <a:pathLst>
              <a:path w="71034" h="131920">
                <a:moveTo>
                  <a:pt x="0" y="131920"/>
                </a:moveTo>
                <a:lnTo>
                  <a:pt x="71034" y="131920"/>
                </a:lnTo>
                <a:lnTo>
                  <a:pt x="71034" y="0"/>
                </a:lnTo>
                <a:lnTo>
                  <a:pt x="0" y="0"/>
                </a:lnTo>
                <a:close/>
              </a:path>
            </a:pathLst>
          </a:custGeom>
          <a:solidFill>
            <a:srgbClr val="8B5A2B"/>
          </a:solidFill>
          <a:ln w="12700">
            <a:solidFill>
              <a:srgbClr val="1F2937"/>
            </a:solidFill>
            <a:prstDash val="solid"/>
          </a:ln>
        </p:spPr>
      </p:sp>
      <p:sp>
        <p:nvSpPr>
          <p:cNvPr id="19" name="S05-mark161"/>
          <p:cNvSpPr/>
          <p:nvPr/>
        </p:nvSpPr>
        <p:spPr>
          <a:xfrm>
            <a:off x="2760952" y="1806376"/>
            <a:ext cx="324727" cy="263841"/>
          </a:xfrm>
          <a:custGeom>
            <a:avLst/>
            <a:gdLst/>
            <a:ahLst/>
            <a:cxnLst/>
            <a:rect l="l" t="t" r="r" b="b"/>
            <a:pathLst>
              <a:path w="324727" h="263841">
                <a:moveTo>
                  <a:pt x="0" y="263841"/>
                </a:moveTo>
                <a:lnTo>
                  <a:pt x="324727" y="263841"/>
                </a:lnTo>
                <a:lnTo>
                  <a:pt x="162363" y="0"/>
                </a:lnTo>
                <a:close/>
              </a:path>
            </a:pathLst>
          </a:custGeom>
          <a:solidFill>
            <a:srgbClr val="2A9D8F"/>
          </a:solidFill>
          <a:ln w="15875">
            <a:solidFill>
              <a:srgbClr val="1F2937"/>
            </a:solidFill>
            <a:prstDash val="solid"/>
          </a:ln>
        </p:spPr>
      </p:sp>
      <p:sp>
        <p:nvSpPr>
          <p:cNvPr id="20" name="S05-mark162"/>
          <p:cNvSpPr/>
          <p:nvPr/>
        </p:nvSpPr>
        <p:spPr>
          <a:xfrm>
            <a:off x="2329674" y="3358976"/>
            <a:ext cx="172511" cy="131920"/>
          </a:xfrm>
          <a:custGeom>
            <a:avLst/>
            <a:gdLst/>
            <a:ahLst/>
            <a:cxnLst/>
            <a:rect l="l" t="t" r="r" b="b"/>
            <a:pathLst>
              <a:path w="172511" h="131920">
                <a:moveTo>
                  <a:pt x="172511" y="131920"/>
                </a:moveTo>
                <a:lnTo>
                  <a:pt x="160841" y="65960"/>
                </a:lnTo>
                <a:lnTo>
                  <a:pt x="129383" y="17758"/>
                </a:lnTo>
                <a:lnTo>
                  <a:pt x="86256" y="0"/>
                </a:lnTo>
                <a:lnTo>
                  <a:pt x="43128" y="17758"/>
                </a:lnTo>
                <a:lnTo>
                  <a:pt x="11670" y="65960"/>
                </a:lnTo>
                <a:lnTo>
                  <a:pt x="0" y="131920"/>
                </a:lnTo>
              </a:path>
            </a:pathLst>
          </a:custGeom>
          <a:noFill/>
          <a:ln w="25400">
            <a:solidFill>
              <a:srgbClr val="1F2937"/>
            </a:solidFill>
            <a:prstDash val="solid"/>
          </a:ln>
        </p:spPr>
      </p:sp>
      <p:sp>
        <p:nvSpPr>
          <p:cNvPr id="21" name="S05-mark163"/>
          <p:cNvSpPr/>
          <p:nvPr/>
        </p:nvSpPr>
        <p:spPr>
          <a:xfrm>
            <a:off x="2248493" y="3490896"/>
            <a:ext cx="334875" cy="223250"/>
          </a:xfrm>
          <a:custGeom>
            <a:avLst/>
            <a:gdLst/>
            <a:ahLst/>
            <a:cxnLst/>
            <a:rect l="l" t="t" r="r" b="b"/>
            <a:pathLst>
              <a:path w="334875" h="223250">
                <a:moveTo>
                  <a:pt x="0" y="0"/>
                </a:moveTo>
                <a:lnTo>
                  <a:pt x="334875" y="0"/>
                </a:lnTo>
                <a:lnTo>
                  <a:pt x="294284" y="223250"/>
                </a:lnTo>
                <a:lnTo>
                  <a:pt x="40591" y="223250"/>
                </a:lnTo>
                <a:close/>
              </a:path>
            </a:pathLst>
          </a:custGeom>
          <a:solidFill>
            <a:srgbClr val="F2C14E"/>
          </a:solidFill>
          <a:ln w="15875">
            <a:solidFill>
              <a:srgbClr val="1F2937"/>
            </a:solidFill>
            <a:prstDash val="solid"/>
          </a:ln>
        </p:spPr>
      </p:sp>
      <p:sp>
        <p:nvSpPr>
          <p:cNvPr id="22" name="S05-mark164"/>
          <p:cNvSpPr/>
          <p:nvPr/>
        </p:nvSpPr>
        <p:spPr>
          <a:xfrm>
            <a:off x="2771100" y="3338681"/>
            <a:ext cx="304431" cy="375465"/>
          </a:xfrm>
          <a:custGeom>
            <a:avLst/>
            <a:gdLst/>
            <a:ahLst/>
            <a:cxnLst/>
            <a:rect l="l" t="t" r="r" b="b"/>
            <a:pathLst>
              <a:path w="304431" h="375465">
                <a:moveTo>
                  <a:pt x="0" y="375465"/>
                </a:moveTo>
                <a:lnTo>
                  <a:pt x="304431" y="375465"/>
                </a:lnTo>
                <a:lnTo>
                  <a:pt x="304431" y="172511"/>
                </a:lnTo>
                <a:lnTo>
                  <a:pt x="152216" y="0"/>
                </a:lnTo>
                <a:lnTo>
                  <a:pt x="0" y="172511"/>
                </a:lnTo>
                <a:close/>
              </a:path>
            </a:pathLst>
          </a:custGeom>
          <a:solidFill>
            <a:srgbClr val="FDEBDD"/>
          </a:solidFill>
          <a:ln w="19050">
            <a:solidFill>
              <a:srgbClr val="1F2937"/>
            </a:solidFill>
            <a:prstDash val="solid"/>
          </a:ln>
        </p:spPr>
      </p:sp>
      <p:sp>
        <p:nvSpPr>
          <p:cNvPr id="23" name="S05-mark165"/>
          <p:cNvSpPr/>
          <p:nvPr/>
        </p:nvSpPr>
        <p:spPr>
          <a:xfrm>
            <a:off x="4785421" y="3364050"/>
            <a:ext cx="334875" cy="334875"/>
          </a:xfrm>
          <a:custGeom>
            <a:avLst/>
            <a:gdLst/>
            <a:ahLst/>
            <a:cxnLst/>
            <a:rect l="l" t="t" r="r" b="b"/>
            <a:pathLst>
              <a:path w="334875" h="334875">
                <a:moveTo>
                  <a:pt x="116699" y="334875"/>
                </a:moveTo>
                <a:lnTo>
                  <a:pt x="218176" y="334875"/>
                </a:lnTo>
                <a:lnTo>
                  <a:pt x="218176" y="218176"/>
                </a:lnTo>
                <a:lnTo>
                  <a:pt x="334875" y="218176"/>
                </a:lnTo>
                <a:lnTo>
                  <a:pt x="334875" y="116699"/>
                </a:lnTo>
                <a:lnTo>
                  <a:pt x="218176" y="116699"/>
                </a:lnTo>
                <a:lnTo>
                  <a:pt x="218176" y="0"/>
                </a:lnTo>
                <a:lnTo>
                  <a:pt x="116699" y="0"/>
                </a:lnTo>
                <a:lnTo>
                  <a:pt x="116699" y="116699"/>
                </a:lnTo>
                <a:lnTo>
                  <a:pt x="0" y="116699"/>
                </a:lnTo>
                <a:lnTo>
                  <a:pt x="0" y="218176"/>
                </a:lnTo>
                <a:lnTo>
                  <a:pt x="116699" y="218176"/>
                </a:lnTo>
                <a:close/>
              </a:path>
            </a:pathLst>
          </a:custGeom>
          <a:solidFill>
            <a:srgbClr val="C8434E"/>
          </a:solidFill>
          <a:ln w="12700">
            <a:solidFill>
              <a:srgbClr val="1F2937"/>
            </a:solidFill>
            <a:prstDash val="solid"/>
          </a:ln>
        </p:spPr>
      </p:sp>
      <p:sp>
        <p:nvSpPr>
          <p:cNvPr id="24" name="S05-mark166"/>
          <p:cNvSpPr/>
          <p:nvPr/>
        </p:nvSpPr>
        <p:spPr>
          <a:xfrm>
            <a:off x="640080" y="1755637"/>
            <a:ext cx="5073857" cy="2029543"/>
          </a:xfrm>
          <a:custGeom>
            <a:avLst/>
            <a:gdLst/>
            <a:ahLst/>
            <a:cxnLst/>
            <a:rect l="l" t="t" r="r" b="b"/>
            <a:pathLst>
              <a:path w="5073857" h="2029543">
                <a:moveTo>
                  <a:pt x="0" y="2029543"/>
                </a:moveTo>
                <a:lnTo>
                  <a:pt x="5073857" y="2029543"/>
                </a:lnTo>
                <a:lnTo>
                  <a:pt x="5073857" y="0"/>
                </a:lnTo>
                <a:lnTo>
                  <a:pt x="0" y="0"/>
                </a:lnTo>
                <a:close/>
              </a:path>
            </a:pathLst>
          </a:custGeom>
          <a:noFill/>
          <a:ln w="19050">
            <a:solidFill>
              <a:srgbClr val="1F2937"/>
            </a:solidFill>
            <a:prstDash val="solid"/>
          </a:ln>
        </p:spPr>
      </p:sp>
      <p:sp>
        <p:nvSpPr>
          <p:cNvPr id="25" name="S05-mark167"/>
          <p:cNvSpPr/>
          <p:nvPr/>
        </p:nvSpPr>
        <p:spPr>
          <a:xfrm>
            <a:off x="7692741" y="1654160"/>
            <a:ext cx="3856131" cy="2283236"/>
          </a:xfrm>
          <a:custGeom>
            <a:avLst/>
            <a:gdLst/>
            <a:ahLst/>
            <a:cxnLst/>
            <a:rect l="l" t="t" r="r" b="b"/>
            <a:pathLst>
              <a:path w="3856131" h="2283236">
                <a:moveTo>
                  <a:pt x="0" y="2283236"/>
                </a:moveTo>
                <a:lnTo>
                  <a:pt x="3856131" y="2283236"/>
                </a:lnTo>
                <a:lnTo>
                  <a:pt x="3856131" y="0"/>
                </a:lnTo>
                <a:lnTo>
                  <a:pt x="0" y="0"/>
                </a:lnTo>
                <a:close/>
              </a:path>
            </a:pathLst>
          </a:custGeom>
          <a:solidFill>
            <a:srgbClr val="FFFFFF"/>
          </a:solidFill>
          <a:ln w="15875">
            <a:solidFill>
              <a:srgbClr val="1F2937"/>
            </a:solidFill>
            <a:prstDash val="solid"/>
          </a:ln>
        </p:spPr>
      </p:sp>
      <p:sp>
        <p:nvSpPr>
          <p:cNvPr id="26" name="S05-mark168"/>
          <p:cNvSpPr/>
          <p:nvPr/>
        </p:nvSpPr>
        <p:spPr>
          <a:xfrm>
            <a:off x="7692741" y="1654160"/>
            <a:ext cx="3856131" cy="380539"/>
          </a:xfrm>
          <a:custGeom>
            <a:avLst/>
            <a:gdLst/>
            <a:ahLst/>
            <a:cxnLst/>
            <a:rect l="l" t="t" r="r" b="b"/>
            <a:pathLst>
              <a:path w="3856131" h="380539">
                <a:moveTo>
                  <a:pt x="0" y="380539"/>
                </a:moveTo>
                <a:lnTo>
                  <a:pt x="3856131" y="380539"/>
                </a:lnTo>
                <a:lnTo>
                  <a:pt x="3856131" y="0"/>
                </a:lnTo>
                <a:lnTo>
                  <a:pt x="0" y="0"/>
                </a:lnTo>
                <a:close/>
              </a:path>
            </a:pathLst>
          </a:custGeom>
          <a:solidFill>
            <a:srgbClr val="EAF3F1"/>
          </a:solidFill>
          <a:ln w="15875">
            <a:solidFill>
              <a:srgbClr val="1F2937"/>
            </a:solidFill>
            <a:prstDash val="solid"/>
          </a:ln>
        </p:spPr>
      </p:sp>
      <p:sp>
        <p:nvSpPr>
          <p:cNvPr id="27" name="S05-mark169"/>
          <p:cNvSpPr/>
          <p:nvPr/>
        </p:nvSpPr>
        <p:spPr>
          <a:xfrm>
            <a:off x="7972818" y="2063113"/>
            <a:ext cx="246589" cy="146127"/>
          </a:xfrm>
          <a:custGeom>
            <a:avLst/>
            <a:gdLst/>
            <a:ahLst/>
            <a:cxnLst/>
            <a:rect l="l" t="t" r="r" b="b"/>
            <a:pathLst>
              <a:path w="246589" h="146127">
                <a:moveTo>
                  <a:pt x="0" y="0"/>
                </a:moveTo>
                <a:lnTo>
                  <a:pt x="246589" y="73064"/>
                </a:lnTo>
                <a:lnTo>
                  <a:pt x="0" y="146127"/>
                </a:lnTo>
                <a:close/>
              </a:path>
            </a:pathLst>
          </a:custGeom>
          <a:solidFill>
            <a:srgbClr val="E9762B"/>
          </a:solidFill>
          <a:ln w="15875">
            <a:solidFill>
              <a:srgbClr val="1F2937"/>
            </a:solidFill>
            <a:prstDash val="solid"/>
          </a:ln>
        </p:spPr>
      </p:sp>
      <p:sp>
        <p:nvSpPr>
          <p:cNvPr id="28" name="S05-mark170"/>
          <p:cNvSpPr/>
          <p:nvPr/>
        </p:nvSpPr>
        <p:spPr>
          <a:xfrm>
            <a:off x="9850652" y="2076812"/>
            <a:ext cx="301387" cy="301387"/>
          </a:xfrm>
          <a:custGeom>
            <a:avLst/>
            <a:gdLst/>
            <a:ahLst/>
            <a:cxnLst/>
            <a:rect l="l" t="t" r="r" b="b"/>
            <a:pathLst>
              <a:path w="301387" h="301387">
                <a:moveTo>
                  <a:pt x="105029" y="301387"/>
                </a:moveTo>
                <a:lnTo>
                  <a:pt x="196358" y="301387"/>
                </a:lnTo>
                <a:lnTo>
                  <a:pt x="196358" y="196358"/>
                </a:lnTo>
                <a:lnTo>
                  <a:pt x="301387" y="196358"/>
                </a:lnTo>
                <a:lnTo>
                  <a:pt x="301387" y="105029"/>
                </a:lnTo>
                <a:lnTo>
                  <a:pt x="196358" y="105029"/>
                </a:lnTo>
                <a:lnTo>
                  <a:pt x="196358" y="0"/>
                </a:lnTo>
                <a:lnTo>
                  <a:pt x="105029" y="0"/>
                </a:lnTo>
                <a:lnTo>
                  <a:pt x="105029" y="105029"/>
                </a:lnTo>
                <a:lnTo>
                  <a:pt x="0" y="105029"/>
                </a:lnTo>
                <a:lnTo>
                  <a:pt x="0" y="196358"/>
                </a:lnTo>
                <a:lnTo>
                  <a:pt x="105029" y="196358"/>
                </a:lnTo>
                <a:close/>
              </a:path>
            </a:pathLst>
          </a:custGeom>
          <a:solidFill>
            <a:srgbClr val="C8434E"/>
          </a:solidFill>
          <a:ln w="12700">
            <a:solidFill>
              <a:srgbClr val="1F2937"/>
            </a:solidFill>
            <a:prstDash val="solid"/>
          </a:ln>
        </p:spPr>
      </p:sp>
      <p:sp>
        <p:nvSpPr>
          <p:cNvPr id="29" name="S05-mark171"/>
          <p:cNvSpPr/>
          <p:nvPr/>
        </p:nvSpPr>
        <p:spPr>
          <a:xfrm>
            <a:off x="8041315" y="2738951"/>
            <a:ext cx="63931" cy="118728"/>
          </a:xfrm>
          <a:custGeom>
            <a:avLst/>
            <a:gdLst/>
            <a:ahLst/>
            <a:cxnLst/>
            <a:rect l="l" t="t" r="r" b="b"/>
            <a:pathLst>
              <a:path w="63931" h="118728">
                <a:moveTo>
                  <a:pt x="0" y="118728"/>
                </a:moveTo>
                <a:lnTo>
                  <a:pt x="63931" y="118728"/>
                </a:lnTo>
                <a:lnTo>
                  <a:pt x="63931" y="0"/>
                </a:lnTo>
                <a:lnTo>
                  <a:pt x="0" y="0"/>
                </a:lnTo>
                <a:close/>
              </a:path>
            </a:pathLst>
          </a:custGeom>
          <a:solidFill>
            <a:srgbClr val="8B5A2B"/>
          </a:solidFill>
          <a:ln w="12700">
            <a:solidFill>
              <a:srgbClr val="1F2937"/>
            </a:solidFill>
            <a:prstDash val="solid"/>
          </a:ln>
        </p:spPr>
      </p:sp>
      <p:sp>
        <p:nvSpPr>
          <p:cNvPr id="30" name="S05-mark172"/>
          <p:cNvSpPr/>
          <p:nvPr/>
        </p:nvSpPr>
        <p:spPr>
          <a:xfrm>
            <a:off x="7927153" y="2501494"/>
            <a:ext cx="292254" cy="237456"/>
          </a:xfrm>
          <a:custGeom>
            <a:avLst/>
            <a:gdLst/>
            <a:ahLst/>
            <a:cxnLst/>
            <a:rect l="l" t="t" r="r" b="b"/>
            <a:pathLst>
              <a:path w="292254" h="237456">
                <a:moveTo>
                  <a:pt x="0" y="237456"/>
                </a:moveTo>
                <a:lnTo>
                  <a:pt x="292254" y="237456"/>
                </a:lnTo>
                <a:lnTo>
                  <a:pt x="146127" y="0"/>
                </a:lnTo>
                <a:close/>
              </a:path>
            </a:pathLst>
          </a:custGeom>
          <a:solidFill>
            <a:srgbClr val="2A9D8F"/>
          </a:solidFill>
          <a:ln w="15875">
            <a:solidFill>
              <a:srgbClr val="1F2937"/>
            </a:solidFill>
            <a:prstDash val="solid"/>
          </a:ln>
        </p:spPr>
      </p:sp>
      <p:sp>
        <p:nvSpPr>
          <p:cNvPr id="31" name="S05-mark173"/>
          <p:cNvSpPr/>
          <p:nvPr/>
        </p:nvSpPr>
        <p:spPr>
          <a:xfrm>
            <a:off x="9836953" y="2538026"/>
            <a:ext cx="164393" cy="283121"/>
          </a:xfrm>
          <a:custGeom>
            <a:avLst/>
            <a:gdLst/>
            <a:ahLst/>
            <a:cxnLst/>
            <a:rect l="l" t="t" r="r" b="b"/>
            <a:pathLst>
              <a:path w="164393" h="283121">
                <a:moveTo>
                  <a:pt x="0" y="246589"/>
                </a:moveTo>
                <a:lnTo>
                  <a:pt x="164393" y="283121"/>
                </a:lnTo>
                <a:lnTo>
                  <a:pt x="164393" y="36532"/>
                </a:lnTo>
                <a:lnTo>
                  <a:pt x="0" y="0"/>
                </a:lnTo>
                <a:close/>
              </a:path>
            </a:pathLst>
          </a:custGeom>
          <a:solidFill>
            <a:srgbClr val="3D5A80"/>
          </a:solidFill>
          <a:ln w="15875">
            <a:solidFill>
              <a:srgbClr val="1F2937"/>
            </a:solidFill>
            <a:prstDash val="solid"/>
          </a:ln>
        </p:spPr>
      </p:sp>
      <p:sp>
        <p:nvSpPr>
          <p:cNvPr id="32" name="S05-mark174"/>
          <p:cNvSpPr/>
          <p:nvPr/>
        </p:nvSpPr>
        <p:spPr>
          <a:xfrm>
            <a:off x="10001346" y="2538026"/>
            <a:ext cx="164393" cy="283121"/>
          </a:xfrm>
          <a:custGeom>
            <a:avLst/>
            <a:gdLst/>
            <a:ahLst/>
            <a:cxnLst/>
            <a:rect l="l" t="t" r="r" b="b"/>
            <a:pathLst>
              <a:path w="164393" h="283121">
                <a:moveTo>
                  <a:pt x="164393" y="246589"/>
                </a:moveTo>
                <a:lnTo>
                  <a:pt x="0" y="283121"/>
                </a:lnTo>
                <a:lnTo>
                  <a:pt x="0" y="36532"/>
                </a:lnTo>
                <a:lnTo>
                  <a:pt x="164393" y="0"/>
                </a:lnTo>
                <a:close/>
              </a:path>
            </a:pathLst>
          </a:custGeom>
          <a:solidFill>
            <a:srgbClr val="3D5A80"/>
          </a:solidFill>
          <a:ln w="15875">
            <a:solidFill>
              <a:srgbClr val="1F2937"/>
            </a:solidFill>
            <a:prstDash val="solid"/>
          </a:ln>
        </p:spPr>
      </p:sp>
      <p:sp>
        <p:nvSpPr>
          <p:cNvPr id="33" name="S05-mark175"/>
          <p:cNvSpPr/>
          <p:nvPr/>
        </p:nvSpPr>
        <p:spPr>
          <a:xfrm>
            <a:off x="9923716" y="2985540"/>
            <a:ext cx="155260" cy="118728"/>
          </a:xfrm>
          <a:custGeom>
            <a:avLst/>
            <a:gdLst/>
            <a:ahLst/>
            <a:cxnLst/>
            <a:rect l="l" t="t" r="r" b="b"/>
            <a:pathLst>
              <a:path w="155260" h="118728">
                <a:moveTo>
                  <a:pt x="155260" y="118728"/>
                </a:moveTo>
                <a:lnTo>
                  <a:pt x="145112" y="59364"/>
                </a:lnTo>
                <a:lnTo>
                  <a:pt x="116191" y="15729"/>
                </a:lnTo>
                <a:lnTo>
                  <a:pt x="77630" y="0"/>
                </a:lnTo>
                <a:lnTo>
                  <a:pt x="38561" y="15729"/>
                </a:lnTo>
                <a:lnTo>
                  <a:pt x="10148" y="59364"/>
                </a:lnTo>
                <a:lnTo>
                  <a:pt x="0" y="118728"/>
                </a:lnTo>
              </a:path>
            </a:pathLst>
          </a:custGeom>
          <a:noFill/>
          <a:ln w="25400">
            <a:solidFill>
              <a:srgbClr val="1F2937"/>
            </a:solidFill>
            <a:prstDash val="solid"/>
          </a:ln>
        </p:spPr>
      </p:sp>
      <p:sp>
        <p:nvSpPr>
          <p:cNvPr id="34" name="S05-mark176"/>
          <p:cNvSpPr/>
          <p:nvPr/>
        </p:nvSpPr>
        <p:spPr>
          <a:xfrm>
            <a:off x="9850652" y="3104268"/>
            <a:ext cx="301387" cy="200925"/>
          </a:xfrm>
          <a:custGeom>
            <a:avLst/>
            <a:gdLst/>
            <a:ahLst/>
            <a:cxnLst/>
            <a:rect l="l" t="t" r="r" b="b"/>
            <a:pathLst>
              <a:path w="301387" h="200925">
                <a:moveTo>
                  <a:pt x="0" y="0"/>
                </a:moveTo>
                <a:lnTo>
                  <a:pt x="301387" y="0"/>
                </a:lnTo>
                <a:lnTo>
                  <a:pt x="264855" y="200925"/>
                </a:lnTo>
                <a:lnTo>
                  <a:pt x="36532" y="200925"/>
                </a:lnTo>
                <a:close/>
              </a:path>
            </a:pathLst>
          </a:custGeom>
          <a:solidFill>
            <a:srgbClr val="F2C14E"/>
          </a:solidFill>
          <a:ln w="15875">
            <a:solidFill>
              <a:srgbClr val="1F2937"/>
            </a:solidFill>
            <a:prstDash val="solid"/>
          </a:ln>
        </p:spPr>
      </p:sp>
      <p:sp>
        <p:nvSpPr>
          <p:cNvPr id="35" name="S05-mark177"/>
          <p:cNvSpPr/>
          <p:nvPr/>
        </p:nvSpPr>
        <p:spPr>
          <a:xfrm>
            <a:off x="7936286" y="3423921"/>
            <a:ext cx="273988" cy="337919"/>
          </a:xfrm>
          <a:custGeom>
            <a:avLst/>
            <a:gdLst/>
            <a:ahLst/>
            <a:cxnLst/>
            <a:rect l="l" t="t" r="r" b="b"/>
            <a:pathLst>
              <a:path w="273988" h="337919">
                <a:moveTo>
                  <a:pt x="0" y="337919"/>
                </a:moveTo>
                <a:lnTo>
                  <a:pt x="273988" y="337919"/>
                </a:lnTo>
                <a:lnTo>
                  <a:pt x="273988" y="155260"/>
                </a:lnTo>
                <a:lnTo>
                  <a:pt x="136994" y="0"/>
                </a:lnTo>
                <a:lnTo>
                  <a:pt x="0" y="155260"/>
                </a:lnTo>
                <a:close/>
              </a:path>
            </a:pathLst>
          </a:custGeom>
          <a:solidFill>
            <a:srgbClr val="FDEBDD"/>
          </a:solidFill>
          <a:ln w="19050">
            <a:solidFill>
              <a:srgbClr val="1F2937"/>
            </a:solidFill>
            <a:prstDash val="solid"/>
          </a:ln>
        </p:spPr>
      </p:sp>
      <p:sp>
        <p:nvSpPr>
          <p:cNvPr id="36" name="S05-mark178"/>
          <p:cNvSpPr/>
          <p:nvPr/>
        </p:nvSpPr>
        <p:spPr>
          <a:xfrm>
            <a:off x="4785421" y="2349279"/>
            <a:ext cx="334875" cy="334875"/>
          </a:xfrm>
          <a:prstGeom prst="ellipse">
            <a:avLst/>
          </a:prstGeom>
          <a:solidFill>
            <a:srgbClr val="FFFFFF"/>
          </a:solidFill>
          <a:ln w="25400">
            <a:solidFill>
              <a:srgbClr val="1F2937"/>
            </a:solidFill>
            <a:prstDash val="solid"/>
          </a:ln>
        </p:spPr>
      </p:sp>
      <p:sp>
        <p:nvSpPr>
          <p:cNvPr id="37" name="S05-mark179"/>
          <p:cNvSpPr/>
          <p:nvPr/>
        </p:nvSpPr>
        <p:spPr>
          <a:xfrm>
            <a:off x="4881824" y="2445682"/>
            <a:ext cx="142068" cy="142068"/>
          </a:xfrm>
          <a:prstGeom prst="ellipse">
            <a:avLst/>
          </a:prstGeom>
          <a:solidFill>
            <a:srgbClr val="264653"/>
          </a:solidFill>
          <a:ln w="12700">
            <a:solidFill>
              <a:srgbClr val="1F2937"/>
            </a:solidFill>
            <a:prstDash val="solid"/>
          </a:ln>
        </p:spPr>
      </p:sp>
      <p:sp>
        <p:nvSpPr>
          <p:cNvPr id="38" name="S05-mark180"/>
          <p:cNvSpPr/>
          <p:nvPr/>
        </p:nvSpPr>
        <p:spPr>
          <a:xfrm>
            <a:off x="7922587" y="2990107"/>
            <a:ext cx="301387" cy="301387"/>
          </a:xfrm>
          <a:prstGeom prst="ellipse">
            <a:avLst/>
          </a:prstGeom>
          <a:solidFill>
            <a:srgbClr val="FFFFFF"/>
          </a:solidFill>
          <a:ln w="25400">
            <a:solidFill>
              <a:srgbClr val="1F2937"/>
            </a:solidFill>
            <a:prstDash val="solid"/>
          </a:ln>
        </p:spPr>
      </p:sp>
      <p:sp>
        <p:nvSpPr>
          <p:cNvPr id="39" name="S05-mark181"/>
          <p:cNvSpPr/>
          <p:nvPr/>
        </p:nvSpPr>
        <p:spPr>
          <a:xfrm>
            <a:off x="8009350" y="3076870"/>
            <a:ext cx="127861" cy="127861"/>
          </a:xfrm>
          <a:prstGeom prst="ellipse">
            <a:avLst/>
          </a:prstGeom>
          <a:solidFill>
            <a:srgbClr val="264653"/>
          </a:solidFill>
          <a:ln w="12700">
            <a:solidFill>
              <a:srgbClr val="1F2937"/>
            </a:solidFill>
            <a:prstDash val="solid"/>
          </a:ln>
        </p:spPr>
      </p:sp>
      <p:sp>
        <p:nvSpPr>
          <p:cNvPr id="40" name="S05-mark182"/>
          <p:cNvSpPr/>
          <p:nvPr/>
        </p:nvSpPr>
        <p:spPr>
          <a:xfrm flipV="1">
            <a:off x="2811691" y="2334057"/>
            <a:ext cx="0" cy="365318"/>
          </a:xfrm>
          <a:prstGeom prst="line">
            <a:avLst/>
          </a:prstGeom>
          <a:noFill/>
          <a:ln w="28575">
            <a:solidFill>
              <a:srgbClr val="1F2937"/>
            </a:solidFill>
            <a:prstDash val="solid"/>
          </a:ln>
        </p:spPr>
      </p:sp>
      <p:sp>
        <p:nvSpPr>
          <p:cNvPr id="41" name="S05-mark183"/>
          <p:cNvSpPr/>
          <p:nvPr/>
        </p:nvSpPr>
        <p:spPr>
          <a:xfrm flipV="1">
            <a:off x="640080" y="1755637"/>
            <a:ext cx="0" cy="2029543"/>
          </a:xfrm>
          <a:prstGeom prst="line">
            <a:avLst/>
          </a:prstGeom>
          <a:noFill/>
          <a:ln w="9525">
            <a:solidFill>
              <a:srgbClr val="B8C2CC"/>
            </a:solidFill>
            <a:prstDash val="solid"/>
          </a:ln>
        </p:spPr>
      </p:sp>
      <p:sp>
        <p:nvSpPr>
          <p:cNvPr id="42" name="S05-mark184"/>
          <p:cNvSpPr/>
          <p:nvPr/>
        </p:nvSpPr>
        <p:spPr>
          <a:xfrm flipV="1">
            <a:off x="1147466" y="1755637"/>
            <a:ext cx="0" cy="2029543"/>
          </a:xfrm>
          <a:prstGeom prst="line">
            <a:avLst/>
          </a:prstGeom>
          <a:noFill/>
          <a:ln w="9525">
            <a:solidFill>
              <a:srgbClr val="B8C2CC"/>
            </a:solidFill>
            <a:prstDash val="solid"/>
          </a:ln>
        </p:spPr>
      </p:sp>
      <p:sp>
        <p:nvSpPr>
          <p:cNvPr id="43" name="S05-mark185"/>
          <p:cNvSpPr/>
          <p:nvPr/>
        </p:nvSpPr>
        <p:spPr>
          <a:xfrm flipV="1">
            <a:off x="1654851" y="1755637"/>
            <a:ext cx="0" cy="2029543"/>
          </a:xfrm>
          <a:prstGeom prst="line">
            <a:avLst/>
          </a:prstGeom>
          <a:noFill/>
          <a:ln w="9525">
            <a:solidFill>
              <a:srgbClr val="B8C2CC"/>
            </a:solidFill>
            <a:prstDash val="solid"/>
          </a:ln>
        </p:spPr>
      </p:sp>
      <p:sp>
        <p:nvSpPr>
          <p:cNvPr id="44" name="S05-mark186"/>
          <p:cNvSpPr/>
          <p:nvPr/>
        </p:nvSpPr>
        <p:spPr>
          <a:xfrm flipV="1">
            <a:off x="2162237" y="1755637"/>
            <a:ext cx="0" cy="2029543"/>
          </a:xfrm>
          <a:prstGeom prst="line">
            <a:avLst/>
          </a:prstGeom>
          <a:noFill/>
          <a:ln w="9525">
            <a:solidFill>
              <a:srgbClr val="B8C2CC"/>
            </a:solidFill>
            <a:prstDash val="solid"/>
          </a:ln>
        </p:spPr>
      </p:sp>
      <p:sp>
        <p:nvSpPr>
          <p:cNvPr id="45" name="S05-mark187"/>
          <p:cNvSpPr/>
          <p:nvPr/>
        </p:nvSpPr>
        <p:spPr>
          <a:xfrm flipV="1">
            <a:off x="2669623" y="1755637"/>
            <a:ext cx="0" cy="2029543"/>
          </a:xfrm>
          <a:prstGeom prst="line">
            <a:avLst/>
          </a:prstGeom>
          <a:noFill/>
          <a:ln w="9525">
            <a:solidFill>
              <a:srgbClr val="B8C2CC"/>
            </a:solidFill>
            <a:prstDash val="solid"/>
          </a:ln>
        </p:spPr>
      </p:sp>
      <p:sp>
        <p:nvSpPr>
          <p:cNvPr id="46" name="S05-mark188"/>
          <p:cNvSpPr/>
          <p:nvPr/>
        </p:nvSpPr>
        <p:spPr>
          <a:xfrm flipV="1">
            <a:off x="3177008" y="1755637"/>
            <a:ext cx="0" cy="2029543"/>
          </a:xfrm>
          <a:prstGeom prst="line">
            <a:avLst/>
          </a:prstGeom>
          <a:noFill/>
          <a:ln w="9525">
            <a:solidFill>
              <a:srgbClr val="B8C2CC"/>
            </a:solidFill>
            <a:prstDash val="solid"/>
          </a:ln>
        </p:spPr>
      </p:sp>
      <p:sp>
        <p:nvSpPr>
          <p:cNvPr id="47" name="S05-mark189"/>
          <p:cNvSpPr/>
          <p:nvPr/>
        </p:nvSpPr>
        <p:spPr>
          <a:xfrm flipV="1">
            <a:off x="3684394" y="1755637"/>
            <a:ext cx="0" cy="2029543"/>
          </a:xfrm>
          <a:prstGeom prst="line">
            <a:avLst/>
          </a:prstGeom>
          <a:noFill/>
          <a:ln w="9525">
            <a:solidFill>
              <a:srgbClr val="B8C2CC"/>
            </a:solidFill>
            <a:prstDash val="solid"/>
          </a:ln>
        </p:spPr>
      </p:sp>
      <p:sp>
        <p:nvSpPr>
          <p:cNvPr id="48" name="S05-mark190"/>
          <p:cNvSpPr/>
          <p:nvPr/>
        </p:nvSpPr>
        <p:spPr>
          <a:xfrm flipV="1">
            <a:off x="4191780" y="1755637"/>
            <a:ext cx="0" cy="2029543"/>
          </a:xfrm>
          <a:prstGeom prst="line">
            <a:avLst/>
          </a:prstGeom>
          <a:noFill/>
          <a:ln w="9525">
            <a:solidFill>
              <a:srgbClr val="B8C2CC"/>
            </a:solidFill>
            <a:prstDash val="solid"/>
          </a:ln>
        </p:spPr>
      </p:sp>
      <p:sp>
        <p:nvSpPr>
          <p:cNvPr id="49" name="S05-mark191"/>
          <p:cNvSpPr/>
          <p:nvPr/>
        </p:nvSpPr>
        <p:spPr>
          <a:xfrm flipV="1">
            <a:off x="4699165" y="1755637"/>
            <a:ext cx="0" cy="2029543"/>
          </a:xfrm>
          <a:prstGeom prst="line">
            <a:avLst/>
          </a:prstGeom>
          <a:noFill/>
          <a:ln w="9525">
            <a:solidFill>
              <a:srgbClr val="B8C2CC"/>
            </a:solidFill>
            <a:prstDash val="solid"/>
          </a:ln>
        </p:spPr>
      </p:sp>
      <p:sp>
        <p:nvSpPr>
          <p:cNvPr id="50" name="S05-mark192"/>
          <p:cNvSpPr/>
          <p:nvPr/>
        </p:nvSpPr>
        <p:spPr>
          <a:xfrm flipV="1">
            <a:off x="5206551" y="1755637"/>
            <a:ext cx="0" cy="2029543"/>
          </a:xfrm>
          <a:prstGeom prst="line">
            <a:avLst/>
          </a:prstGeom>
          <a:noFill/>
          <a:ln w="9525">
            <a:solidFill>
              <a:srgbClr val="B8C2CC"/>
            </a:solidFill>
            <a:prstDash val="solid"/>
          </a:ln>
        </p:spPr>
      </p:sp>
      <p:sp>
        <p:nvSpPr>
          <p:cNvPr id="51" name="S05-mark193"/>
          <p:cNvSpPr/>
          <p:nvPr/>
        </p:nvSpPr>
        <p:spPr>
          <a:xfrm flipV="1">
            <a:off x="5713937" y="1755637"/>
            <a:ext cx="0" cy="2029543"/>
          </a:xfrm>
          <a:prstGeom prst="line">
            <a:avLst/>
          </a:prstGeom>
          <a:noFill/>
          <a:ln w="9525">
            <a:solidFill>
              <a:srgbClr val="B8C2CC"/>
            </a:solidFill>
            <a:prstDash val="solid"/>
          </a:ln>
        </p:spPr>
      </p:sp>
      <p:sp>
        <p:nvSpPr>
          <p:cNvPr id="52" name="S05-mark194"/>
          <p:cNvSpPr/>
          <p:nvPr/>
        </p:nvSpPr>
        <p:spPr>
          <a:xfrm>
            <a:off x="640080" y="3785180"/>
            <a:ext cx="5073857" cy="0"/>
          </a:xfrm>
          <a:prstGeom prst="line">
            <a:avLst/>
          </a:prstGeom>
          <a:noFill/>
          <a:ln w="9525">
            <a:solidFill>
              <a:srgbClr val="B8C2CC"/>
            </a:solidFill>
            <a:prstDash val="solid"/>
          </a:ln>
        </p:spPr>
      </p:sp>
      <p:sp>
        <p:nvSpPr>
          <p:cNvPr id="53" name="S05-mark195"/>
          <p:cNvSpPr/>
          <p:nvPr/>
        </p:nvSpPr>
        <p:spPr>
          <a:xfrm>
            <a:off x="640080" y="3277794"/>
            <a:ext cx="5073857" cy="0"/>
          </a:xfrm>
          <a:prstGeom prst="line">
            <a:avLst/>
          </a:prstGeom>
          <a:noFill/>
          <a:ln w="9525">
            <a:solidFill>
              <a:srgbClr val="B8C2CC"/>
            </a:solidFill>
            <a:prstDash val="solid"/>
          </a:ln>
        </p:spPr>
      </p:sp>
      <p:sp>
        <p:nvSpPr>
          <p:cNvPr id="54" name="S05-mark196"/>
          <p:cNvSpPr/>
          <p:nvPr/>
        </p:nvSpPr>
        <p:spPr>
          <a:xfrm>
            <a:off x="640080" y="2770409"/>
            <a:ext cx="5073857" cy="0"/>
          </a:xfrm>
          <a:prstGeom prst="line">
            <a:avLst/>
          </a:prstGeom>
          <a:noFill/>
          <a:ln w="9525">
            <a:solidFill>
              <a:srgbClr val="B8C2CC"/>
            </a:solidFill>
            <a:prstDash val="solid"/>
          </a:ln>
        </p:spPr>
      </p:sp>
      <p:sp>
        <p:nvSpPr>
          <p:cNvPr id="55" name="S05-mark197"/>
          <p:cNvSpPr/>
          <p:nvPr/>
        </p:nvSpPr>
        <p:spPr>
          <a:xfrm>
            <a:off x="640080" y="2263023"/>
            <a:ext cx="5073857" cy="0"/>
          </a:xfrm>
          <a:prstGeom prst="line">
            <a:avLst/>
          </a:prstGeom>
          <a:noFill/>
          <a:ln w="9525">
            <a:solidFill>
              <a:srgbClr val="B8C2CC"/>
            </a:solidFill>
            <a:prstDash val="solid"/>
          </a:ln>
        </p:spPr>
      </p:sp>
      <p:sp>
        <p:nvSpPr>
          <p:cNvPr id="56" name="S05-mark198"/>
          <p:cNvSpPr/>
          <p:nvPr/>
        </p:nvSpPr>
        <p:spPr>
          <a:xfrm>
            <a:off x="640080" y="1755637"/>
            <a:ext cx="5073857" cy="0"/>
          </a:xfrm>
          <a:prstGeom prst="line">
            <a:avLst/>
          </a:prstGeom>
          <a:noFill/>
          <a:ln w="9525">
            <a:solidFill>
              <a:srgbClr val="B8C2CC"/>
            </a:solidFill>
            <a:prstDash val="solid"/>
          </a:ln>
        </p:spPr>
      </p:sp>
      <p:sp>
        <p:nvSpPr>
          <p:cNvPr id="57" name="S05-mark199"/>
          <p:cNvSpPr/>
          <p:nvPr/>
        </p:nvSpPr>
        <p:spPr>
          <a:xfrm flipV="1">
            <a:off x="6677970" y="2339131"/>
            <a:ext cx="0" cy="862556"/>
          </a:xfrm>
          <a:prstGeom prst="line">
            <a:avLst/>
          </a:prstGeom>
          <a:noFill/>
          <a:ln w="38100">
            <a:solidFill>
              <a:srgbClr val="1F2937"/>
            </a:solidFill>
            <a:prstDash val="solid"/>
            <a:tailEnd type="triangle"/>
          </a:ln>
        </p:spPr>
      </p:sp>
      <p:sp>
        <p:nvSpPr>
          <p:cNvPr id="58" name="S05-mark200"/>
          <p:cNvSpPr/>
          <p:nvPr/>
        </p:nvSpPr>
        <p:spPr>
          <a:xfrm>
            <a:off x="6246692" y="2770409"/>
            <a:ext cx="862556" cy="0"/>
          </a:xfrm>
          <a:prstGeom prst="line">
            <a:avLst/>
          </a:prstGeom>
          <a:noFill/>
          <a:ln w="25400">
            <a:solidFill>
              <a:srgbClr val="1F2937"/>
            </a:solidFill>
            <a:prstDash val="solid"/>
          </a:ln>
        </p:spPr>
      </p:sp>
      <p:sp>
        <p:nvSpPr>
          <p:cNvPr id="59" name="S05-mark201"/>
          <p:cNvSpPr/>
          <p:nvPr/>
        </p:nvSpPr>
        <p:spPr>
          <a:xfrm flipV="1">
            <a:off x="7972818" y="2063113"/>
            <a:ext cx="0" cy="328786"/>
          </a:xfrm>
          <a:prstGeom prst="line">
            <a:avLst/>
          </a:prstGeom>
          <a:noFill/>
          <a:ln w="28575">
            <a:solidFill>
              <a:srgbClr val="1F2937"/>
            </a:solidFill>
            <a:prstDash val="solid"/>
          </a:ln>
        </p:spPr>
      </p:sp>
      <p:sp>
        <p:nvSpPr>
          <p:cNvPr id="60" name="S05-label203"/>
          <p:cNvSpPr txBox="1"/>
          <p:nvPr/>
        </p:nvSpPr>
        <p:spPr>
          <a:xfrm>
            <a:off x="6473754" y="1920307"/>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6473754" y="323951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133355" y="257990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5814152" y="257990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267238" y="165393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556898" y="203700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484964" y="203700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556898" y="24936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35612" y="24936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258194" y="2950300"/>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484964" y="2950300"/>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706250" y="340694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6" name="S08-mark256"/>
          <p:cNvSpPr/>
          <p:nvPr/>
        </p:nvSpPr>
        <p:spPr>
          <a:xfrm>
            <a:off x="1147466"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7" name="S08-mark257"/>
          <p:cNvSpPr/>
          <p:nvPr/>
        </p:nvSpPr>
        <p:spPr>
          <a:xfrm>
            <a:off x="1654851"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8" name="S08-mark258"/>
          <p:cNvSpPr/>
          <p:nvPr/>
        </p:nvSpPr>
        <p:spPr>
          <a:xfrm>
            <a:off x="2162237"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9" name="S08-mark259"/>
          <p:cNvSpPr/>
          <p:nvPr/>
        </p:nvSpPr>
        <p:spPr>
          <a:xfrm>
            <a:off x="2669623"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0" name="S08-mark260"/>
          <p:cNvSpPr/>
          <p:nvPr/>
        </p:nvSpPr>
        <p:spPr>
          <a:xfrm>
            <a:off x="3177008"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1" name="S08-mark261"/>
          <p:cNvSpPr/>
          <p:nvPr/>
        </p:nvSpPr>
        <p:spPr>
          <a:xfrm>
            <a:off x="3684394"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2" name="S08-mark262"/>
          <p:cNvSpPr/>
          <p:nvPr/>
        </p:nvSpPr>
        <p:spPr>
          <a:xfrm>
            <a:off x="4191780"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3" name="S08-mark263"/>
          <p:cNvSpPr/>
          <p:nvPr/>
        </p:nvSpPr>
        <p:spPr>
          <a:xfrm>
            <a:off x="4699165"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4" name="S08-mark264"/>
          <p:cNvSpPr/>
          <p:nvPr/>
        </p:nvSpPr>
        <p:spPr>
          <a:xfrm>
            <a:off x="5206551" y="300281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5" name="S08-mark265"/>
          <p:cNvSpPr/>
          <p:nvPr/>
        </p:nvSpPr>
        <p:spPr>
          <a:xfrm>
            <a:off x="1218500" y="2586762"/>
            <a:ext cx="182659" cy="314579"/>
          </a:xfrm>
          <a:custGeom>
            <a:avLst/>
            <a:gdLst/>
            <a:ahLst/>
            <a:cxnLst/>
            <a:rect l="l" t="t" r="r" b="b"/>
            <a:pathLst>
              <a:path w="182659" h="314579">
                <a:moveTo>
                  <a:pt x="0" y="273988"/>
                </a:moveTo>
                <a:lnTo>
                  <a:pt x="182659" y="314579"/>
                </a:lnTo>
                <a:lnTo>
                  <a:pt x="182659" y="40591"/>
                </a:lnTo>
                <a:lnTo>
                  <a:pt x="0" y="0"/>
                </a:lnTo>
                <a:close/>
              </a:path>
            </a:pathLst>
          </a:custGeom>
          <a:solidFill>
            <a:srgbClr val="3D5A80"/>
          </a:solidFill>
          <a:ln w="15875">
            <a:solidFill>
              <a:srgbClr val="1F2937"/>
            </a:solidFill>
            <a:prstDash val="solid"/>
          </a:ln>
        </p:spPr>
      </p:sp>
      <p:sp>
        <p:nvSpPr>
          <p:cNvPr id="16" name="S08-mark266"/>
          <p:cNvSpPr/>
          <p:nvPr/>
        </p:nvSpPr>
        <p:spPr>
          <a:xfrm>
            <a:off x="1401159" y="2586762"/>
            <a:ext cx="182659" cy="314579"/>
          </a:xfrm>
          <a:custGeom>
            <a:avLst/>
            <a:gdLst/>
            <a:ahLst/>
            <a:cxnLst/>
            <a:rect l="l" t="t" r="r" b="b"/>
            <a:pathLst>
              <a:path w="182659" h="314579">
                <a:moveTo>
                  <a:pt x="182659" y="273988"/>
                </a:moveTo>
                <a:lnTo>
                  <a:pt x="0" y="314579"/>
                </a:lnTo>
                <a:lnTo>
                  <a:pt x="0" y="40591"/>
                </a:lnTo>
                <a:lnTo>
                  <a:pt x="182659" y="0"/>
                </a:lnTo>
                <a:close/>
              </a:path>
            </a:pathLst>
          </a:custGeom>
          <a:solidFill>
            <a:srgbClr val="3D5A80"/>
          </a:solidFill>
          <a:ln w="15875">
            <a:solidFill>
              <a:srgbClr val="1F2937"/>
            </a:solidFill>
            <a:prstDash val="solid"/>
          </a:ln>
        </p:spPr>
      </p:sp>
      <p:sp>
        <p:nvSpPr>
          <p:cNvPr id="17" name="S08-mark267"/>
          <p:cNvSpPr/>
          <p:nvPr/>
        </p:nvSpPr>
        <p:spPr>
          <a:xfrm>
            <a:off x="2811691" y="2566467"/>
            <a:ext cx="273988" cy="162363"/>
          </a:xfrm>
          <a:custGeom>
            <a:avLst/>
            <a:gdLst/>
            <a:ahLst/>
            <a:cxnLst/>
            <a:rect l="l" t="t" r="r" b="b"/>
            <a:pathLst>
              <a:path w="273988" h="162363">
                <a:moveTo>
                  <a:pt x="0" y="0"/>
                </a:moveTo>
                <a:lnTo>
                  <a:pt x="273988" y="81182"/>
                </a:lnTo>
                <a:lnTo>
                  <a:pt x="0" y="162363"/>
                </a:lnTo>
                <a:close/>
              </a:path>
            </a:pathLst>
          </a:custGeom>
          <a:solidFill>
            <a:srgbClr val="E9762B"/>
          </a:solidFill>
          <a:ln w="15875">
            <a:solidFill>
              <a:srgbClr val="1F2937"/>
            </a:solidFill>
            <a:prstDash val="solid"/>
          </a:ln>
        </p:spPr>
      </p:sp>
      <p:sp>
        <p:nvSpPr>
          <p:cNvPr id="18" name="S08-mark268"/>
          <p:cNvSpPr/>
          <p:nvPr/>
        </p:nvSpPr>
        <p:spPr>
          <a:xfrm>
            <a:off x="2887799" y="2302626"/>
            <a:ext cx="71034" cy="131920"/>
          </a:xfrm>
          <a:custGeom>
            <a:avLst/>
            <a:gdLst/>
            <a:ahLst/>
            <a:cxnLst/>
            <a:rect l="l" t="t" r="r" b="b"/>
            <a:pathLst>
              <a:path w="71034" h="131920">
                <a:moveTo>
                  <a:pt x="0" y="131920"/>
                </a:moveTo>
                <a:lnTo>
                  <a:pt x="71034" y="131920"/>
                </a:lnTo>
                <a:lnTo>
                  <a:pt x="71034" y="0"/>
                </a:lnTo>
                <a:lnTo>
                  <a:pt x="0" y="0"/>
                </a:lnTo>
                <a:close/>
              </a:path>
            </a:pathLst>
          </a:custGeom>
          <a:solidFill>
            <a:srgbClr val="8B5A2B"/>
          </a:solidFill>
          <a:ln w="12700">
            <a:solidFill>
              <a:srgbClr val="1F2937"/>
            </a:solidFill>
            <a:prstDash val="solid"/>
          </a:ln>
        </p:spPr>
      </p:sp>
      <p:sp>
        <p:nvSpPr>
          <p:cNvPr id="19" name="S08-mark269"/>
          <p:cNvSpPr/>
          <p:nvPr/>
        </p:nvSpPr>
        <p:spPr>
          <a:xfrm>
            <a:off x="2760952" y="2038786"/>
            <a:ext cx="324727" cy="263841"/>
          </a:xfrm>
          <a:custGeom>
            <a:avLst/>
            <a:gdLst/>
            <a:ahLst/>
            <a:cxnLst/>
            <a:rect l="l" t="t" r="r" b="b"/>
            <a:pathLst>
              <a:path w="324727" h="263841">
                <a:moveTo>
                  <a:pt x="0" y="263841"/>
                </a:moveTo>
                <a:lnTo>
                  <a:pt x="324727" y="263841"/>
                </a:lnTo>
                <a:lnTo>
                  <a:pt x="162363" y="0"/>
                </a:lnTo>
                <a:close/>
              </a:path>
            </a:pathLst>
          </a:custGeom>
          <a:solidFill>
            <a:srgbClr val="2A9D8F"/>
          </a:solidFill>
          <a:ln w="15875">
            <a:solidFill>
              <a:srgbClr val="1F2937"/>
            </a:solidFill>
            <a:prstDash val="solid"/>
          </a:ln>
        </p:spPr>
      </p:sp>
      <p:sp>
        <p:nvSpPr>
          <p:cNvPr id="20" name="S08-mark270"/>
          <p:cNvSpPr/>
          <p:nvPr/>
        </p:nvSpPr>
        <p:spPr>
          <a:xfrm>
            <a:off x="2329674" y="3591386"/>
            <a:ext cx="172511" cy="131920"/>
          </a:xfrm>
          <a:custGeom>
            <a:avLst/>
            <a:gdLst/>
            <a:ahLst/>
            <a:cxnLst/>
            <a:rect l="l" t="t" r="r" b="b"/>
            <a:pathLst>
              <a:path w="172511" h="131920">
                <a:moveTo>
                  <a:pt x="172511" y="131920"/>
                </a:moveTo>
                <a:lnTo>
                  <a:pt x="160841" y="65960"/>
                </a:lnTo>
                <a:lnTo>
                  <a:pt x="129383" y="17758"/>
                </a:lnTo>
                <a:lnTo>
                  <a:pt x="86256" y="0"/>
                </a:lnTo>
                <a:lnTo>
                  <a:pt x="43128" y="17758"/>
                </a:lnTo>
                <a:lnTo>
                  <a:pt x="11670" y="65960"/>
                </a:lnTo>
                <a:lnTo>
                  <a:pt x="0" y="131920"/>
                </a:lnTo>
              </a:path>
            </a:pathLst>
          </a:custGeom>
          <a:noFill/>
          <a:ln w="25400">
            <a:solidFill>
              <a:srgbClr val="1F2937"/>
            </a:solidFill>
            <a:prstDash val="solid"/>
          </a:ln>
        </p:spPr>
      </p:sp>
      <p:sp>
        <p:nvSpPr>
          <p:cNvPr id="21" name="S08-mark271"/>
          <p:cNvSpPr/>
          <p:nvPr/>
        </p:nvSpPr>
        <p:spPr>
          <a:xfrm>
            <a:off x="2248493" y="3723306"/>
            <a:ext cx="334875" cy="223250"/>
          </a:xfrm>
          <a:custGeom>
            <a:avLst/>
            <a:gdLst/>
            <a:ahLst/>
            <a:cxnLst/>
            <a:rect l="l" t="t" r="r" b="b"/>
            <a:pathLst>
              <a:path w="334875" h="223250">
                <a:moveTo>
                  <a:pt x="0" y="0"/>
                </a:moveTo>
                <a:lnTo>
                  <a:pt x="334875" y="0"/>
                </a:lnTo>
                <a:lnTo>
                  <a:pt x="294284" y="223250"/>
                </a:lnTo>
                <a:lnTo>
                  <a:pt x="40591" y="223250"/>
                </a:lnTo>
                <a:close/>
              </a:path>
            </a:pathLst>
          </a:custGeom>
          <a:solidFill>
            <a:srgbClr val="F2C14E"/>
          </a:solidFill>
          <a:ln w="15875">
            <a:solidFill>
              <a:srgbClr val="1F2937"/>
            </a:solidFill>
            <a:prstDash val="solid"/>
          </a:ln>
        </p:spPr>
      </p:sp>
      <p:sp>
        <p:nvSpPr>
          <p:cNvPr id="22" name="S08-mark272"/>
          <p:cNvSpPr/>
          <p:nvPr/>
        </p:nvSpPr>
        <p:spPr>
          <a:xfrm>
            <a:off x="2771100" y="3571091"/>
            <a:ext cx="304431" cy="375465"/>
          </a:xfrm>
          <a:custGeom>
            <a:avLst/>
            <a:gdLst/>
            <a:ahLst/>
            <a:cxnLst/>
            <a:rect l="l" t="t" r="r" b="b"/>
            <a:pathLst>
              <a:path w="304431" h="375465">
                <a:moveTo>
                  <a:pt x="0" y="375465"/>
                </a:moveTo>
                <a:lnTo>
                  <a:pt x="304431" y="375465"/>
                </a:lnTo>
                <a:lnTo>
                  <a:pt x="304431" y="172511"/>
                </a:lnTo>
                <a:lnTo>
                  <a:pt x="152216" y="0"/>
                </a:lnTo>
                <a:lnTo>
                  <a:pt x="0" y="172511"/>
                </a:lnTo>
                <a:close/>
              </a:path>
            </a:pathLst>
          </a:custGeom>
          <a:solidFill>
            <a:srgbClr val="FDEBDD"/>
          </a:solidFill>
          <a:ln w="19050">
            <a:solidFill>
              <a:srgbClr val="1F2937"/>
            </a:solidFill>
            <a:prstDash val="solid"/>
          </a:ln>
        </p:spPr>
      </p:sp>
      <p:sp>
        <p:nvSpPr>
          <p:cNvPr id="23" name="S08-mark273"/>
          <p:cNvSpPr/>
          <p:nvPr/>
        </p:nvSpPr>
        <p:spPr>
          <a:xfrm>
            <a:off x="4785421" y="3596460"/>
            <a:ext cx="334875" cy="334875"/>
          </a:xfrm>
          <a:custGeom>
            <a:avLst/>
            <a:gdLst/>
            <a:ahLst/>
            <a:cxnLst/>
            <a:rect l="l" t="t" r="r" b="b"/>
            <a:pathLst>
              <a:path w="334875" h="334875">
                <a:moveTo>
                  <a:pt x="116699" y="334875"/>
                </a:moveTo>
                <a:lnTo>
                  <a:pt x="218176" y="334875"/>
                </a:lnTo>
                <a:lnTo>
                  <a:pt x="218176" y="218176"/>
                </a:lnTo>
                <a:lnTo>
                  <a:pt x="334875" y="218176"/>
                </a:lnTo>
                <a:lnTo>
                  <a:pt x="334875" y="116699"/>
                </a:lnTo>
                <a:lnTo>
                  <a:pt x="218176" y="116699"/>
                </a:lnTo>
                <a:lnTo>
                  <a:pt x="218176" y="0"/>
                </a:lnTo>
                <a:lnTo>
                  <a:pt x="116699" y="0"/>
                </a:lnTo>
                <a:lnTo>
                  <a:pt x="116699" y="116699"/>
                </a:lnTo>
                <a:lnTo>
                  <a:pt x="0" y="116699"/>
                </a:lnTo>
                <a:lnTo>
                  <a:pt x="0" y="218176"/>
                </a:lnTo>
                <a:lnTo>
                  <a:pt x="116699" y="218176"/>
                </a:lnTo>
                <a:close/>
              </a:path>
            </a:pathLst>
          </a:custGeom>
          <a:solidFill>
            <a:srgbClr val="C8434E"/>
          </a:solidFill>
          <a:ln w="12700">
            <a:solidFill>
              <a:srgbClr val="1F2937"/>
            </a:solidFill>
            <a:prstDash val="solid"/>
          </a:ln>
        </p:spPr>
      </p:sp>
      <p:sp>
        <p:nvSpPr>
          <p:cNvPr id="24" name="S08-mark274"/>
          <p:cNvSpPr/>
          <p:nvPr/>
        </p:nvSpPr>
        <p:spPr>
          <a:xfrm>
            <a:off x="640080" y="1988047"/>
            <a:ext cx="5073857" cy="2029543"/>
          </a:xfrm>
          <a:custGeom>
            <a:avLst/>
            <a:gdLst/>
            <a:ahLst/>
            <a:cxnLst/>
            <a:rect l="l" t="t" r="r" b="b"/>
            <a:pathLst>
              <a:path w="5073857" h="2029543">
                <a:moveTo>
                  <a:pt x="0" y="2029543"/>
                </a:moveTo>
                <a:lnTo>
                  <a:pt x="5073857" y="2029543"/>
                </a:lnTo>
                <a:lnTo>
                  <a:pt x="5073857" y="0"/>
                </a:lnTo>
                <a:lnTo>
                  <a:pt x="0" y="0"/>
                </a:lnTo>
                <a:close/>
              </a:path>
            </a:pathLst>
          </a:custGeom>
          <a:noFill/>
          <a:ln w="19050">
            <a:solidFill>
              <a:srgbClr val="1F2937"/>
            </a:solidFill>
            <a:prstDash val="solid"/>
          </a:ln>
        </p:spPr>
      </p:sp>
      <p:sp>
        <p:nvSpPr>
          <p:cNvPr id="25" name="S08-mark275"/>
          <p:cNvSpPr/>
          <p:nvPr/>
        </p:nvSpPr>
        <p:spPr>
          <a:xfrm>
            <a:off x="7692741" y="1886570"/>
            <a:ext cx="3856131" cy="2283236"/>
          </a:xfrm>
          <a:custGeom>
            <a:avLst/>
            <a:gdLst/>
            <a:ahLst/>
            <a:cxnLst/>
            <a:rect l="l" t="t" r="r" b="b"/>
            <a:pathLst>
              <a:path w="3856131" h="2283236">
                <a:moveTo>
                  <a:pt x="0" y="2283236"/>
                </a:moveTo>
                <a:lnTo>
                  <a:pt x="3856131" y="2283236"/>
                </a:lnTo>
                <a:lnTo>
                  <a:pt x="3856131" y="0"/>
                </a:lnTo>
                <a:lnTo>
                  <a:pt x="0" y="0"/>
                </a:lnTo>
                <a:close/>
              </a:path>
            </a:pathLst>
          </a:custGeom>
          <a:solidFill>
            <a:srgbClr val="FFFFFF"/>
          </a:solidFill>
          <a:ln w="15875">
            <a:solidFill>
              <a:srgbClr val="1F2937"/>
            </a:solidFill>
            <a:prstDash val="solid"/>
          </a:ln>
        </p:spPr>
      </p:sp>
      <p:sp>
        <p:nvSpPr>
          <p:cNvPr id="26" name="S08-mark276"/>
          <p:cNvSpPr/>
          <p:nvPr/>
        </p:nvSpPr>
        <p:spPr>
          <a:xfrm>
            <a:off x="7692741" y="1886570"/>
            <a:ext cx="3856131" cy="380539"/>
          </a:xfrm>
          <a:custGeom>
            <a:avLst/>
            <a:gdLst/>
            <a:ahLst/>
            <a:cxnLst/>
            <a:rect l="l" t="t" r="r" b="b"/>
            <a:pathLst>
              <a:path w="3856131" h="380539">
                <a:moveTo>
                  <a:pt x="0" y="380539"/>
                </a:moveTo>
                <a:lnTo>
                  <a:pt x="3856131" y="380539"/>
                </a:lnTo>
                <a:lnTo>
                  <a:pt x="3856131" y="0"/>
                </a:lnTo>
                <a:lnTo>
                  <a:pt x="0" y="0"/>
                </a:lnTo>
                <a:close/>
              </a:path>
            </a:pathLst>
          </a:custGeom>
          <a:solidFill>
            <a:srgbClr val="EAF3F1"/>
          </a:solidFill>
          <a:ln w="15875">
            <a:solidFill>
              <a:srgbClr val="1F2937"/>
            </a:solidFill>
            <a:prstDash val="solid"/>
          </a:ln>
        </p:spPr>
      </p:sp>
      <p:sp>
        <p:nvSpPr>
          <p:cNvPr id="27" name="S08-mark277"/>
          <p:cNvSpPr/>
          <p:nvPr/>
        </p:nvSpPr>
        <p:spPr>
          <a:xfrm>
            <a:off x="7972818" y="2295523"/>
            <a:ext cx="246589" cy="146127"/>
          </a:xfrm>
          <a:custGeom>
            <a:avLst/>
            <a:gdLst/>
            <a:ahLst/>
            <a:cxnLst/>
            <a:rect l="l" t="t" r="r" b="b"/>
            <a:pathLst>
              <a:path w="246589" h="146127">
                <a:moveTo>
                  <a:pt x="0" y="0"/>
                </a:moveTo>
                <a:lnTo>
                  <a:pt x="246589" y="73064"/>
                </a:lnTo>
                <a:lnTo>
                  <a:pt x="0" y="146127"/>
                </a:lnTo>
                <a:close/>
              </a:path>
            </a:pathLst>
          </a:custGeom>
          <a:solidFill>
            <a:srgbClr val="E9762B"/>
          </a:solidFill>
          <a:ln w="15875">
            <a:solidFill>
              <a:srgbClr val="1F2937"/>
            </a:solidFill>
            <a:prstDash val="solid"/>
          </a:ln>
        </p:spPr>
      </p:sp>
      <p:sp>
        <p:nvSpPr>
          <p:cNvPr id="28" name="S08-mark278"/>
          <p:cNvSpPr/>
          <p:nvPr/>
        </p:nvSpPr>
        <p:spPr>
          <a:xfrm>
            <a:off x="9850652" y="2309222"/>
            <a:ext cx="301387" cy="301387"/>
          </a:xfrm>
          <a:custGeom>
            <a:avLst/>
            <a:gdLst/>
            <a:ahLst/>
            <a:cxnLst/>
            <a:rect l="l" t="t" r="r" b="b"/>
            <a:pathLst>
              <a:path w="301387" h="301387">
                <a:moveTo>
                  <a:pt x="105029" y="301387"/>
                </a:moveTo>
                <a:lnTo>
                  <a:pt x="196358" y="301387"/>
                </a:lnTo>
                <a:lnTo>
                  <a:pt x="196358" y="196358"/>
                </a:lnTo>
                <a:lnTo>
                  <a:pt x="301387" y="196358"/>
                </a:lnTo>
                <a:lnTo>
                  <a:pt x="301387" y="105029"/>
                </a:lnTo>
                <a:lnTo>
                  <a:pt x="196358" y="105029"/>
                </a:lnTo>
                <a:lnTo>
                  <a:pt x="196358" y="0"/>
                </a:lnTo>
                <a:lnTo>
                  <a:pt x="105029" y="0"/>
                </a:lnTo>
                <a:lnTo>
                  <a:pt x="105029" y="105029"/>
                </a:lnTo>
                <a:lnTo>
                  <a:pt x="0" y="105029"/>
                </a:lnTo>
                <a:lnTo>
                  <a:pt x="0" y="196358"/>
                </a:lnTo>
                <a:lnTo>
                  <a:pt x="105029" y="196358"/>
                </a:lnTo>
                <a:close/>
              </a:path>
            </a:pathLst>
          </a:custGeom>
          <a:solidFill>
            <a:srgbClr val="C8434E"/>
          </a:solidFill>
          <a:ln w="12700">
            <a:solidFill>
              <a:srgbClr val="1F2937"/>
            </a:solidFill>
            <a:prstDash val="solid"/>
          </a:ln>
        </p:spPr>
      </p:sp>
      <p:sp>
        <p:nvSpPr>
          <p:cNvPr id="29" name="S08-mark279"/>
          <p:cNvSpPr/>
          <p:nvPr/>
        </p:nvSpPr>
        <p:spPr>
          <a:xfrm>
            <a:off x="8041315" y="2971361"/>
            <a:ext cx="63931" cy="118728"/>
          </a:xfrm>
          <a:custGeom>
            <a:avLst/>
            <a:gdLst/>
            <a:ahLst/>
            <a:cxnLst/>
            <a:rect l="l" t="t" r="r" b="b"/>
            <a:pathLst>
              <a:path w="63931" h="118728">
                <a:moveTo>
                  <a:pt x="0" y="118728"/>
                </a:moveTo>
                <a:lnTo>
                  <a:pt x="63931" y="118728"/>
                </a:lnTo>
                <a:lnTo>
                  <a:pt x="63931" y="0"/>
                </a:lnTo>
                <a:lnTo>
                  <a:pt x="0" y="0"/>
                </a:lnTo>
                <a:close/>
              </a:path>
            </a:pathLst>
          </a:custGeom>
          <a:solidFill>
            <a:srgbClr val="8B5A2B"/>
          </a:solidFill>
          <a:ln w="12700">
            <a:solidFill>
              <a:srgbClr val="1F2937"/>
            </a:solidFill>
            <a:prstDash val="solid"/>
          </a:ln>
        </p:spPr>
      </p:sp>
      <p:sp>
        <p:nvSpPr>
          <p:cNvPr id="30" name="S08-mark280"/>
          <p:cNvSpPr/>
          <p:nvPr/>
        </p:nvSpPr>
        <p:spPr>
          <a:xfrm>
            <a:off x="7927153" y="2733904"/>
            <a:ext cx="292254" cy="237456"/>
          </a:xfrm>
          <a:custGeom>
            <a:avLst/>
            <a:gdLst/>
            <a:ahLst/>
            <a:cxnLst/>
            <a:rect l="l" t="t" r="r" b="b"/>
            <a:pathLst>
              <a:path w="292254" h="237456">
                <a:moveTo>
                  <a:pt x="0" y="237456"/>
                </a:moveTo>
                <a:lnTo>
                  <a:pt x="292254" y="237456"/>
                </a:lnTo>
                <a:lnTo>
                  <a:pt x="146127" y="0"/>
                </a:lnTo>
                <a:close/>
              </a:path>
            </a:pathLst>
          </a:custGeom>
          <a:solidFill>
            <a:srgbClr val="2A9D8F"/>
          </a:solidFill>
          <a:ln w="15875">
            <a:solidFill>
              <a:srgbClr val="1F2937"/>
            </a:solidFill>
            <a:prstDash val="solid"/>
          </a:ln>
        </p:spPr>
      </p:sp>
      <p:sp>
        <p:nvSpPr>
          <p:cNvPr id="31" name="S08-mark281"/>
          <p:cNvSpPr/>
          <p:nvPr/>
        </p:nvSpPr>
        <p:spPr>
          <a:xfrm>
            <a:off x="9836953" y="2770436"/>
            <a:ext cx="164393" cy="283121"/>
          </a:xfrm>
          <a:custGeom>
            <a:avLst/>
            <a:gdLst/>
            <a:ahLst/>
            <a:cxnLst/>
            <a:rect l="l" t="t" r="r" b="b"/>
            <a:pathLst>
              <a:path w="164393" h="283121">
                <a:moveTo>
                  <a:pt x="0" y="246589"/>
                </a:moveTo>
                <a:lnTo>
                  <a:pt x="164393" y="283121"/>
                </a:lnTo>
                <a:lnTo>
                  <a:pt x="164393" y="36532"/>
                </a:lnTo>
                <a:lnTo>
                  <a:pt x="0" y="0"/>
                </a:lnTo>
                <a:close/>
              </a:path>
            </a:pathLst>
          </a:custGeom>
          <a:solidFill>
            <a:srgbClr val="3D5A80"/>
          </a:solidFill>
          <a:ln w="15875">
            <a:solidFill>
              <a:srgbClr val="1F2937"/>
            </a:solidFill>
            <a:prstDash val="solid"/>
          </a:ln>
        </p:spPr>
      </p:sp>
      <p:sp>
        <p:nvSpPr>
          <p:cNvPr id="32" name="S08-mark282"/>
          <p:cNvSpPr/>
          <p:nvPr/>
        </p:nvSpPr>
        <p:spPr>
          <a:xfrm>
            <a:off x="10001346" y="2770436"/>
            <a:ext cx="164393" cy="283121"/>
          </a:xfrm>
          <a:custGeom>
            <a:avLst/>
            <a:gdLst/>
            <a:ahLst/>
            <a:cxnLst/>
            <a:rect l="l" t="t" r="r" b="b"/>
            <a:pathLst>
              <a:path w="164393" h="283121">
                <a:moveTo>
                  <a:pt x="164393" y="246589"/>
                </a:moveTo>
                <a:lnTo>
                  <a:pt x="0" y="283121"/>
                </a:lnTo>
                <a:lnTo>
                  <a:pt x="0" y="36532"/>
                </a:lnTo>
                <a:lnTo>
                  <a:pt x="164393" y="0"/>
                </a:lnTo>
                <a:close/>
              </a:path>
            </a:pathLst>
          </a:custGeom>
          <a:solidFill>
            <a:srgbClr val="3D5A80"/>
          </a:solidFill>
          <a:ln w="15875">
            <a:solidFill>
              <a:srgbClr val="1F2937"/>
            </a:solidFill>
            <a:prstDash val="solid"/>
          </a:ln>
        </p:spPr>
      </p:sp>
      <p:sp>
        <p:nvSpPr>
          <p:cNvPr id="33" name="S08-mark283"/>
          <p:cNvSpPr/>
          <p:nvPr/>
        </p:nvSpPr>
        <p:spPr>
          <a:xfrm>
            <a:off x="9923716" y="3217950"/>
            <a:ext cx="155260" cy="118728"/>
          </a:xfrm>
          <a:custGeom>
            <a:avLst/>
            <a:gdLst/>
            <a:ahLst/>
            <a:cxnLst/>
            <a:rect l="l" t="t" r="r" b="b"/>
            <a:pathLst>
              <a:path w="155260" h="118728">
                <a:moveTo>
                  <a:pt x="155260" y="118728"/>
                </a:moveTo>
                <a:lnTo>
                  <a:pt x="145112" y="59364"/>
                </a:lnTo>
                <a:lnTo>
                  <a:pt x="116191" y="15729"/>
                </a:lnTo>
                <a:lnTo>
                  <a:pt x="77630" y="0"/>
                </a:lnTo>
                <a:lnTo>
                  <a:pt x="38561" y="15729"/>
                </a:lnTo>
                <a:lnTo>
                  <a:pt x="10148" y="59364"/>
                </a:lnTo>
                <a:lnTo>
                  <a:pt x="0" y="118728"/>
                </a:lnTo>
              </a:path>
            </a:pathLst>
          </a:custGeom>
          <a:noFill/>
          <a:ln w="25400">
            <a:solidFill>
              <a:srgbClr val="1F2937"/>
            </a:solidFill>
            <a:prstDash val="solid"/>
          </a:ln>
        </p:spPr>
      </p:sp>
      <p:sp>
        <p:nvSpPr>
          <p:cNvPr id="34" name="S08-mark284"/>
          <p:cNvSpPr/>
          <p:nvPr/>
        </p:nvSpPr>
        <p:spPr>
          <a:xfrm>
            <a:off x="9850652" y="3336678"/>
            <a:ext cx="301387" cy="200925"/>
          </a:xfrm>
          <a:custGeom>
            <a:avLst/>
            <a:gdLst/>
            <a:ahLst/>
            <a:cxnLst/>
            <a:rect l="l" t="t" r="r" b="b"/>
            <a:pathLst>
              <a:path w="301387" h="200925">
                <a:moveTo>
                  <a:pt x="0" y="0"/>
                </a:moveTo>
                <a:lnTo>
                  <a:pt x="301387" y="0"/>
                </a:lnTo>
                <a:lnTo>
                  <a:pt x="264855" y="200925"/>
                </a:lnTo>
                <a:lnTo>
                  <a:pt x="36532" y="200925"/>
                </a:lnTo>
                <a:close/>
              </a:path>
            </a:pathLst>
          </a:custGeom>
          <a:solidFill>
            <a:srgbClr val="F2C14E"/>
          </a:solidFill>
          <a:ln w="15875">
            <a:solidFill>
              <a:srgbClr val="1F2937"/>
            </a:solidFill>
            <a:prstDash val="solid"/>
          </a:ln>
        </p:spPr>
      </p:sp>
      <p:sp>
        <p:nvSpPr>
          <p:cNvPr id="35" name="S08-mark285"/>
          <p:cNvSpPr/>
          <p:nvPr/>
        </p:nvSpPr>
        <p:spPr>
          <a:xfrm>
            <a:off x="7936286" y="3656331"/>
            <a:ext cx="273988" cy="337919"/>
          </a:xfrm>
          <a:custGeom>
            <a:avLst/>
            <a:gdLst/>
            <a:ahLst/>
            <a:cxnLst/>
            <a:rect l="l" t="t" r="r" b="b"/>
            <a:pathLst>
              <a:path w="273988" h="337919">
                <a:moveTo>
                  <a:pt x="0" y="337919"/>
                </a:moveTo>
                <a:lnTo>
                  <a:pt x="273988" y="337919"/>
                </a:lnTo>
                <a:lnTo>
                  <a:pt x="273988" y="155260"/>
                </a:lnTo>
                <a:lnTo>
                  <a:pt x="136994" y="0"/>
                </a:lnTo>
                <a:lnTo>
                  <a:pt x="0" y="155260"/>
                </a:lnTo>
                <a:close/>
              </a:path>
            </a:pathLst>
          </a:custGeom>
          <a:solidFill>
            <a:srgbClr val="FDEBDD"/>
          </a:solidFill>
          <a:ln w="19050">
            <a:solidFill>
              <a:srgbClr val="1F2937"/>
            </a:solidFill>
            <a:prstDash val="solid"/>
          </a:ln>
        </p:spPr>
      </p:sp>
      <p:sp>
        <p:nvSpPr>
          <p:cNvPr id="36" name="S08-mark286"/>
          <p:cNvSpPr/>
          <p:nvPr/>
        </p:nvSpPr>
        <p:spPr>
          <a:xfrm>
            <a:off x="4785421" y="2581689"/>
            <a:ext cx="334875" cy="334875"/>
          </a:xfrm>
          <a:prstGeom prst="ellipse">
            <a:avLst/>
          </a:prstGeom>
          <a:solidFill>
            <a:srgbClr val="FFFFFF"/>
          </a:solidFill>
          <a:ln w="25400">
            <a:solidFill>
              <a:srgbClr val="1F2937"/>
            </a:solidFill>
            <a:prstDash val="solid"/>
          </a:ln>
        </p:spPr>
      </p:sp>
      <p:sp>
        <p:nvSpPr>
          <p:cNvPr id="37" name="S08-mark287"/>
          <p:cNvSpPr/>
          <p:nvPr/>
        </p:nvSpPr>
        <p:spPr>
          <a:xfrm>
            <a:off x="4881824" y="2678092"/>
            <a:ext cx="142068" cy="142068"/>
          </a:xfrm>
          <a:prstGeom prst="ellipse">
            <a:avLst/>
          </a:prstGeom>
          <a:solidFill>
            <a:srgbClr val="264653"/>
          </a:solidFill>
          <a:ln w="12700">
            <a:solidFill>
              <a:srgbClr val="1F2937"/>
            </a:solidFill>
            <a:prstDash val="solid"/>
          </a:ln>
        </p:spPr>
      </p:sp>
      <p:sp>
        <p:nvSpPr>
          <p:cNvPr id="38" name="S08-mark288"/>
          <p:cNvSpPr/>
          <p:nvPr/>
        </p:nvSpPr>
        <p:spPr>
          <a:xfrm>
            <a:off x="7922587" y="3222517"/>
            <a:ext cx="301387" cy="301387"/>
          </a:xfrm>
          <a:prstGeom prst="ellipse">
            <a:avLst/>
          </a:prstGeom>
          <a:solidFill>
            <a:srgbClr val="FFFFFF"/>
          </a:solidFill>
          <a:ln w="25400">
            <a:solidFill>
              <a:srgbClr val="1F2937"/>
            </a:solidFill>
            <a:prstDash val="solid"/>
          </a:ln>
        </p:spPr>
      </p:sp>
      <p:sp>
        <p:nvSpPr>
          <p:cNvPr id="39" name="S08-mark289"/>
          <p:cNvSpPr/>
          <p:nvPr/>
        </p:nvSpPr>
        <p:spPr>
          <a:xfrm>
            <a:off x="8009350" y="3309280"/>
            <a:ext cx="127861" cy="127861"/>
          </a:xfrm>
          <a:prstGeom prst="ellipse">
            <a:avLst/>
          </a:prstGeom>
          <a:solidFill>
            <a:srgbClr val="264653"/>
          </a:solidFill>
          <a:ln w="12700">
            <a:solidFill>
              <a:srgbClr val="1F2937"/>
            </a:solidFill>
            <a:prstDash val="solid"/>
          </a:ln>
        </p:spPr>
      </p:sp>
      <p:sp>
        <p:nvSpPr>
          <p:cNvPr id="40" name="S08-mark290"/>
          <p:cNvSpPr/>
          <p:nvPr/>
        </p:nvSpPr>
        <p:spPr>
          <a:xfrm flipV="1">
            <a:off x="2811691" y="2566467"/>
            <a:ext cx="0" cy="365318"/>
          </a:xfrm>
          <a:prstGeom prst="line">
            <a:avLst/>
          </a:prstGeom>
          <a:noFill/>
          <a:ln w="28575">
            <a:solidFill>
              <a:srgbClr val="1F2937"/>
            </a:solidFill>
            <a:prstDash val="solid"/>
          </a:ln>
        </p:spPr>
      </p:sp>
      <p:sp>
        <p:nvSpPr>
          <p:cNvPr id="41" name="S08-mark291"/>
          <p:cNvSpPr/>
          <p:nvPr/>
        </p:nvSpPr>
        <p:spPr>
          <a:xfrm flipV="1">
            <a:off x="640080" y="1988047"/>
            <a:ext cx="0" cy="2029543"/>
          </a:xfrm>
          <a:prstGeom prst="line">
            <a:avLst/>
          </a:prstGeom>
          <a:noFill/>
          <a:ln w="9525">
            <a:solidFill>
              <a:srgbClr val="B8C2CC"/>
            </a:solidFill>
            <a:prstDash val="solid"/>
          </a:ln>
        </p:spPr>
      </p:sp>
      <p:sp>
        <p:nvSpPr>
          <p:cNvPr id="42" name="S08-mark292"/>
          <p:cNvSpPr/>
          <p:nvPr/>
        </p:nvSpPr>
        <p:spPr>
          <a:xfrm flipV="1">
            <a:off x="1147466" y="1988047"/>
            <a:ext cx="0" cy="2029543"/>
          </a:xfrm>
          <a:prstGeom prst="line">
            <a:avLst/>
          </a:prstGeom>
          <a:noFill/>
          <a:ln w="9525">
            <a:solidFill>
              <a:srgbClr val="B8C2CC"/>
            </a:solidFill>
            <a:prstDash val="solid"/>
          </a:ln>
        </p:spPr>
      </p:sp>
      <p:sp>
        <p:nvSpPr>
          <p:cNvPr id="43" name="S08-mark293"/>
          <p:cNvSpPr/>
          <p:nvPr/>
        </p:nvSpPr>
        <p:spPr>
          <a:xfrm flipV="1">
            <a:off x="1654851" y="1988047"/>
            <a:ext cx="0" cy="2029543"/>
          </a:xfrm>
          <a:prstGeom prst="line">
            <a:avLst/>
          </a:prstGeom>
          <a:noFill/>
          <a:ln w="9525">
            <a:solidFill>
              <a:srgbClr val="B8C2CC"/>
            </a:solidFill>
            <a:prstDash val="solid"/>
          </a:ln>
        </p:spPr>
      </p:sp>
      <p:sp>
        <p:nvSpPr>
          <p:cNvPr id="44" name="S08-mark294"/>
          <p:cNvSpPr/>
          <p:nvPr/>
        </p:nvSpPr>
        <p:spPr>
          <a:xfrm flipV="1">
            <a:off x="2162237" y="1988047"/>
            <a:ext cx="0" cy="2029543"/>
          </a:xfrm>
          <a:prstGeom prst="line">
            <a:avLst/>
          </a:prstGeom>
          <a:noFill/>
          <a:ln w="9525">
            <a:solidFill>
              <a:srgbClr val="B8C2CC"/>
            </a:solidFill>
            <a:prstDash val="solid"/>
          </a:ln>
        </p:spPr>
      </p:sp>
      <p:sp>
        <p:nvSpPr>
          <p:cNvPr id="45" name="S08-mark295"/>
          <p:cNvSpPr/>
          <p:nvPr/>
        </p:nvSpPr>
        <p:spPr>
          <a:xfrm flipV="1">
            <a:off x="2669623" y="1988047"/>
            <a:ext cx="0" cy="2029543"/>
          </a:xfrm>
          <a:prstGeom prst="line">
            <a:avLst/>
          </a:prstGeom>
          <a:noFill/>
          <a:ln w="9525">
            <a:solidFill>
              <a:srgbClr val="B8C2CC"/>
            </a:solidFill>
            <a:prstDash val="solid"/>
          </a:ln>
        </p:spPr>
      </p:sp>
      <p:sp>
        <p:nvSpPr>
          <p:cNvPr id="46" name="S08-mark296"/>
          <p:cNvSpPr/>
          <p:nvPr/>
        </p:nvSpPr>
        <p:spPr>
          <a:xfrm flipV="1">
            <a:off x="3177008" y="1988047"/>
            <a:ext cx="0" cy="2029543"/>
          </a:xfrm>
          <a:prstGeom prst="line">
            <a:avLst/>
          </a:prstGeom>
          <a:noFill/>
          <a:ln w="9525">
            <a:solidFill>
              <a:srgbClr val="B8C2CC"/>
            </a:solidFill>
            <a:prstDash val="solid"/>
          </a:ln>
        </p:spPr>
      </p:sp>
      <p:sp>
        <p:nvSpPr>
          <p:cNvPr id="47" name="S08-mark297"/>
          <p:cNvSpPr/>
          <p:nvPr/>
        </p:nvSpPr>
        <p:spPr>
          <a:xfrm flipV="1">
            <a:off x="3684394" y="1988047"/>
            <a:ext cx="0" cy="2029543"/>
          </a:xfrm>
          <a:prstGeom prst="line">
            <a:avLst/>
          </a:prstGeom>
          <a:noFill/>
          <a:ln w="9525">
            <a:solidFill>
              <a:srgbClr val="B8C2CC"/>
            </a:solidFill>
            <a:prstDash val="solid"/>
          </a:ln>
        </p:spPr>
      </p:sp>
      <p:sp>
        <p:nvSpPr>
          <p:cNvPr id="48" name="S08-mark298"/>
          <p:cNvSpPr/>
          <p:nvPr/>
        </p:nvSpPr>
        <p:spPr>
          <a:xfrm flipV="1">
            <a:off x="4191780" y="1988047"/>
            <a:ext cx="0" cy="2029543"/>
          </a:xfrm>
          <a:prstGeom prst="line">
            <a:avLst/>
          </a:prstGeom>
          <a:noFill/>
          <a:ln w="9525">
            <a:solidFill>
              <a:srgbClr val="B8C2CC"/>
            </a:solidFill>
            <a:prstDash val="solid"/>
          </a:ln>
        </p:spPr>
      </p:sp>
      <p:sp>
        <p:nvSpPr>
          <p:cNvPr id="49" name="S08-mark299"/>
          <p:cNvSpPr/>
          <p:nvPr/>
        </p:nvSpPr>
        <p:spPr>
          <a:xfrm flipV="1">
            <a:off x="4699165" y="1988047"/>
            <a:ext cx="0" cy="2029543"/>
          </a:xfrm>
          <a:prstGeom prst="line">
            <a:avLst/>
          </a:prstGeom>
          <a:noFill/>
          <a:ln w="9525">
            <a:solidFill>
              <a:srgbClr val="B8C2CC"/>
            </a:solidFill>
            <a:prstDash val="solid"/>
          </a:ln>
        </p:spPr>
      </p:sp>
      <p:sp>
        <p:nvSpPr>
          <p:cNvPr id="50" name="S08-mark300"/>
          <p:cNvSpPr/>
          <p:nvPr/>
        </p:nvSpPr>
        <p:spPr>
          <a:xfrm flipV="1">
            <a:off x="5206551" y="1988047"/>
            <a:ext cx="0" cy="2029543"/>
          </a:xfrm>
          <a:prstGeom prst="line">
            <a:avLst/>
          </a:prstGeom>
          <a:noFill/>
          <a:ln w="9525">
            <a:solidFill>
              <a:srgbClr val="B8C2CC"/>
            </a:solidFill>
            <a:prstDash val="solid"/>
          </a:ln>
        </p:spPr>
      </p:sp>
      <p:sp>
        <p:nvSpPr>
          <p:cNvPr id="51" name="S08-mark301"/>
          <p:cNvSpPr/>
          <p:nvPr/>
        </p:nvSpPr>
        <p:spPr>
          <a:xfrm flipV="1">
            <a:off x="5713937" y="1988047"/>
            <a:ext cx="0" cy="2029543"/>
          </a:xfrm>
          <a:prstGeom prst="line">
            <a:avLst/>
          </a:prstGeom>
          <a:noFill/>
          <a:ln w="9525">
            <a:solidFill>
              <a:srgbClr val="B8C2CC"/>
            </a:solidFill>
            <a:prstDash val="solid"/>
          </a:ln>
        </p:spPr>
      </p:sp>
      <p:sp>
        <p:nvSpPr>
          <p:cNvPr id="52" name="S08-mark302"/>
          <p:cNvSpPr/>
          <p:nvPr/>
        </p:nvSpPr>
        <p:spPr>
          <a:xfrm>
            <a:off x="640080" y="4017590"/>
            <a:ext cx="5073857" cy="0"/>
          </a:xfrm>
          <a:prstGeom prst="line">
            <a:avLst/>
          </a:prstGeom>
          <a:noFill/>
          <a:ln w="9525">
            <a:solidFill>
              <a:srgbClr val="B8C2CC"/>
            </a:solidFill>
            <a:prstDash val="solid"/>
          </a:ln>
        </p:spPr>
      </p:sp>
      <p:sp>
        <p:nvSpPr>
          <p:cNvPr id="53" name="S08-mark303"/>
          <p:cNvSpPr/>
          <p:nvPr/>
        </p:nvSpPr>
        <p:spPr>
          <a:xfrm>
            <a:off x="640080" y="3510204"/>
            <a:ext cx="5073857" cy="0"/>
          </a:xfrm>
          <a:prstGeom prst="line">
            <a:avLst/>
          </a:prstGeom>
          <a:noFill/>
          <a:ln w="9525">
            <a:solidFill>
              <a:srgbClr val="B8C2CC"/>
            </a:solidFill>
            <a:prstDash val="solid"/>
          </a:ln>
        </p:spPr>
      </p:sp>
      <p:sp>
        <p:nvSpPr>
          <p:cNvPr id="54" name="S08-mark304"/>
          <p:cNvSpPr/>
          <p:nvPr/>
        </p:nvSpPr>
        <p:spPr>
          <a:xfrm>
            <a:off x="640080" y="3002819"/>
            <a:ext cx="5073857" cy="0"/>
          </a:xfrm>
          <a:prstGeom prst="line">
            <a:avLst/>
          </a:prstGeom>
          <a:noFill/>
          <a:ln w="9525">
            <a:solidFill>
              <a:srgbClr val="B8C2CC"/>
            </a:solidFill>
            <a:prstDash val="solid"/>
          </a:ln>
        </p:spPr>
      </p:sp>
      <p:sp>
        <p:nvSpPr>
          <p:cNvPr id="55" name="S08-mark305"/>
          <p:cNvSpPr/>
          <p:nvPr/>
        </p:nvSpPr>
        <p:spPr>
          <a:xfrm>
            <a:off x="640080" y="2495433"/>
            <a:ext cx="5073857" cy="0"/>
          </a:xfrm>
          <a:prstGeom prst="line">
            <a:avLst/>
          </a:prstGeom>
          <a:noFill/>
          <a:ln w="9525">
            <a:solidFill>
              <a:srgbClr val="B8C2CC"/>
            </a:solidFill>
            <a:prstDash val="solid"/>
          </a:ln>
        </p:spPr>
      </p:sp>
      <p:sp>
        <p:nvSpPr>
          <p:cNvPr id="56" name="S08-mark306"/>
          <p:cNvSpPr/>
          <p:nvPr/>
        </p:nvSpPr>
        <p:spPr>
          <a:xfrm>
            <a:off x="640080" y="1988047"/>
            <a:ext cx="5073857" cy="0"/>
          </a:xfrm>
          <a:prstGeom prst="line">
            <a:avLst/>
          </a:prstGeom>
          <a:noFill/>
          <a:ln w="9525">
            <a:solidFill>
              <a:srgbClr val="B8C2CC"/>
            </a:solidFill>
            <a:prstDash val="solid"/>
          </a:ln>
        </p:spPr>
      </p:sp>
      <p:sp>
        <p:nvSpPr>
          <p:cNvPr id="57" name="S08-mark307"/>
          <p:cNvSpPr/>
          <p:nvPr/>
        </p:nvSpPr>
        <p:spPr>
          <a:xfrm flipV="1">
            <a:off x="6677970" y="2571541"/>
            <a:ext cx="0" cy="862556"/>
          </a:xfrm>
          <a:prstGeom prst="line">
            <a:avLst/>
          </a:prstGeom>
          <a:noFill/>
          <a:ln w="38100">
            <a:solidFill>
              <a:srgbClr val="1F2937"/>
            </a:solidFill>
            <a:prstDash val="solid"/>
            <a:tailEnd type="triangle"/>
          </a:ln>
        </p:spPr>
      </p:sp>
      <p:sp>
        <p:nvSpPr>
          <p:cNvPr id="58" name="S08-mark308"/>
          <p:cNvSpPr/>
          <p:nvPr/>
        </p:nvSpPr>
        <p:spPr>
          <a:xfrm>
            <a:off x="6246692" y="3002819"/>
            <a:ext cx="862556" cy="0"/>
          </a:xfrm>
          <a:prstGeom prst="line">
            <a:avLst/>
          </a:prstGeom>
          <a:noFill/>
          <a:ln w="25400">
            <a:solidFill>
              <a:srgbClr val="1F2937"/>
            </a:solidFill>
            <a:prstDash val="solid"/>
          </a:ln>
        </p:spPr>
      </p:sp>
      <p:sp>
        <p:nvSpPr>
          <p:cNvPr id="59" name="S08-mark309"/>
          <p:cNvSpPr/>
          <p:nvPr/>
        </p:nvSpPr>
        <p:spPr>
          <a:xfrm flipV="1">
            <a:off x="7972818" y="2295523"/>
            <a:ext cx="0" cy="328786"/>
          </a:xfrm>
          <a:prstGeom prst="line">
            <a:avLst/>
          </a:prstGeom>
          <a:noFill/>
          <a:ln w="28575">
            <a:solidFill>
              <a:srgbClr val="1F2937"/>
            </a:solidFill>
            <a:prstDash val="solid"/>
          </a:ln>
        </p:spPr>
      </p:sp>
      <p:sp>
        <p:nvSpPr>
          <p:cNvPr id="60" name="S08-label311"/>
          <p:cNvSpPr txBox="1"/>
          <p:nvPr/>
        </p:nvSpPr>
        <p:spPr>
          <a:xfrm>
            <a:off x="6473754" y="2152717"/>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6473754" y="34719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133355" y="281231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5814152" y="281231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267238" y="188634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556898" y="226941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484964" y="226941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556898" y="27260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35612" y="272606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258194" y="3182710"/>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484964" y="3182710"/>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706250" y="363935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6" name="S09-mark337"/>
          <p:cNvSpPr/>
          <p:nvPr/>
        </p:nvSpPr>
        <p:spPr>
          <a:xfrm>
            <a:off x="1147466"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7" name="S09-mark338"/>
          <p:cNvSpPr/>
          <p:nvPr/>
        </p:nvSpPr>
        <p:spPr>
          <a:xfrm>
            <a:off x="1654851"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8" name="S09-mark339"/>
          <p:cNvSpPr/>
          <p:nvPr/>
        </p:nvSpPr>
        <p:spPr>
          <a:xfrm>
            <a:off x="2162237"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9" name="S09-mark340"/>
          <p:cNvSpPr/>
          <p:nvPr/>
        </p:nvSpPr>
        <p:spPr>
          <a:xfrm>
            <a:off x="2669623"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0" name="S09-mark341"/>
          <p:cNvSpPr/>
          <p:nvPr/>
        </p:nvSpPr>
        <p:spPr>
          <a:xfrm>
            <a:off x="3177008"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1" name="S09-mark342"/>
          <p:cNvSpPr/>
          <p:nvPr/>
        </p:nvSpPr>
        <p:spPr>
          <a:xfrm>
            <a:off x="3684394"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2" name="S09-mark343"/>
          <p:cNvSpPr/>
          <p:nvPr/>
        </p:nvSpPr>
        <p:spPr>
          <a:xfrm>
            <a:off x="4191780"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3" name="S09-mark344"/>
          <p:cNvSpPr/>
          <p:nvPr/>
        </p:nvSpPr>
        <p:spPr>
          <a:xfrm>
            <a:off x="4699165"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4" name="S09-mark345"/>
          <p:cNvSpPr/>
          <p:nvPr/>
        </p:nvSpPr>
        <p:spPr>
          <a:xfrm>
            <a:off x="5206551" y="2770409"/>
            <a:ext cx="507386" cy="507386"/>
          </a:xfrm>
          <a:custGeom>
            <a:avLst/>
            <a:gdLst/>
            <a:ahLst/>
            <a:cxnLst/>
            <a:rect l="l" t="t" r="r" b="b"/>
            <a:pathLst>
              <a:path w="507386" h="507386">
                <a:moveTo>
                  <a:pt x="0" y="507386"/>
                </a:moveTo>
                <a:lnTo>
                  <a:pt x="507386" y="507386"/>
                </a:lnTo>
                <a:lnTo>
                  <a:pt x="507386" y="0"/>
                </a:lnTo>
                <a:lnTo>
                  <a:pt x="0" y="0"/>
                </a:lnTo>
                <a:close/>
              </a:path>
            </a:pathLst>
          </a:custGeom>
          <a:solidFill>
            <a:srgbClr val="E5E7EB"/>
          </a:solidFill>
          <a:ln/>
        </p:spPr>
      </p:sp>
      <p:sp>
        <p:nvSpPr>
          <p:cNvPr id="15" name="S09-mark346"/>
          <p:cNvSpPr/>
          <p:nvPr/>
        </p:nvSpPr>
        <p:spPr>
          <a:xfrm>
            <a:off x="1218500" y="2354352"/>
            <a:ext cx="182659" cy="314579"/>
          </a:xfrm>
          <a:custGeom>
            <a:avLst/>
            <a:gdLst/>
            <a:ahLst/>
            <a:cxnLst/>
            <a:rect l="l" t="t" r="r" b="b"/>
            <a:pathLst>
              <a:path w="182659" h="314579">
                <a:moveTo>
                  <a:pt x="0" y="273988"/>
                </a:moveTo>
                <a:lnTo>
                  <a:pt x="182659" y="314579"/>
                </a:lnTo>
                <a:lnTo>
                  <a:pt x="182659" y="40591"/>
                </a:lnTo>
                <a:lnTo>
                  <a:pt x="0" y="0"/>
                </a:lnTo>
                <a:close/>
              </a:path>
            </a:pathLst>
          </a:custGeom>
          <a:solidFill>
            <a:srgbClr val="3D5A80"/>
          </a:solidFill>
          <a:ln w="15875">
            <a:solidFill>
              <a:srgbClr val="1F2937"/>
            </a:solidFill>
            <a:prstDash val="solid"/>
          </a:ln>
        </p:spPr>
      </p:sp>
      <p:sp>
        <p:nvSpPr>
          <p:cNvPr id="16" name="S09-mark347"/>
          <p:cNvSpPr/>
          <p:nvPr/>
        </p:nvSpPr>
        <p:spPr>
          <a:xfrm>
            <a:off x="1401159" y="2354352"/>
            <a:ext cx="182659" cy="314579"/>
          </a:xfrm>
          <a:custGeom>
            <a:avLst/>
            <a:gdLst/>
            <a:ahLst/>
            <a:cxnLst/>
            <a:rect l="l" t="t" r="r" b="b"/>
            <a:pathLst>
              <a:path w="182659" h="314579">
                <a:moveTo>
                  <a:pt x="182659" y="273988"/>
                </a:moveTo>
                <a:lnTo>
                  <a:pt x="0" y="314579"/>
                </a:lnTo>
                <a:lnTo>
                  <a:pt x="0" y="40591"/>
                </a:lnTo>
                <a:lnTo>
                  <a:pt x="182659" y="0"/>
                </a:lnTo>
                <a:close/>
              </a:path>
            </a:pathLst>
          </a:custGeom>
          <a:solidFill>
            <a:srgbClr val="3D5A80"/>
          </a:solidFill>
          <a:ln w="15875">
            <a:solidFill>
              <a:srgbClr val="1F2937"/>
            </a:solidFill>
            <a:prstDash val="solid"/>
          </a:ln>
        </p:spPr>
      </p:sp>
      <p:sp>
        <p:nvSpPr>
          <p:cNvPr id="17" name="S09-mark348"/>
          <p:cNvSpPr/>
          <p:nvPr/>
        </p:nvSpPr>
        <p:spPr>
          <a:xfrm>
            <a:off x="2811691" y="2334057"/>
            <a:ext cx="273988" cy="162363"/>
          </a:xfrm>
          <a:custGeom>
            <a:avLst/>
            <a:gdLst/>
            <a:ahLst/>
            <a:cxnLst/>
            <a:rect l="l" t="t" r="r" b="b"/>
            <a:pathLst>
              <a:path w="273988" h="162363">
                <a:moveTo>
                  <a:pt x="0" y="0"/>
                </a:moveTo>
                <a:lnTo>
                  <a:pt x="273988" y="81182"/>
                </a:lnTo>
                <a:lnTo>
                  <a:pt x="0" y="162363"/>
                </a:lnTo>
                <a:close/>
              </a:path>
            </a:pathLst>
          </a:custGeom>
          <a:solidFill>
            <a:srgbClr val="E9762B"/>
          </a:solidFill>
          <a:ln w="15875">
            <a:solidFill>
              <a:srgbClr val="1F2937"/>
            </a:solidFill>
            <a:prstDash val="solid"/>
          </a:ln>
        </p:spPr>
      </p:sp>
      <p:sp>
        <p:nvSpPr>
          <p:cNvPr id="18" name="S09-mark349"/>
          <p:cNvSpPr/>
          <p:nvPr/>
        </p:nvSpPr>
        <p:spPr>
          <a:xfrm>
            <a:off x="2887799" y="2070216"/>
            <a:ext cx="71034" cy="131920"/>
          </a:xfrm>
          <a:custGeom>
            <a:avLst/>
            <a:gdLst/>
            <a:ahLst/>
            <a:cxnLst/>
            <a:rect l="l" t="t" r="r" b="b"/>
            <a:pathLst>
              <a:path w="71034" h="131920">
                <a:moveTo>
                  <a:pt x="0" y="131920"/>
                </a:moveTo>
                <a:lnTo>
                  <a:pt x="71034" y="131920"/>
                </a:lnTo>
                <a:lnTo>
                  <a:pt x="71034" y="0"/>
                </a:lnTo>
                <a:lnTo>
                  <a:pt x="0" y="0"/>
                </a:lnTo>
                <a:close/>
              </a:path>
            </a:pathLst>
          </a:custGeom>
          <a:solidFill>
            <a:srgbClr val="8B5A2B"/>
          </a:solidFill>
          <a:ln w="12700">
            <a:solidFill>
              <a:srgbClr val="1F2937"/>
            </a:solidFill>
            <a:prstDash val="solid"/>
          </a:ln>
        </p:spPr>
      </p:sp>
      <p:sp>
        <p:nvSpPr>
          <p:cNvPr id="19" name="S09-mark350"/>
          <p:cNvSpPr/>
          <p:nvPr/>
        </p:nvSpPr>
        <p:spPr>
          <a:xfrm>
            <a:off x="2760952" y="1806376"/>
            <a:ext cx="324727" cy="263841"/>
          </a:xfrm>
          <a:custGeom>
            <a:avLst/>
            <a:gdLst/>
            <a:ahLst/>
            <a:cxnLst/>
            <a:rect l="l" t="t" r="r" b="b"/>
            <a:pathLst>
              <a:path w="324727" h="263841">
                <a:moveTo>
                  <a:pt x="0" y="263841"/>
                </a:moveTo>
                <a:lnTo>
                  <a:pt x="324727" y="263841"/>
                </a:lnTo>
                <a:lnTo>
                  <a:pt x="162363" y="0"/>
                </a:lnTo>
                <a:close/>
              </a:path>
            </a:pathLst>
          </a:custGeom>
          <a:solidFill>
            <a:srgbClr val="2A9D8F"/>
          </a:solidFill>
          <a:ln w="15875">
            <a:solidFill>
              <a:srgbClr val="1F2937"/>
            </a:solidFill>
            <a:prstDash val="solid"/>
          </a:ln>
        </p:spPr>
      </p:sp>
      <p:sp>
        <p:nvSpPr>
          <p:cNvPr id="20" name="S09-mark351"/>
          <p:cNvSpPr/>
          <p:nvPr/>
        </p:nvSpPr>
        <p:spPr>
          <a:xfrm>
            <a:off x="2329674" y="3358976"/>
            <a:ext cx="172511" cy="131920"/>
          </a:xfrm>
          <a:custGeom>
            <a:avLst/>
            <a:gdLst/>
            <a:ahLst/>
            <a:cxnLst/>
            <a:rect l="l" t="t" r="r" b="b"/>
            <a:pathLst>
              <a:path w="172511" h="131920">
                <a:moveTo>
                  <a:pt x="172511" y="131920"/>
                </a:moveTo>
                <a:lnTo>
                  <a:pt x="160841" y="65960"/>
                </a:lnTo>
                <a:lnTo>
                  <a:pt x="129383" y="17758"/>
                </a:lnTo>
                <a:lnTo>
                  <a:pt x="86256" y="0"/>
                </a:lnTo>
                <a:lnTo>
                  <a:pt x="43128" y="17758"/>
                </a:lnTo>
                <a:lnTo>
                  <a:pt x="11670" y="65960"/>
                </a:lnTo>
                <a:lnTo>
                  <a:pt x="0" y="131920"/>
                </a:lnTo>
              </a:path>
            </a:pathLst>
          </a:custGeom>
          <a:noFill/>
          <a:ln w="25400">
            <a:solidFill>
              <a:srgbClr val="1F2937"/>
            </a:solidFill>
            <a:prstDash val="solid"/>
          </a:ln>
        </p:spPr>
      </p:sp>
      <p:sp>
        <p:nvSpPr>
          <p:cNvPr id="21" name="S09-mark352"/>
          <p:cNvSpPr/>
          <p:nvPr/>
        </p:nvSpPr>
        <p:spPr>
          <a:xfrm>
            <a:off x="2248493" y="3490896"/>
            <a:ext cx="334875" cy="223250"/>
          </a:xfrm>
          <a:custGeom>
            <a:avLst/>
            <a:gdLst/>
            <a:ahLst/>
            <a:cxnLst/>
            <a:rect l="l" t="t" r="r" b="b"/>
            <a:pathLst>
              <a:path w="334875" h="223250">
                <a:moveTo>
                  <a:pt x="0" y="0"/>
                </a:moveTo>
                <a:lnTo>
                  <a:pt x="334875" y="0"/>
                </a:lnTo>
                <a:lnTo>
                  <a:pt x="294284" y="223250"/>
                </a:lnTo>
                <a:lnTo>
                  <a:pt x="40591" y="223250"/>
                </a:lnTo>
                <a:close/>
              </a:path>
            </a:pathLst>
          </a:custGeom>
          <a:solidFill>
            <a:srgbClr val="F2C14E"/>
          </a:solidFill>
          <a:ln w="15875">
            <a:solidFill>
              <a:srgbClr val="1F2937"/>
            </a:solidFill>
            <a:prstDash val="solid"/>
          </a:ln>
        </p:spPr>
      </p:sp>
      <p:sp>
        <p:nvSpPr>
          <p:cNvPr id="22" name="S09-mark353"/>
          <p:cNvSpPr/>
          <p:nvPr/>
        </p:nvSpPr>
        <p:spPr>
          <a:xfrm>
            <a:off x="2771100" y="3338681"/>
            <a:ext cx="304431" cy="375465"/>
          </a:xfrm>
          <a:custGeom>
            <a:avLst/>
            <a:gdLst/>
            <a:ahLst/>
            <a:cxnLst/>
            <a:rect l="l" t="t" r="r" b="b"/>
            <a:pathLst>
              <a:path w="304431" h="375465">
                <a:moveTo>
                  <a:pt x="0" y="375465"/>
                </a:moveTo>
                <a:lnTo>
                  <a:pt x="304431" y="375465"/>
                </a:lnTo>
                <a:lnTo>
                  <a:pt x="304431" y="172511"/>
                </a:lnTo>
                <a:lnTo>
                  <a:pt x="152216" y="0"/>
                </a:lnTo>
                <a:lnTo>
                  <a:pt x="0" y="172511"/>
                </a:lnTo>
                <a:close/>
              </a:path>
            </a:pathLst>
          </a:custGeom>
          <a:solidFill>
            <a:srgbClr val="FDEBDD"/>
          </a:solidFill>
          <a:ln w="19050">
            <a:solidFill>
              <a:srgbClr val="1F2937"/>
            </a:solidFill>
            <a:prstDash val="solid"/>
          </a:ln>
        </p:spPr>
      </p:sp>
      <p:sp>
        <p:nvSpPr>
          <p:cNvPr id="23" name="S09-mark354"/>
          <p:cNvSpPr/>
          <p:nvPr/>
        </p:nvSpPr>
        <p:spPr>
          <a:xfrm>
            <a:off x="4785421" y="3364050"/>
            <a:ext cx="334875" cy="334875"/>
          </a:xfrm>
          <a:custGeom>
            <a:avLst/>
            <a:gdLst/>
            <a:ahLst/>
            <a:cxnLst/>
            <a:rect l="l" t="t" r="r" b="b"/>
            <a:pathLst>
              <a:path w="334875" h="334875">
                <a:moveTo>
                  <a:pt x="116699" y="334875"/>
                </a:moveTo>
                <a:lnTo>
                  <a:pt x="218176" y="334875"/>
                </a:lnTo>
                <a:lnTo>
                  <a:pt x="218176" y="218176"/>
                </a:lnTo>
                <a:lnTo>
                  <a:pt x="334875" y="218176"/>
                </a:lnTo>
                <a:lnTo>
                  <a:pt x="334875" y="116699"/>
                </a:lnTo>
                <a:lnTo>
                  <a:pt x="218176" y="116699"/>
                </a:lnTo>
                <a:lnTo>
                  <a:pt x="218176" y="0"/>
                </a:lnTo>
                <a:lnTo>
                  <a:pt x="116699" y="0"/>
                </a:lnTo>
                <a:lnTo>
                  <a:pt x="116699" y="116699"/>
                </a:lnTo>
                <a:lnTo>
                  <a:pt x="0" y="116699"/>
                </a:lnTo>
                <a:lnTo>
                  <a:pt x="0" y="218176"/>
                </a:lnTo>
                <a:lnTo>
                  <a:pt x="116699" y="218176"/>
                </a:lnTo>
                <a:close/>
              </a:path>
            </a:pathLst>
          </a:custGeom>
          <a:solidFill>
            <a:srgbClr val="C8434E"/>
          </a:solidFill>
          <a:ln w="12700">
            <a:solidFill>
              <a:srgbClr val="1F2937"/>
            </a:solidFill>
            <a:prstDash val="solid"/>
          </a:ln>
        </p:spPr>
      </p:sp>
      <p:sp>
        <p:nvSpPr>
          <p:cNvPr id="24" name="S09-mark355"/>
          <p:cNvSpPr/>
          <p:nvPr/>
        </p:nvSpPr>
        <p:spPr>
          <a:xfrm>
            <a:off x="640080" y="1755637"/>
            <a:ext cx="5073857" cy="2029543"/>
          </a:xfrm>
          <a:custGeom>
            <a:avLst/>
            <a:gdLst/>
            <a:ahLst/>
            <a:cxnLst/>
            <a:rect l="l" t="t" r="r" b="b"/>
            <a:pathLst>
              <a:path w="5073857" h="2029543">
                <a:moveTo>
                  <a:pt x="0" y="2029543"/>
                </a:moveTo>
                <a:lnTo>
                  <a:pt x="5073857" y="2029543"/>
                </a:lnTo>
                <a:lnTo>
                  <a:pt x="5073857" y="0"/>
                </a:lnTo>
                <a:lnTo>
                  <a:pt x="0" y="0"/>
                </a:lnTo>
                <a:close/>
              </a:path>
            </a:pathLst>
          </a:custGeom>
          <a:noFill/>
          <a:ln w="19050">
            <a:solidFill>
              <a:srgbClr val="1F2937"/>
            </a:solidFill>
            <a:prstDash val="solid"/>
          </a:ln>
        </p:spPr>
      </p:sp>
      <p:sp>
        <p:nvSpPr>
          <p:cNvPr id="25" name="S09-mark356"/>
          <p:cNvSpPr/>
          <p:nvPr/>
        </p:nvSpPr>
        <p:spPr>
          <a:xfrm>
            <a:off x="7692741" y="1654160"/>
            <a:ext cx="3856131" cy="2283236"/>
          </a:xfrm>
          <a:custGeom>
            <a:avLst/>
            <a:gdLst/>
            <a:ahLst/>
            <a:cxnLst/>
            <a:rect l="l" t="t" r="r" b="b"/>
            <a:pathLst>
              <a:path w="3856131" h="2283236">
                <a:moveTo>
                  <a:pt x="0" y="2283236"/>
                </a:moveTo>
                <a:lnTo>
                  <a:pt x="3856131" y="2283236"/>
                </a:lnTo>
                <a:lnTo>
                  <a:pt x="3856131" y="0"/>
                </a:lnTo>
                <a:lnTo>
                  <a:pt x="0" y="0"/>
                </a:lnTo>
                <a:close/>
              </a:path>
            </a:pathLst>
          </a:custGeom>
          <a:solidFill>
            <a:srgbClr val="FFFFFF"/>
          </a:solidFill>
          <a:ln w="15875">
            <a:solidFill>
              <a:srgbClr val="1F2937"/>
            </a:solidFill>
            <a:prstDash val="solid"/>
          </a:ln>
        </p:spPr>
      </p:sp>
      <p:sp>
        <p:nvSpPr>
          <p:cNvPr id="26" name="S09-mark357"/>
          <p:cNvSpPr/>
          <p:nvPr/>
        </p:nvSpPr>
        <p:spPr>
          <a:xfrm>
            <a:off x="7692741" y="1654160"/>
            <a:ext cx="3856131" cy="380539"/>
          </a:xfrm>
          <a:custGeom>
            <a:avLst/>
            <a:gdLst/>
            <a:ahLst/>
            <a:cxnLst/>
            <a:rect l="l" t="t" r="r" b="b"/>
            <a:pathLst>
              <a:path w="3856131" h="380539">
                <a:moveTo>
                  <a:pt x="0" y="380539"/>
                </a:moveTo>
                <a:lnTo>
                  <a:pt x="3856131" y="380539"/>
                </a:lnTo>
                <a:lnTo>
                  <a:pt x="3856131" y="0"/>
                </a:lnTo>
                <a:lnTo>
                  <a:pt x="0" y="0"/>
                </a:lnTo>
                <a:close/>
              </a:path>
            </a:pathLst>
          </a:custGeom>
          <a:solidFill>
            <a:srgbClr val="EAF3F1"/>
          </a:solidFill>
          <a:ln w="15875">
            <a:solidFill>
              <a:srgbClr val="1F2937"/>
            </a:solidFill>
            <a:prstDash val="solid"/>
          </a:ln>
        </p:spPr>
      </p:sp>
      <p:sp>
        <p:nvSpPr>
          <p:cNvPr id="27" name="S09-mark358"/>
          <p:cNvSpPr/>
          <p:nvPr/>
        </p:nvSpPr>
        <p:spPr>
          <a:xfrm>
            <a:off x="7972818" y="2063113"/>
            <a:ext cx="246589" cy="146127"/>
          </a:xfrm>
          <a:custGeom>
            <a:avLst/>
            <a:gdLst/>
            <a:ahLst/>
            <a:cxnLst/>
            <a:rect l="l" t="t" r="r" b="b"/>
            <a:pathLst>
              <a:path w="246589" h="146127">
                <a:moveTo>
                  <a:pt x="0" y="0"/>
                </a:moveTo>
                <a:lnTo>
                  <a:pt x="246589" y="73064"/>
                </a:lnTo>
                <a:lnTo>
                  <a:pt x="0" y="146127"/>
                </a:lnTo>
                <a:close/>
              </a:path>
            </a:pathLst>
          </a:custGeom>
          <a:solidFill>
            <a:srgbClr val="E9762B"/>
          </a:solidFill>
          <a:ln w="15875">
            <a:solidFill>
              <a:srgbClr val="1F2937"/>
            </a:solidFill>
            <a:prstDash val="solid"/>
          </a:ln>
        </p:spPr>
      </p:sp>
      <p:sp>
        <p:nvSpPr>
          <p:cNvPr id="28" name="S09-mark359"/>
          <p:cNvSpPr/>
          <p:nvPr/>
        </p:nvSpPr>
        <p:spPr>
          <a:xfrm>
            <a:off x="9850652" y="2076812"/>
            <a:ext cx="301387" cy="301387"/>
          </a:xfrm>
          <a:custGeom>
            <a:avLst/>
            <a:gdLst/>
            <a:ahLst/>
            <a:cxnLst/>
            <a:rect l="l" t="t" r="r" b="b"/>
            <a:pathLst>
              <a:path w="301387" h="301387">
                <a:moveTo>
                  <a:pt x="105029" y="301387"/>
                </a:moveTo>
                <a:lnTo>
                  <a:pt x="196358" y="301387"/>
                </a:lnTo>
                <a:lnTo>
                  <a:pt x="196358" y="196358"/>
                </a:lnTo>
                <a:lnTo>
                  <a:pt x="301387" y="196358"/>
                </a:lnTo>
                <a:lnTo>
                  <a:pt x="301387" y="105029"/>
                </a:lnTo>
                <a:lnTo>
                  <a:pt x="196358" y="105029"/>
                </a:lnTo>
                <a:lnTo>
                  <a:pt x="196358" y="0"/>
                </a:lnTo>
                <a:lnTo>
                  <a:pt x="105029" y="0"/>
                </a:lnTo>
                <a:lnTo>
                  <a:pt x="105029" y="105029"/>
                </a:lnTo>
                <a:lnTo>
                  <a:pt x="0" y="105029"/>
                </a:lnTo>
                <a:lnTo>
                  <a:pt x="0" y="196358"/>
                </a:lnTo>
                <a:lnTo>
                  <a:pt x="105029" y="196358"/>
                </a:lnTo>
                <a:close/>
              </a:path>
            </a:pathLst>
          </a:custGeom>
          <a:solidFill>
            <a:srgbClr val="C8434E"/>
          </a:solidFill>
          <a:ln w="12700">
            <a:solidFill>
              <a:srgbClr val="1F2937"/>
            </a:solidFill>
            <a:prstDash val="solid"/>
          </a:ln>
        </p:spPr>
      </p:sp>
      <p:sp>
        <p:nvSpPr>
          <p:cNvPr id="29" name="S09-mark360"/>
          <p:cNvSpPr/>
          <p:nvPr/>
        </p:nvSpPr>
        <p:spPr>
          <a:xfrm>
            <a:off x="8041315" y="2738951"/>
            <a:ext cx="63931" cy="118728"/>
          </a:xfrm>
          <a:custGeom>
            <a:avLst/>
            <a:gdLst/>
            <a:ahLst/>
            <a:cxnLst/>
            <a:rect l="l" t="t" r="r" b="b"/>
            <a:pathLst>
              <a:path w="63931" h="118728">
                <a:moveTo>
                  <a:pt x="0" y="118728"/>
                </a:moveTo>
                <a:lnTo>
                  <a:pt x="63931" y="118728"/>
                </a:lnTo>
                <a:lnTo>
                  <a:pt x="63931" y="0"/>
                </a:lnTo>
                <a:lnTo>
                  <a:pt x="0" y="0"/>
                </a:lnTo>
                <a:close/>
              </a:path>
            </a:pathLst>
          </a:custGeom>
          <a:solidFill>
            <a:srgbClr val="8B5A2B"/>
          </a:solidFill>
          <a:ln w="12700">
            <a:solidFill>
              <a:srgbClr val="1F2937"/>
            </a:solidFill>
            <a:prstDash val="solid"/>
          </a:ln>
        </p:spPr>
      </p:sp>
      <p:sp>
        <p:nvSpPr>
          <p:cNvPr id="30" name="S09-mark361"/>
          <p:cNvSpPr/>
          <p:nvPr/>
        </p:nvSpPr>
        <p:spPr>
          <a:xfrm>
            <a:off x="7927153" y="2501494"/>
            <a:ext cx="292254" cy="237456"/>
          </a:xfrm>
          <a:custGeom>
            <a:avLst/>
            <a:gdLst/>
            <a:ahLst/>
            <a:cxnLst/>
            <a:rect l="l" t="t" r="r" b="b"/>
            <a:pathLst>
              <a:path w="292254" h="237456">
                <a:moveTo>
                  <a:pt x="0" y="237456"/>
                </a:moveTo>
                <a:lnTo>
                  <a:pt x="292254" y="237456"/>
                </a:lnTo>
                <a:lnTo>
                  <a:pt x="146127" y="0"/>
                </a:lnTo>
                <a:close/>
              </a:path>
            </a:pathLst>
          </a:custGeom>
          <a:solidFill>
            <a:srgbClr val="2A9D8F"/>
          </a:solidFill>
          <a:ln w="15875">
            <a:solidFill>
              <a:srgbClr val="1F2937"/>
            </a:solidFill>
            <a:prstDash val="solid"/>
          </a:ln>
        </p:spPr>
      </p:sp>
      <p:sp>
        <p:nvSpPr>
          <p:cNvPr id="31" name="S09-mark362"/>
          <p:cNvSpPr/>
          <p:nvPr/>
        </p:nvSpPr>
        <p:spPr>
          <a:xfrm>
            <a:off x="9836953" y="2538026"/>
            <a:ext cx="164393" cy="283121"/>
          </a:xfrm>
          <a:custGeom>
            <a:avLst/>
            <a:gdLst/>
            <a:ahLst/>
            <a:cxnLst/>
            <a:rect l="l" t="t" r="r" b="b"/>
            <a:pathLst>
              <a:path w="164393" h="283121">
                <a:moveTo>
                  <a:pt x="0" y="246589"/>
                </a:moveTo>
                <a:lnTo>
                  <a:pt x="164393" y="283121"/>
                </a:lnTo>
                <a:lnTo>
                  <a:pt x="164393" y="36532"/>
                </a:lnTo>
                <a:lnTo>
                  <a:pt x="0" y="0"/>
                </a:lnTo>
                <a:close/>
              </a:path>
            </a:pathLst>
          </a:custGeom>
          <a:solidFill>
            <a:srgbClr val="3D5A80"/>
          </a:solidFill>
          <a:ln w="15875">
            <a:solidFill>
              <a:srgbClr val="1F2937"/>
            </a:solidFill>
            <a:prstDash val="solid"/>
          </a:ln>
        </p:spPr>
      </p:sp>
      <p:sp>
        <p:nvSpPr>
          <p:cNvPr id="32" name="S09-mark363"/>
          <p:cNvSpPr/>
          <p:nvPr/>
        </p:nvSpPr>
        <p:spPr>
          <a:xfrm>
            <a:off x="10001346" y="2538026"/>
            <a:ext cx="164393" cy="283121"/>
          </a:xfrm>
          <a:custGeom>
            <a:avLst/>
            <a:gdLst/>
            <a:ahLst/>
            <a:cxnLst/>
            <a:rect l="l" t="t" r="r" b="b"/>
            <a:pathLst>
              <a:path w="164393" h="283121">
                <a:moveTo>
                  <a:pt x="164393" y="246589"/>
                </a:moveTo>
                <a:lnTo>
                  <a:pt x="0" y="283121"/>
                </a:lnTo>
                <a:lnTo>
                  <a:pt x="0" y="36532"/>
                </a:lnTo>
                <a:lnTo>
                  <a:pt x="164393" y="0"/>
                </a:lnTo>
                <a:close/>
              </a:path>
            </a:pathLst>
          </a:custGeom>
          <a:solidFill>
            <a:srgbClr val="3D5A80"/>
          </a:solidFill>
          <a:ln w="15875">
            <a:solidFill>
              <a:srgbClr val="1F2937"/>
            </a:solidFill>
            <a:prstDash val="solid"/>
          </a:ln>
        </p:spPr>
      </p:sp>
      <p:sp>
        <p:nvSpPr>
          <p:cNvPr id="33" name="S09-mark364"/>
          <p:cNvSpPr/>
          <p:nvPr/>
        </p:nvSpPr>
        <p:spPr>
          <a:xfrm>
            <a:off x="9923716" y="2985540"/>
            <a:ext cx="155260" cy="118728"/>
          </a:xfrm>
          <a:custGeom>
            <a:avLst/>
            <a:gdLst/>
            <a:ahLst/>
            <a:cxnLst/>
            <a:rect l="l" t="t" r="r" b="b"/>
            <a:pathLst>
              <a:path w="155260" h="118728">
                <a:moveTo>
                  <a:pt x="155260" y="118728"/>
                </a:moveTo>
                <a:lnTo>
                  <a:pt x="145112" y="59364"/>
                </a:lnTo>
                <a:lnTo>
                  <a:pt x="116191" y="15729"/>
                </a:lnTo>
                <a:lnTo>
                  <a:pt x="77630" y="0"/>
                </a:lnTo>
                <a:lnTo>
                  <a:pt x="38561" y="15729"/>
                </a:lnTo>
                <a:lnTo>
                  <a:pt x="10148" y="59364"/>
                </a:lnTo>
                <a:lnTo>
                  <a:pt x="0" y="118728"/>
                </a:lnTo>
              </a:path>
            </a:pathLst>
          </a:custGeom>
          <a:noFill/>
          <a:ln w="25400">
            <a:solidFill>
              <a:srgbClr val="1F2937"/>
            </a:solidFill>
            <a:prstDash val="solid"/>
          </a:ln>
        </p:spPr>
      </p:sp>
      <p:sp>
        <p:nvSpPr>
          <p:cNvPr id="34" name="S09-mark365"/>
          <p:cNvSpPr/>
          <p:nvPr/>
        </p:nvSpPr>
        <p:spPr>
          <a:xfrm>
            <a:off x="9850652" y="3104268"/>
            <a:ext cx="301387" cy="200925"/>
          </a:xfrm>
          <a:custGeom>
            <a:avLst/>
            <a:gdLst/>
            <a:ahLst/>
            <a:cxnLst/>
            <a:rect l="l" t="t" r="r" b="b"/>
            <a:pathLst>
              <a:path w="301387" h="200925">
                <a:moveTo>
                  <a:pt x="0" y="0"/>
                </a:moveTo>
                <a:lnTo>
                  <a:pt x="301387" y="0"/>
                </a:lnTo>
                <a:lnTo>
                  <a:pt x="264855" y="200925"/>
                </a:lnTo>
                <a:lnTo>
                  <a:pt x="36532" y="200925"/>
                </a:lnTo>
                <a:close/>
              </a:path>
            </a:pathLst>
          </a:custGeom>
          <a:solidFill>
            <a:srgbClr val="F2C14E"/>
          </a:solidFill>
          <a:ln w="15875">
            <a:solidFill>
              <a:srgbClr val="1F2937"/>
            </a:solidFill>
            <a:prstDash val="solid"/>
          </a:ln>
        </p:spPr>
      </p:sp>
      <p:sp>
        <p:nvSpPr>
          <p:cNvPr id="35" name="S09-mark366"/>
          <p:cNvSpPr/>
          <p:nvPr/>
        </p:nvSpPr>
        <p:spPr>
          <a:xfrm>
            <a:off x="7936286" y="3423921"/>
            <a:ext cx="273988" cy="337919"/>
          </a:xfrm>
          <a:custGeom>
            <a:avLst/>
            <a:gdLst/>
            <a:ahLst/>
            <a:cxnLst/>
            <a:rect l="l" t="t" r="r" b="b"/>
            <a:pathLst>
              <a:path w="273988" h="337919">
                <a:moveTo>
                  <a:pt x="0" y="337919"/>
                </a:moveTo>
                <a:lnTo>
                  <a:pt x="273988" y="337919"/>
                </a:lnTo>
                <a:lnTo>
                  <a:pt x="273988" y="155260"/>
                </a:lnTo>
                <a:lnTo>
                  <a:pt x="136994" y="0"/>
                </a:lnTo>
                <a:lnTo>
                  <a:pt x="0" y="155260"/>
                </a:lnTo>
                <a:close/>
              </a:path>
            </a:pathLst>
          </a:custGeom>
          <a:solidFill>
            <a:srgbClr val="FDEBDD"/>
          </a:solidFill>
          <a:ln w="19050">
            <a:solidFill>
              <a:srgbClr val="1F2937"/>
            </a:solidFill>
            <a:prstDash val="solid"/>
          </a:ln>
        </p:spPr>
      </p:sp>
      <p:sp>
        <p:nvSpPr>
          <p:cNvPr id="36" name="S09-mark367"/>
          <p:cNvSpPr/>
          <p:nvPr/>
        </p:nvSpPr>
        <p:spPr>
          <a:xfrm>
            <a:off x="4785421" y="2349279"/>
            <a:ext cx="334875" cy="334875"/>
          </a:xfrm>
          <a:prstGeom prst="ellipse">
            <a:avLst/>
          </a:prstGeom>
          <a:solidFill>
            <a:srgbClr val="FFFFFF"/>
          </a:solidFill>
          <a:ln w="25400">
            <a:solidFill>
              <a:srgbClr val="1F2937"/>
            </a:solidFill>
            <a:prstDash val="solid"/>
          </a:ln>
        </p:spPr>
      </p:sp>
      <p:sp>
        <p:nvSpPr>
          <p:cNvPr id="37" name="S09-mark368"/>
          <p:cNvSpPr/>
          <p:nvPr/>
        </p:nvSpPr>
        <p:spPr>
          <a:xfrm>
            <a:off x="4881824" y="2445682"/>
            <a:ext cx="142068" cy="142068"/>
          </a:xfrm>
          <a:prstGeom prst="ellipse">
            <a:avLst/>
          </a:prstGeom>
          <a:solidFill>
            <a:srgbClr val="264653"/>
          </a:solidFill>
          <a:ln w="12700">
            <a:solidFill>
              <a:srgbClr val="1F2937"/>
            </a:solidFill>
            <a:prstDash val="solid"/>
          </a:ln>
        </p:spPr>
      </p:sp>
      <p:sp>
        <p:nvSpPr>
          <p:cNvPr id="38" name="S09-mark369"/>
          <p:cNvSpPr/>
          <p:nvPr/>
        </p:nvSpPr>
        <p:spPr>
          <a:xfrm>
            <a:off x="7922587" y="2990107"/>
            <a:ext cx="301387" cy="301387"/>
          </a:xfrm>
          <a:prstGeom prst="ellipse">
            <a:avLst/>
          </a:prstGeom>
          <a:solidFill>
            <a:srgbClr val="FFFFFF"/>
          </a:solidFill>
          <a:ln w="25400">
            <a:solidFill>
              <a:srgbClr val="1F2937"/>
            </a:solidFill>
            <a:prstDash val="solid"/>
          </a:ln>
        </p:spPr>
      </p:sp>
      <p:sp>
        <p:nvSpPr>
          <p:cNvPr id="39" name="S09-mark370"/>
          <p:cNvSpPr/>
          <p:nvPr/>
        </p:nvSpPr>
        <p:spPr>
          <a:xfrm>
            <a:off x="8009350" y="3076870"/>
            <a:ext cx="127861" cy="127861"/>
          </a:xfrm>
          <a:prstGeom prst="ellipse">
            <a:avLst/>
          </a:prstGeom>
          <a:solidFill>
            <a:srgbClr val="264653"/>
          </a:solidFill>
          <a:ln w="12700">
            <a:solidFill>
              <a:srgbClr val="1F2937"/>
            </a:solidFill>
            <a:prstDash val="solid"/>
          </a:ln>
        </p:spPr>
      </p:sp>
      <p:sp>
        <p:nvSpPr>
          <p:cNvPr id="40" name="S09-mark371"/>
          <p:cNvSpPr/>
          <p:nvPr/>
        </p:nvSpPr>
        <p:spPr>
          <a:xfrm flipV="1">
            <a:off x="2811691" y="2334057"/>
            <a:ext cx="0" cy="365318"/>
          </a:xfrm>
          <a:prstGeom prst="line">
            <a:avLst/>
          </a:prstGeom>
          <a:noFill/>
          <a:ln w="28575">
            <a:solidFill>
              <a:srgbClr val="1F2937"/>
            </a:solidFill>
            <a:prstDash val="solid"/>
          </a:ln>
        </p:spPr>
      </p:sp>
      <p:sp>
        <p:nvSpPr>
          <p:cNvPr id="41" name="S09-mark372"/>
          <p:cNvSpPr/>
          <p:nvPr/>
        </p:nvSpPr>
        <p:spPr>
          <a:xfrm flipV="1">
            <a:off x="640080" y="1755637"/>
            <a:ext cx="0" cy="2029543"/>
          </a:xfrm>
          <a:prstGeom prst="line">
            <a:avLst/>
          </a:prstGeom>
          <a:noFill/>
          <a:ln w="9525">
            <a:solidFill>
              <a:srgbClr val="B8C2CC"/>
            </a:solidFill>
            <a:prstDash val="solid"/>
          </a:ln>
        </p:spPr>
      </p:sp>
      <p:sp>
        <p:nvSpPr>
          <p:cNvPr id="42" name="S09-mark373"/>
          <p:cNvSpPr/>
          <p:nvPr/>
        </p:nvSpPr>
        <p:spPr>
          <a:xfrm flipV="1">
            <a:off x="1147466" y="1755637"/>
            <a:ext cx="0" cy="2029543"/>
          </a:xfrm>
          <a:prstGeom prst="line">
            <a:avLst/>
          </a:prstGeom>
          <a:noFill/>
          <a:ln w="9525">
            <a:solidFill>
              <a:srgbClr val="B8C2CC"/>
            </a:solidFill>
            <a:prstDash val="solid"/>
          </a:ln>
        </p:spPr>
      </p:sp>
      <p:sp>
        <p:nvSpPr>
          <p:cNvPr id="43" name="S09-mark374"/>
          <p:cNvSpPr/>
          <p:nvPr/>
        </p:nvSpPr>
        <p:spPr>
          <a:xfrm flipV="1">
            <a:off x="1654851" y="1755637"/>
            <a:ext cx="0" cy="2029543"/>
          </a:xfrm>
          <a:prstGeom prst="line">
            <a:avLst/>
          </a:prstGeom>
          <a:noFill/>
          <a:ln w="9525">
            <a:solidFill>
              <a:srgbClr val="B8C2CC"/>
            </a:solidFill>
            <a:prstDash val="solid"/>
          </a:ln>
        </p:spPr>
      </p:sp>
      <p:sp>
        <p:nvSpPr>
          <p:cNvPr id="44" name="S09-mark375"/>
          <p:cNvSpPr/>
          <p:nvPr/>
        </p:nvSpPr>
        <p:spPr>
          <a:xfrm flipV="1">
            <a:off x="2162237" y="1755637"/>
            <a:ext cx="0" cy="2029543"/>
          </a:xfrm>
          <a:prstGeom prst="line">
            <a:avLst/>
          </a:prstGeom>
          <a:noFill/>
          <a:ln w="9525">
            <a:solidFill>
              <a:srgbClr val="B8C2CC"/>
            </a:solidFill>
            <a:prstDash val="solid"/>
          </a:ln>
        </p:spPr>
      </p:sp>
      <p:sp>
        <p:nvSpPr>
          <p:cNvPr id="45" name="S09-mark376"/>
          <p:cNvSpPr/>
          <p:nvPr/>
        </p:nvSpPr>
        <p:spPr>
          <a:xfrm flipV="1">
            <a:off x="2669623" y="1755637"/>
            <a:ext cx="0" cy="2029543"/>
          </a:xfrm>
          <a:prstGeom prst="line">
            <a:avLst/>
          </a:prstGeom>
          <a:noFill/>
          <a:ln w="9525">
            <a:solidFill>
              <a:srgbClr val="B8C2CC"/>
            </a:solidFill>
            <a:prstDash val="solid"/>
          </a:ln>
        </p:spPr>
      </p:sp>
      <p:sp>
        <p:nvSpPr>
          <p:cNvPr id="46" name="S09-mark377"/>
          <p:cNvSpPr/>
          <p:nvPr/>
        </p:nvSpPr>
        <p:spPr>
          <a:xfrm flipV="1">
            <a:off x="3177008" y="1755637"/>
            <a:ext cx="0" cy="2029543"/>
          </a:xfrm>
          <a:prstGeom prst="line">
            <a:avLst/>
          </a:prstGeom>
          <a:noFill/>
          <a:ln w="9525">
            <a:solidFill>
              <a:srgbClr val="B8C2CC"/>
            </a:solidFill>
            <a:prstDash val="solid"/>
          </a:ln>
        </p:spPr>
      </p:sp>
      <p:sp>
        <p:nvSpPr>
          <p:cNvPr id="47" name="S09-mark378"/>
          <p:cNvSpPr/>
          <p:nvPr/>
        </p:nvSpPr>
        <p:spPr>
          <a:xfrm flipV="1">
            <a:off x="3684394" y="1755637"/>
            <a:ext cx="0" cy="2029543"/>
          </a:xfrm>
          <a:prstGeom prst="line">
            <a:avLst/>
          </a:prstGeom>
          <a:noFill/>
          <a:ln w="9525">
            <a:solidFill>
              <a:srgbClr val="B8C2CC"/>
            </a:solidFill>
            <a:prstDash val="solid"/>
          </a:ln>
        </p:spPr>
      </p:sp>
      <p:sp>
        <p:nvSpPr>
          <p:cNvPr id="48" name="S09-mark379"/>
          <p:cNvSpPr/>
          <p:nvPr/>
        </p:nvSpPr>
        <p:spPr>
          <a:xfrm flipV="1">
            <a:off x="4191780" y="1755637"/>
            <a:ext cx="0" cy="2029543"/>
          </a:xfrm>
          <a:prstGeom prst="line">
            <a:avLst/>
          </a:prstGeom>
          <a:noFill/>
          <a:ln w="9525">
            <a:solidFill>
              <a:srgbClr val="B8C2CC"/>
            </a:solidFill>
            <a:prstDash val="solid"/>
          </a:ln>
        </p:spPr>
      </p:sp>
      <p:sp>
        <p:nvSpPr>
          <p:cNvPr id="49" name="S09-mark380"/>
          <p:cNvSpPr/>
          <p:nvPr/>
        </p:nvSpPr>
        <p:spPr>
          <a:xfrm flipV="1">
            <a:off x="4699165" y="1755637"/>
            <a:ext cx="0" cy="2029543"/>
          </a:xfrm>
          <a:prstGeom prst="line">
            <a:avLst/>
          </a:prstGeom>
          <a:noFill/>
          <a:ln w="9525">
            <a:solidFill>
              <a:srgbClr val="B8C2CC"/>
            </a:solidFill>
            <a:prstDash val="solid"/>
          </a:ln>
        </p:spPr>
      </p:sp>
      <p:sp>
        <p:nvSpPr>
          <p:cNvPr id="50" name="S09-mark381"/>
          <p:cNvSpPr/>
          <p:nvPr/>
        </p:nvSpPr>
        <p:spPr>
          <a:xfrm flipV="1">
            <a:off x="5206551" y="1755637"/>
            <a:ext cx="0" cy="2029543"/>
          </a:xfrm>
          <a:prstGeom prst="line">
            <a:avLst/>
          </a:prstGeom>
          <a:noFill/>
          <a:ln w="9525">
            <a:solidFill>
              <a:srgbClr val="B8C2CC"/>
            </a:solidFill>
            <a:prstDash val="solid"/>
          </a:ln>
        </p:spPr>
      </p:sp>
      <p:sp>
        <p:nvSpPr>
          <p:cNvPr id="51" name="S09-mark382"/>
          <p:cNvSpPr/>
          <p:nvPr/>
        </p:nvSpPr>
        <p:spPr>
          <a:xfrm flipV="1">
            <a:off x="5713937" y="1755637"/>
            <a:ext cx="0" cy="2029543"/>
          </a:xfrm>
          <a:prstGeom prst="line">
            <a:avLst/>
          </a:prstGeom>
          <a:noFill/>
          <a:ln w="9525">
            <a:solidFill>
              <a:srgbClr val="B8C2CC"/>
            </a:solidFill>
            <a:prstDash val="solid"/>
          </a:ln>
        </p:spPr>
      </p:sp>
      <p:sp>
        <p:nvSpPr>
          <p:cNvPr id="52" name="S09-mark383"/>
          <p:cNvSpPr/>
          <p:nvPr/>
        </p:nvSpPr>
        <p:spPr>
          <a:xfrm>
            <a:off x="640080" y="3785180"/>
            <a:ext cx="5073857" cy="0"/>
          </a:xfrm>
          <a:prstGeom prst="line">
            <a:avLst/>
          </a:prstGeom>
          <a:noFill/>
          <a:ln w="9525">
            <a:solidFill>
              <a:srgbClr val="B8C2CC"/>
            </a:solidFill>
            <a:prstDash val="solid"/>
          </a:ln>
        </p:spPr>
      </p:sp>
      <p:sp>
        <p:nvSpPr>
          <p:cNvPr id="53" name="S09-mark384"/>
          <p:cNvSpPr/>
          <p:nvPr/>
        </p:nvSpPr>
        <p:spPr>
          <a:xfrm>
            <a:off x="640080" y="3277794"/>
            <a:ext cx="5073857" cy="0"/>
          </a:xfrm>
          <a:prstGeom prst="line">
            <a:avLst/>
          </a:prstGeom>
          <a:noFill/>
          <a:ln w="9525">
            <a:solidFill>
              <a:srgbClr val="B8C2CC"/>
            </a:solidFill>
            <a:prstDash val="solid"/>
          </a:ln>
        </p:spPr>
      </p:sp>
      <p:sp>
        <p:nvSpPr>
          <p:cNvPr id="54" name="S09-mark385"/>
          <p:cNvSpPr/>
          <p:nvPr/>
        </p:nvSpPr>
        <p:spPr>
          <a:xfrm>
            <a:off x="640080" y="2770409"/>
            <a:ext cx="5073857" cy="0"/>
          </a:xfrm>
          <a:prstGeom prst="line">
            <a:avLst/>
          </a:prstGeom>
          <a:noFill/>
          <a:ln w="9525">
            <a:solidFill>
              <a:srgbClr val="B8C2CC"/>
            </a:solidFill>
            <a:prstDash val="solid"/>
          </a:ln>
        </p:spPr>
      </p:sp>
      <p:sp>
        <p:nvSpPr>
          <p:cNvPr id="55" name="S09-mark386"/>
          <p:cNvSpPr/>
          <p:nvPr/>
        </p:nvSpPr>
        <p:spPr>
          <a:xfrm>
            <a:off x="640080" y="2263023"/>
            <a:ext cx="5073857" cy="0"/>
          </a:xfrm>
          <a:prstGeom prst="line">
            <a:avLst/>
          </a:prstGeom>
          <a:noFill/>
          <a:ln w="9525">
            <a:solidFill>
              <a:srgbClr val="B8C2CC"/>
            </a:solidFill>
            <a:prstDash val="solid"/>
          </a:ln>
        </p:spPr>
      </p:sp>
      <p:sp>
        <p:nvSpPr>
          <p:cNvPr id="56" name="S09-mark387"/>
          <p:cNvSpPr/>
          <p:nvPr/>
        </p:nvSpPr>
        <p:spPr>
          <a:xfrm>
            <a:off x="640080" y="1755637"/>
            <a:ext cx="5073857" cy="0"/>
          </a:xfrm>
          <a:prstGeom prst="line">
            <a:avLst/>
          </a:prstGeom>
          <a:noFill/>
          <a:ln w="9525">
            <a:solidFill>
              <a:srgbClr val="B8C2CC"/>
            </a:solidFill>
            <a:prstDash val="solid"/>
          </a:ln>
        </p:spPr>
      </p:sp>
      <p:sp>
        <p:nvSpPr>
          <p:cNvPr id="57" name="S09-mark388"/>
          <p:cNvSpPr/>
          <p:nvPr/>
        </p:nvSpPr>
        <p:spPr>
          <a:xfrm flipV="1">
            <a:off x="6677970" y="2339131"/>
            <a:ext cx="0" cy="862556"/>
          </a:xfrm>
          <a:prstGeom prst="line">
            <a:avLst/>
          </a:prstGeom>
          <a:noFill/>
          <a:ln w="38100">
            <a:solidFill>
              <a:srgbClr val="1F2937"/>
            </a:solidFill>
            <a:prstDash val="solid"/>
            <a:tailEnd type="triangle"/>
          </a:ln>
        </p:spPr>
      </p:sp>
      <p:sp>
        <p:nvSpPr>
          <p:cNvPr id="58" name="S09-mark389"/>
          <p:cNvSpPr/>
          <p:nvPr/>
        </p:nvSpPr>
        <p:spPr>
          <a:xfrm>
            <a:off x="6246692" y="2770409"/>
            <a:ext cx="862556" cy="0"/>
          </a:xfrm>
          <a:prstGeom prst="line">
            <a:avLst/>
          </a:prstGeom>
          <a:noFill/>
          <a:ln w="25400">
            <a:solidFill>
              <a:srgbClr val="1F2937"/>
            </a:solidFill>
            <a:prstDash val="solid"/>
          </a:ln>
        </p:spPr>
      </p:sp>
      <p:sp>
        <p:nvSpPr>
          <p:cNvPr id="59" name="S09-mark390"/>
          <p:cNvSpPr/>
          <p:nvPr/>
        </p:nvSpPr>
        <p:spPr>
          <a:xfrm flipV="1">
            <a:off x="7972818" y="2063113"/>
            <a:ext cx="0" cy="328786"/>
          </a:xfrm>
          <a:prstGeom prst="line">
            <a:avLst/>
          </a:prstGeom>
          <a:noFill/>
          <a:ln w="28575">
            <a:solidFill>
              <a:srgbClr val="1F2937"/>
            </a:solidFill>
            <a:prstDash val="solid"/>
          </a:ln>
        </p:spPr>
      </p:sp>
      <p:sp>
        <p:nvSpPr>
          <p:cNvPr id="60" name="S09-label392"/>
          <p:cNvSpPr txBox="1"/>
          <p:nvPr/>
        </p:nvSpPr>
        <p:spPr>
          <a:xfrm>
            <a:off x="6473754" y="1920307"/>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6473754" y="323951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133355" y="257990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5814152" y="257990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267238" y="165393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556898" y="203700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484964" y="2037006"/>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556898" y="24936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35612" y="24936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258194" y="2950300"/>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484964" y="2950300"/>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706250" y="340694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동서남북은 내가 보는 쪽에 따라 바뀔까요?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372639"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372639"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372639"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372639"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372639"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900446" y="2608308"/>
            <a:ext cx="187470" cy="143360"/>
          </a:xfrm>
          <a:custGeom>
            <a:avLst/>
            <a:gdLst/>
            <a:ahLst/>
            <a:cxnLst/>
            <a:rect l="l" t="t" r="r" b="b"/>
            <a:pathLst>
              <a:path w="187470" h="143360">
                <a:moveTo>
                  <a:pt x="187470" y="143360"/>
                </a:moveTo>
                <a:lnTo>
                  <a:pt x="174788" y="71680"/>
                </a:lnTo>
                <a:lnTo>
                  <a:pt x="140603" y="19298"/>
                </a:lnTo>
                <a:lnTo>
                  <a:pt x="93735" y="0"/>
                </a:lnTo>
                <a:lnTo>
                  <a:pt x="46868" y="19298"/>
                </a:lnTo>
                <a:lnTo>
                  <a:pt x="12682" y="71680"/>
                </a:lnTo>
                <a:lnTo>
                  <a:pt x="0" y="143360"/>
                </a:lnTo>
              </a:path>
            </a:pathLst>
          </a:custGeom>
          <a:noFill/>
          <a:ln w="25400">
            <a:solidFill>
              <a:srgbClr val="1F2937"/>
            </a:solidFill>
            <a:prstDash val="solid"/>
          </a:ln>
        </p:spPr>
      </p:sp>
      <p:sp>
        <p:nvSpPr>
          <p:cNvPr id="11" name="S11-mark431"/>
          <p:cNvSpPr/>
          <p:nvPr/>
        </p:nvSpPr>
        <p:spPr>
          <a:xfrm>
            <a:off x="812225"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1975643"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058351" y="2310561"/>
            <a:ext cx="77194" cy="143360"/>
          </a:xfrm>
          <a:custGeom>
            <a:avLst/>
            <a:gdLst/>
            <a:ahLst/>
            <a:cxnLst/>
            <a:rect l="l" t="t" r="r" b="b"/>
            <a:pathLst>
              <a:path w="77194" h="143360">
                <a:moveTo>
                  <a:pt x="0" y="143360"/>
                </a:moveTo>
                <a:lnTo>
                  <a:pt x="77194" y="143360"/>
                </a:lnTo>
                <a:lnTo>
                  <a:pt x="77194" y="0"/>
                </a:lnTo>
                <a:lnTo>
                  <a:pt x="0" y="0"/>
                </a:lnTo>
                <a:close/>
              </a:path>
            </a:pathLst>
          </a:custGeom>
          <a:solidFill>
            <a:srgbClr val="8B5A2B"/>
          </a:solidFill>
          <a:ln w="12700">
            <a:solidFill>
              <a:srgbClr val="1F2937"/>
            </a:solidFill>
            <a:prstDash val="solid"/>
          </a:ln>
        </p:spPr>
      </p:sp>
      <p:sp>
        <p:nvSpPr>
          <p:cNvPr id="14" name="S11-mark434"/>
          <p:cNvSpPr/>
          <p:nvPr/>
        </p:nvSpPr>
        <p:spPr>
          <a:xfrm>
            <a:off x="1920505"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552599"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751097"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569141" y="3716588"/>
            <a:ext cx="363913" cy="363913"/>
          </a:xfrm>
          <a:custGeom>
            <a:avLst/>
            <a:gdLst/>
            <a:ahLst/>
            <a:cxnLst/>
            <a:rect l="l" t="t" r="r" b="b"/>
            <a:pathLst>
              <a:path w="363913" h="363913">
                <a:moveTo>
                  <a:pt x="126818" y="363913"/>
                </a:moveTo>
                <a:lnTo>
                  <a:pt x="237095" y="363913"/>
                </a:lnTo>
                <a:lnTo>
                  <a:pt x="237095" y="237095"/>
                </a:lnTo>
                <a:lnTo>
                  <a:pt x="363913" y="237095"/>
                </a:lnTo>
                <a:lnTo>
                  <a:pt x="363913" y="126818"/>
                </a:lnTo>
                <a:lnTo>
                  <a:pt x="237095" y="126818"/>
                </a:lnTo>
                <a:lnTo>
                  <a:pt x="237095" y="0"/>
                </a:lnTo>
                <a:lnTo>
                  <a:pt x="126818" y="0"/>
                </a:lnTo>
                <a:lnTo>
                  <a:pt x="126818" y="126818"/>
                </a:lnTo>
                <a:lnTo>
                  <a:pt x="0" y="126818"/>
                </a:lnTo>
                <a:lnTo>
                  <a:pt x="0" y="237095"/>
                </a:lnTo>
                <a:lnTo>
                  <a:pt x="126818" y="237095"/>
                </a:lnTo>
                <a:close/>
              </a:path>
            </a:pathLst>
          </a:custGeom>
          <a:solidFill>
            <a:srgbClr val="C8434E"/>
          </a:solidFill>
          <a:ln w="12700">
            <a:solidFill>
              <a:srgbClr val="1F2937"/>
            </a:solidFill>
            <a:prstDash val="solid"/>
          </a:ln>
        </p:spPr>
      </p:sp>
      <p:sp>
        <p:nvSpPr>
          <p:cNvPr id="18" name="S11-mark438"/>
          <p:cNvSpPr/>
          <p:nvPr/>
        </p:nvSpPr>
        <p:spPr>
          <a:xfrm>
            <a:off x="718490"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279950" y="1417320"/>
            <a:ext cx="4190512" cy="1984980"/>
          </a:xfrm>
          <a:custGeom>
            <a:avLst/>
            <a:gdLst/>
            <a:ahLst/>
            <a:cxnLst/>
            <a:rect l="l" t="t" r="r" b="b"/>
            <a:pathLst>
              <a:path w="4190512" h="1984980">
                <a:moveTo>
                  <a:pt x="0" y="1984980"/>
                </a:moveTo>
                <a:lnTo>
                  <a:pt x="4190512" y="1984980"/>
                </a:lnTo>
                <a:lnTo>
                  <a:pt x="4190512" y="0"/>
                </a:lnTo>
                <a:lnTo>
                  <a:pt x="0" y="0"/>
                </a:lnTo>
                <a:close/>
              </a:path>
            </a:pathLst>
          </a:custGeom>
          <a:solidFill>
            <a:srgbClr val="FFFFFF"/>
          </a:solidFill>
          <a:ln w="15875">
            <a:solidFill>
              <a:srgbClr val="1F2937"/>
            </a:solidFill>
            <a:prstDash val="solid"/>
          </a:ln>
        </p:spPr>
      </p:sp>
      <p:sp>
        <p:nvSpPr>
          <p:cNvPr id="20" name="S11-mark440"/>
          <p:cNvSpPr/>
          <p:nvPr/>
        </p:nvSpPr>
        <p:spPr>
          <a:xfrm>
            <a:off x="7279950" y="1417320"/>
            <a:ext cx="4190512" cy="413537"/>
          </a:xfrm>
          <a:custGeom>
            <a:avLst/>
            <a:gdLst/>
            <a:ahLst/>
            <a:cxnLst/>
            <a:rect l="l" t="t" r="r" b="b"/>
            <a:pathLst>
              <a:path w="4190512" h="413537">
                <a:moveTo>
                  <a:pt x="0" y="413537"/>
                </a:moveTo>
                <a:lnTo>
                  <a:pt x="4190512" y="413537"/>
                </a:lnTo>
                <a:lnTo>
                  <a:pt x="4190512" y="0"/>
                </a:lnTo>
                <a:lnTo>
                  <a:pt x="0" y="0"/>
                </a:lnTo>
                <a:close/>
              </a:path>
            </a:pathLst>
          </a:custGeom>
          <a:solidFill>
            <a:srgbClr val="EAF3F1"/>
          </a:solidFill>
          <a:ln w="15875">
            <a:solidFill>
              <a:srgbClr val="1F2937"/>
            </a:solidFill>
            <a:prstDash val="solid"/>
          </a:ln>
        </p:spPr>
      </p:sp>
      <p:sp>
        <p:nvSpPr>
          <p:cNvPr id="21" name="S11-mark441"/>
          <p:cNvSpPr/>
          <p:nvPr/>
        </p:nvSpPr>
        <p:spPr>
          <a:xfrm>
            <a:off x="7584313" y="1861735"/>
            <a:ext cx="267972" cy="158798"/>
          </a:xfrm>
          <a:custGeom>
            <a:avLst/>
            <a:gdLst/>
            <a:ahLst/>
            <a:cxnLst/>
            <a:rect l="l" t="t" r="r" b="b"/>
            <a:pathLst>
              <a:path w="267972" h="158798">
                <a:moveTo>
                  <a:pt x="0" y="0"/>
                </a:moveTo>
                <a:lnTo>
                  <a:pt x="267972" y="79399"/>
                </a:lnTo>
                <a:lnTo>
                  <a:pt x="0" y="158798"/>
                </a:lnTo>
                <a:close/>
              </a:path>
            </a:pathLst>
          </a:custGeom>
          <a:solidFill>
            <a:srgbClr val="E9762B"/>
          </a:solidFill>
          <a:ln w="15875">
            <a:solidFill>
              <a:srgbClr val="1F2937"/>
            </a:solidFill>
            <a:prstDash val="solid"/>
          </a:ln>
        </p:spPr>
      </p:sp>
      <p:sp>
        <p:nvSpPr>
          <p:cNvPr id="22" name="S11-mark442"/>
          <p:cNvSpPr/>
          <p:nvPr/>
        </p:nvSpPr>
        <p:spPr>
          <a:xfrm>
            <a:off x="9624983" y="1876622"/>
            <a:ext cx="327522" cy="327522"/>
          </a:xfrm>
          <a:custGeom>
            <a:avLst/>
            <a:gdLst/>
            <a:ahLst/>
            <a:cxnLst/>
            <a:rect l="l" t="t" r="r" b="b"/>
            <a:pathLst>
              <a:path w="327522" h="327522">
                <a:moveTo>
                  <a:pt x="114136" y="327522"/>
                </a:moveTo>
                <a:lnTo>
                  <a:pt x="213385" y="327522"/>
                </a:lnTo>
                <a:lnTo>
                  <a:pt x="213385" y="213385"/>
                </a:lnTo>
                <a:lnTo>
                  <a:pt x="327522" y="213385"/>
                </a:lnTo>
                <a:lnTo>
                  <a:pt x="327522" y="114136"/>
                </a:lnTo>
                <a:lnTo>
                  <a:pt x="213385" y="114136"/>
                </a:lnTo>
                <a:lnTo>
                  <a:pt x="213385" y="0"/>
                </a:lnTo>
                <a:lnTo>
                  <a:pt x="114136" y="0"/>
                </a:lnTo>
                <a:lnTo>
                  <a:pt x="114136" y="114136"/>
                </a:lnTo>
                <a:lnTo>
                  <a:pt x="0" y="114136"/>
                </a:lnTo>
                <a:lnTo>
                  <a:pt x="0" y="213385"/>
                </a:lnTo>
                <a:lnTo>
                  <a:pt x="114136" y="213385"/>
                </a:lnTo>
                <a:close/>
              </a:path>
            </a:pathLst>
          </a:custGeom>
          <a:solidFill>
            <a:srgbClr val="C8434E"/>
          </a:solidFill>
          <a:ln w="12700">
            <a:solidFill>
              <a:srgbClr val="1F2937"/>
            </a:solidFill>
            <a:prstDash val="solid"/>
          </a:ln>
        </p:spPr>
      </p:sp>
      <p:sp>
        <p:nvSpPr>
          <p:cNvPr id="23" name="S11-mark443"/>
          <p:cNvSpPr/>
          <p:nvPr/>
        </p:nvSpPr>
        <p:spPr>
          <a:xfrm>
            <a:off x="7658750" y="2596177"/>
            <a:ext cx="69474" cy="129024"/>
          </a:xfrm>
          <a:custGeom>
            <a:avLst/>
            <a:gdLst/>
            <a:ahLst/>
            <a:cxnLst/>
            <a:rect l="l" t="t" r="r" b="b"/>
            <a:pathLst>
              <a:path w="69474" h="129024">
                <a:moveTo>
                  <a:pt x="0" y="129024"/>
                </a:moveTo>
                <a:lnTo>
                  <a:pt x="69474" y="129024"/>
                </a:lnTo>
                <a:lnTo>
                  <a:pt x="69474" y="0"/>
                </a:lnTo>
                <a:lnTo>
                  <a:pt x="0" y="0"/>
                </a:lnTo>
                <a:close/>
              </a:path>
            </a:pathLst>
          </a:custGeom>
          <a:solidFill>
            <a:srgbClr val="8B5A2B"/>
          </a:solidFill>
          <a:ln w="12700">
            <a:solidFill>
              <a:srgbClr val="1F2937"/>
            </a:solidFill>
            <a:prstDash val="solid"/>
          </a:ln>
        </p:spPr>
      </p:sp>
      <p:sp>
        <p:nvSpPr>
          <p:cNvPr id="24" name="S11-mark444"/>
          <p:cNvSpPr/>
          <p:nvPr/>
        </p:nvSpPr>
        <p:spPr>
          <a:xfrm>
            <a:off x="7534689" y="2338130"/>
            <a:ext cx="317597" cy="258047"/>
          </a:xfrm>
          <a:custGeom>
            <a:avLst/>
            <a:gdLst/>
            <a:ahLst/>
            <a:cxnLst/>
            <a:rect l="l" t="t" r="r" b="b"/>
            <a:pathLst>
              <a:path w="317597" h="258047">
                <a:moveTo>
                  <a:pt x="0" y="258047"/>
                </a:moveTo>
                <a:lnTo>
                  <a:pt x="317597" y="258047"/>
                </a:lnTo>
                <a:lnTo>
                  <a:pt x="158798" y="0"/>
                </a:lnTo>
                <a:close/>
              </a:path>
            </a:pathLst>
          </a:custGeom>
          <a:solidFill>
            <a:srgbClr val="2A9D8F"/>
          </a:solidFill>
          <a:ln w="15875">
            <a:solidFill>
              <a:srgbClr val="1F2937"/>
            </a:solidFill>
            <a:prstDash val="solid"/>
          </a:ln>
        </p:spPr>
      </p:sp>
      <p:sp>
        <p:nvSpPr>
          <p:cNvPr id="25" name="S11-mark445"/>
          <p:cNvSpPr/>
          <p:nvPr/>
        </p:nvSpPr>
        <p:spPr>
          <a:xfrm>
            <a:off x="9610095" y="2377830"/>
            <a:ext cx="178648" cy="307672"/>
          </a:xfrm>
          <a:custGeom>
            <a:avLst/>
            <a:gdLst/>
            <a:ahLst/>
            <a:cxnLst/>
            <a:rect l="l" t="t" r="r" b="b"/>
            <a:pathLst>
              <a:path w="178648" h="307672">
                <a:moveTo>
                  <a:pt x="0" y="267972"/>
                </a:moveTo>
                <a:lnTo>
                  <a:pt x="178648" y="307672"/>
                </a:lnTo>
                <a:lnTo>
                  <a:pt x="178648" y="39700"/>
                </a:lnTo>
                <a:lnTo>
                  <a:pt x="0" y="0"/>
                </a:lnTo>
                <a:close/>
              </a:path>
            </a:pathLst>
          </a:custGeom>
          <a:solidFill>
            <a:srgbClr val="3D5A80"/>
          </a:solidFill>
          <a:ln w="15875">
            <a:solidFill>
              <a:srgbClr val="1F2937"/>
            </a:solidFill>
            <a:prstDash val="solid"/>
          </a:ln>
        </p:spPr>
      </p:sp>
      <p:sp>
        <p:nvSpPr>
          <p:cNvPr id="26" name="S11-mark446"/>
          <p:cNvSpPr/>
          <p:nvPr/>
        </p:nvSpPr>
        <p:spPr>
          <a:xfrm>
            <a:off x="9788743" y="2377830"/>
            <a:ext cx="178648" cy="307672"/>
          </a:xfrm>
          <a:custGeom>
            <a:avLst/>
            <a:gdLst/>
            <a:ahLst/>
            <a:cxnLst/>
            <a:rect l="l" t="t" r="r" b="b"/>
            <a:pathLst>
              <a:path w="178648" h="307672">
                <a:moveTo>
                  <a:pt x="178648" y="267972"/>
                </a:moveTo>
                <a:lnTo>
                  <a:pt x="0" y="307672"/>
                </a:lnTo>
                <a:lnTo>
                  <a:pt x="0" y="39700"/>
                </a:lnTo>
                <a:lnTo>
                  <a:pt x="178648" y="0"/>
                </a:lnTo>
                <a:close/>
              </a:path>
            </a:pathLst>
          </a:custGeom>
          <a:solidFill>
            <a:srgbClr val="3D5A80"/>
          </a:solidFill>
          <a:ln w="15875">
            <a:solidFill>
              <a:srgbClr val="1F2937"/>
            </a:solidFill>
            <a:prstDash val="solid"/>
          </a:ln>
        </p:spPr>
      </p:sp>
      <p:sp>
        <p:nvSpPr>
          <p:cNvPr id="27" name="S11-mark447"/>
          <p:cNvSpPr/>
          <p:nvPr/>
        </p:nvSpPr>
        <p:spPr>
          <a:xfrm>
            <a:off x="9704382" y="2864150"/>
            <a:ext cx="168723" cy="129024"/>
          </a:xfrm>
          <a:custGeom>
            <a:avLst/>
            <a:gdLst/>
            <a:ahLst/>
            <a:cxnLst/>
            <a:rect l="l" t="t" r="r" b="b"/>
            <a:pathLst>
              <a:path w="168723" h="129024">
                <a:moveTo>
                  <a:pt x="168723" y="129024"/>
                </a:moveTo>
                <a:lnTo>
                  <a:pt x="157696" y="64512"/>
                </a:lnTo>
                <a:lnTo>
                  <a:pt x="126267" y="17093"/>
                </a:lnTo>
                <a:lnTo>
                  <a:pt x="84362" y="0"/>
                </a:lnTo>
                <a:lnTo>
                  <a:pt x="41905" y="17093"/>
                </a:lnTo>
                <a:lnTo>
                  <a:pt x="11028" y="64512"/>
                </a:lnTo>
                <a:lnTo>
                  <a:pt x="0" y="129024"/>
                </a:lnTo>
              </a:path>
            </a:pathLst>
          </a:custGeom>
          <a:noFill/>
          <a:ln w="25400">
            <a:solidFill>
              <a:srgbClr val="1F2937"/>
            </a:solidFill>
            <a:prstDash val="solid"/>
          </a:ln>
        </p:spPr>
      </p:sp>
      <p:sp>
        <p:nvSpPr>
          <p:cNvPr id="28" name="S11-mark448"/>
          <p:cNvSpPr/>
          <p:nvPr/>
        </p:nvSpPr>
        <p:spPr>
          <a:xfrm>
            <a:off x="9624983" y="2993173"/>
            <a:ext cx="327522" cy="218348"/>
          </a:xfrm>
          <a:custGeom>
            <a:avLst/>
            <a:gdLst/>
            <a:ahLst/>
            <a:cxnLst/>
            <a:rect l="l" t="t" r="r" b="b"/>
            <a:pathLst>
              <a:path w="327522" h="218348">
                <a:moveTo>
                  <a:pt x="0" y="0"/>
                </a:moveTo>
                <a:lnTo>
                  <a:pt x="327522" y="0"/>
                </a:lnTo>
                <a:lnTo>
                  <a:pt x="287822" y="218348"/>
                </a:lnTo>
                <a:lnTo>
                  <a:pt x="39700" y="218348"/>
                </a:lnTo>
                <a:close/>
              </a:path>
            </a:pathLst>
          </a:custGeom>
          <a:solidFill>
            <a:srgbClr val="F2C14E"/>
          </a:solidFill>
          <a:ln w="15875">
            <a:solidFill>
              <a:srgbClr val="1F2937"/>
            </a:solidFill>
            <a:prstDash val="solid"/>
          </a:ln>
        </p:spPr>
      </p:sp>
      <p:sp>
        <p:nvSpPr>
          <p:cNvPr id="29" name="S11-mark449"/>
          <p:cNvSpPr/>
          <p:nvPr/>
        </p:nvSpPr>
        <p:spPr>
          <a:xfrm>
            <a:off x="4120524" y="1511055"/>
            <a:ext cx="363913" cy="363913"/>
          </a:xfrm>
          <a:prstGeom prst="ellipse">
            <a:avLst/>
          </a:prstGeom>
          <a:solidFill>
            <a:srgbClr val="FFFFFF"/>
          </a:solidFill>
          <a:ln w="25400">
            <a:solidFill>
              <a:srgbClr val="1F2937"/>
            </a:solidFill>
            <a:prstDash val="solid"/>
          </a:ln>
        </p:spPr>
      </p:sp>
      <p:sp>
        <p:nvSpPr>
          <p:cNvPr id="30" name="S11-mark450"/>
          <p:cNvSpPr/>
          <p:nvPr/>
        </p:nvSpPr>
        <p:spPr>
          <a:xfrm>
            <a:off x="4225287"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529726" y="2869112"/>
            <a:ext cx="327522" cy="327522"/>
          </a:xfrm>
          <a:prstGeom prst="ellipse">
            <a:avLst/>
          </a:prstGeom>
          <a:solidFill>
            <a:srgbClr val="FFFFFF"/>
          </a:solidFill>
          <a:ln w="25400">
            <a:solidFill>
              <a:srgbClr val="1F2937"/>
            </a:solidFill>
            <a:prstDash val="solid"/>
          </a:ln>
        </p:spPr>
      </p:sp>
      <p:sp>
        <p:nvSpPr>
          <p:cNvPr id="32" name="S11-mark452"/>
          <p:cNvSpPr/>
          <p:nvPr/>
        </p:nvSpPr>
        <p:spPr>
          <a:xfrm>
            <a:off x="7624013" y="2963398"/>
            <a:ext cx="138949" cy="138949"/>
          </a:xfrm>
          <a:prstGeom prst="ellipse">
            <a:avLst/>
          </a:prstGeom>
          <a:solidFill>
            <a:srgbClr val="264653"/>
          </a:solidFill>
          <a:ln w="12700">
            <a:solidFill>
              <a:srgbClr val="1F2937"/>
            </a:solidFill>
            <a:prstDash val="solid"/>
          </a:ln>
        </p:spPr>
      </p:sp>
      <p:sp>
        <p:nvSpPr>
          <p:cNvPr id="33" name="S11-mark453"/>
          <p:cNvSpPr/>
          <p:nvPr/>
        </p:nvSpPr>
        <p:spPr>
          <a:xfrm flipV="1">
            <a:off x="1975643" y="2597280"/>
            <a:ext cx="0" cy="396996"/>
          </a:xfrm>
          <a:prstGeom prst="line">
            <a:avLst/>
          </a:prstGeom>
          <a:noFill/>
          <a:ln w="28575">
            <a:solidFill>
              <a:srgbClr val="1F2937"/>
            </a:solidFill>
            <a:prstDash val="solid"/>
          </a:ln>
        </p:spPr>
      </p:sp>
      <p:sp>
        <p:nvSpPr>
          <p:cNvPr id="34" name="S11-mark454"/>
          <p:cNvSpPr/>
          <p:nvPr/>
        </p:nvSpPr>
        <p:spPr>
          <a:xfrm flipV="1">
            <a:off x="718490" y="1417320"/>
            <a:ext cx="0" cy="2756916"/>
          </a:xfrm>
          <a:prstGeom prst="line">
            <a:avLst/>
          </a:prstGeom>
          <a:noFill/>
          <a:ln w="9525">
            <a:solidFill>
              <a:srgbClr val="B8C2CC"/>
            </a:solidFill>
            <a:prstDash val="solid"/>
          </a:ln>
        </p:spPr>
      </p:sp>
      <p:sp>
        <p:nvSpPr>
          <p:cNvPr id="35" name="S11-mark455"/>
          <p:cNvSpPr/>
          <p:nvPr/>
        </p:nvSpPr>
        <p:spPr>
          <a:xfrm flipV="1">
            <a:off x="1269873" y="1417320"/>
            <a:ext cx="0" cy="2756916"/>
          </a:xfrm>
          <a:prstGeom prst="line">
            <a:avLst/>
          </a:prstGeom>
          <a:noFill/>
          <a:ln w="9525">
            <a:solidFill>
              <a:srgbClr val="B8C2CC"/>
            </a:solidFill>
            <a:prstDash val="solid"/>
          </a:ln>
        </p:spPr>
      </p:sp>
      <p:sp>
        <p:nvSpPr>
          <p:cNvPr id="36" name="S11-mark456"/>
          <p:cNvSpPr/>
          <p:nvPr/>
        </p:nvSpPr>
        <p:spPr>
          <a:xfrm flipV="1">
            <a:off x="1821256" y="1417320"/>
            <a:ext cx="0" cy="2756916"/>
          </a:xfrm>
          <a:prstGeom prst="line">
            <a:avLst/>
          </a:prstGeom>
          <a:noFill/>
          <a:ln w="9525">
            <a:solidFill>
              <a:srgbClr val="B8C2CC"/>
            </a:solidFill>
            <a:prstDash val="solid"/>
          </a:ln>
        </p:spPr>
      </p:sp>
      <p:sp>
        <p:nvSpPr>
          <p:cNvPr id="37" name="S11-mark457"/>
          <p:cNvSpPr/>
          <p:nvPr/>
        </p:nvSpPr>
        <p:spPr>
          <a:xfrm flipV="1">
            <a:off x="2372639" y="1417320"/>
            <a:ext cx="0" cy="2756916"/>
          </a:xfrm>
          <a:prstGeom prst="line">
            <a:avLst/>
          </a:prstGeom>
          <a:noFill/>
          <a:ln w="9525">
            <a:solidFill>
              <a:srgbClr val="B8C2CC"/>
            </a:solidFill>
            <a:prstDash val="solid"/>
          </a:ln>
        </p:spPr>
      </p:sp>
      <p:sp>
        <p:nvSpPr>
          <p:cNvPr id="38" name="S11-mark458"/>
          <p:cNvSpPr/>
          <p:nvPr/>
        </p:nvSpPr>
        <p:spPr>
          <a:xfrm flipV="1">
            <a:off x="2924023" y="1417320"/>
            <a:ext cx="0" cy="2756916"/>
          </a:xfrm>
          <a:prstGeom prst="line">
            <a:avLst/>
          </a:prstGeom>
          <a:noFill/>
          <a:ln w="9525">
            <a:solidFill>
              <a:srgbClr val="B8C2CC"/>
            </a:solidFill>
            <a:prstDash val="solid"/>
          </a:ln>
        </p:spPr>
      </p:sp>
      <p:sp>
        <p:nvSpPr>
          <p:cNvPr id="39" name="S11-mark459"/>
          <p:cNvSpPr/>
          <p:nvPr/>
        </p:nvSpPr>
        <p:spPr>
          <a:xfrm flipV="1">
            <a:off x="3475406" y="1417320"/>
            <a:ext cx="0" cy="2756916"/>
          </a:xfrm>
          <a:prstGeom prst="line">
            <a:avLst/>
          </a:prstGeom>
          <a:noFill/>
          <a:ln w="9525">
            <a:solidFill>
              <a:srgbClr val="B8C2CC"/>
            </a:solidFill>
            <a:prstDash val="solid"/>
          </a:ln>
        </p:spPr>
      </p:sp>
      <p:sp>
        <p:nvSpPr>
          <p:cNvPr id="40" name="S11-mark460"/>
          <p:cNvSpPr/>
          <p:nvPr/>
        </p:nvSpPr>
        <p:spPr>
          <a:xfrm flipV="1">
            <a:off x="4026789" y="1417320"/>
            <a:ext cx="0" cy="2756916"/>
          </a:xfrm>
          <a:prstGeom prst="line">
            <a:avLst/>
          </a:prstGeom>
          <a:noFill/>
          <a:ln w="9525">
            <a:solidFill>
              <a:srgbClr val="B8C2CC"/>
            </a:solidFill>
            <a:prstDash val="solid"/>
          </a:ln>
        </p:spPr>
      </p:sp>
      <p:sp>
        <p:nvSpPr>
          <p:cNvPr id="41" name="S11-mark461"/>
          <p:cNvSpPr/>
          <p:nvPr/>
        </p:nvSpPr>
        <p:spPr>
          <a:xfrm flipV="1">
            <a:off x="4578172" y="1417320"/>
            <a:ext cx="0" cy="2756916"/>
          </a:xfrm>
          <a:prstGeom prst="line">
            <a:avLst/>
          </a:prstGeom>
          <a:noFill/>
          <a:ln w="9525">
            <a:solidFill>
              <a:srgbClr val="B8C2CC"/>
            </a:solidFill>
            <a:prstDash val="solid"/>
          </a:ln>
        </p:spPr>
      </p:sp>
      <p:sp>
        <p:nvSpPr>
          <p:cNvPr id="42" name="S11-mark462"/>
          <p:cNvSpPr/>
          <p:nvPr/>
        </p:nvSpPr>
        <p:spPr>
          <a:xfrm flipV="1">
            <a:off x="5129555" y="1417320"/>
            <a:ext cx="0" cy="2756916"/>
          </a:xfrm>
          <a:prstGeom prst="line">
            <a:avLst/>
          </a:prstGeom>
          <a:noFill/>
          <a:ln w="9525">
            <a:solidFill>
              <a:srgbClr val="B8C2CC"/>
            </a:solidFill>
            <a:prstDash val="solid"/>
          </a:ln>
        </p:spPr>
      </p:sp>
      <p:sp>
        <p:nvSpPr>
          <p:cNvPr id="43" name="S11-mark463"/>
          <p:cNvSpPr/>
          <p:nvPr/>
        </p:nvSpPr>
        <p:spPr>
          <a:xfrm>
            <a:off x="718490" y="4174236"/>
            <a:ext cx="4411066" cy="0"/>
          </a:xfrm>
          <a:prstGeom prst="line">
            <a:avLst/>
          </a:prstGeom>
          <a:noFill/>
          <a:ln w="9525">
            <a:solidFill>
              <a:srgbClr val="B8C2CC"/>
            </a:solidFill>
            <a:prstDash val="solid"/>
          </a:ln>
        </p:spPr>
      </p:sp>
      <p:sp>
        <p:nvSpPr>
          <p:cNvPr id="44" name="S11-mark464"/>
          <p:cNvSpPr/>
          <p:nvPr/>
        </p:nvSpPr>
        <p:spPr>
          <a:xfrm>
            <a:off x="718490" y="3622853"/>
            <a:ext cx="4411066" cy="0"/>
          </a:xfrm>
          <a:prstGeom prst="line">
            <a:avLst/>
          </a:prstGeom>
          <a:noFill/>
          <a:ln w="9525">
            <a:solidFill>
              <a:srgbClr val="B8C2CC"/>
            </a:solidFill>
            <a:prstDash val="solid"/>
          </a:ln>
        </p:spPr>
      </p:sp>
      <p:sp>
        <p:nvSpPr>
          <p:cNvPr id="45" name="S11-mark465"/>
          <p:cNvSpPr/>
          <p:nvPr/>
        </p:nvSpPr>
        <p:spPr>
          <a:xfrm>
            <a:off x="718490" y="3071470"/>
            <a:ext cx="4411066" cy="0"/>
          </a:xfrm>
          <a:prstGeom prst="line">
            <a:avLst/>
          </a:prstGeom>
          <a:noFill/>
          <a:ln w="9525">
            <a:solidFill>
              <a:srgbClr val="B8C2CC"/>
            </a:solidFill>
            <a:prstDash val="solid"/>
          </a:ln>
        </p:spPr>
      </p:sp>
      <p:sp>
        <p:nvSpPr>
          <p:cNvPr id="46" name="S11-mark466"/>
          <p:cNvSpPr/>
          <p:nvPr/>
        </p:nvSpPr>
        <p:spPr>
          <a:xfrm>
            <a:off x="718490" y="2520086"/>
            <a:ext cx="4411066" cy="0"/>
          </a:xfrm>
          <a:prstGeom prst="line">
            <a:avLst/>
          </a:prstGeom>
          <a:noFill/>
          <a:ln w="9525">
            <a:solidFill>
              <a:srgbClr val="B8C2CC"/>
            </a:solidFill>
            <a:prstDash val="solid"/>
          </a:ln>
        </p:spPr>
      </p:sp>
      <p:sp>
        <p:nvSpPr>
          <p:cNvPr id="47" name="S11-mark467"/>
          <p:cNvSpPr/>
          <p:nvPr/>
        </p:nvSpPr>
        <p:spPr>
          <a:xfrm>
            <a:off x="718490" y="1968703"/>
            <a:ext cx="4411066" cy="0"/>
          </a:xfrm>
          <a:prstGeom prst="line">
            <a:avLst/>
          </a:prstGeom>
          <a:noFill/>
          <a:ln w="9525">
            <a:solidFill>
              <a:srgbClr val="B8C2CC"/>
            </a:solidFill>
            <a:prstDash val="solid"/>
          </a:ln>
        </p:spPr>
      </p:sp>
      <p:sp>
        <p:nvSpPr>
          <p:cNvPr id="48" name="S11-mark468"/>
          <p:cNvSpPr/>
          <p:nvPr/>
        </p:nvSpPr>
        <p:spPr>
          <a:xfrm>
            <a:off x="718490" y="1417320"/>
            <a:ext cx="4411066" cy="0"/>
          </a:xfrm>
          <a:prstGeom prst="line">
            <a:avLst/>
          </a:prstGeom>
          <a:noFill/>
          <a:ln w="9525">
            <a:solidFill>
              <a:srgbClr val="B8C2CC"/>
            </a:solidFill>
            <a:prstDash val="solid"/>
          </a:ln>
        </p:spPr>
      </p:sp>
      <p:sp>
        <p:nvSpPr>
          <p:cNvPr id="49" name="S11-mark469"/>
          <p:cNvSpPr/>
          <p:nvPr/>
        </p:nvSpPr>
        <p:spPr>
          <a:xfrm flipV="1">
            <a:off x="6177183" y="2327102"/>
            <a:ext cx="0" cy="937351"/>
          </a:xfrm>
          <a:prstGeom prst="line">
            <a:avLst/>
          </a:prstGeom>
          <a:noFill/>
          <a:ln w="38100">
            <a:solidFill>
              <a:srgbClr val="1F2937"/>
            </a:solidFill>
            <a:prstDash val="solid"/>
            <a:tailEnd type="triangle"/>
          </a:ln>
        </p:spPr>
      </p:sp>
      <p:sp>
        <p:nvSpPr>
          <p:cNvPr id="50" name="S11-mark470"/>
          <p:cNvSpPr/>
          <p:nvPr/>
        </p:nvSpPr>
        <p:spPr>
          <a:xfrm>
            <a:off x="5708508" y="2795778"/>
            <a:ext cx="937351" cy="0"/>
          </a:xfrm>
          <a:prstGeom prst="line">
            <a:avLst/>
          </a:prstGeom>
          <a:noFill/>
          <a:ln w="25400">
            <a:solidFill>
              <a:srgbClr val="1F2937"/>
            </a:solidFill>
            <a:prstDash val="solid"/>
          </a:ln>
        </p:spPr>
      </p:sp>
      <p:sp>
        <p:nvSpPr>
          <p:cNvPr id="51" name="S11-mark471"/>
          <p:cNvSpPr/>
          <p:nvPr/>
        </p:nvSpPr>
        <p:spPr>
          <a:xfrm flipV="1">
            <a:off x="7584313" y="1861735"/>
            <a:ext cx="0" cy="357296"/>
          </a:xfrm>
          <a:prstGeom prst="line">
            <a:avLst/>
          </a:prstGeom>
          <a:noFill/>
          <a:ln w="28575">
            <a:solidFill>
              <a:srgbClr val="1F2937"/>
            </a:solidFill>
            <a:prstDash val="solid"/>
          </a:ln>
        </p:spPr>
      </p:sp>
      <p:sp>
        <p:nvSpPr>
          <p:cNvPr id="52" name="S11-label473"/>
          <p:cNvSpPr txBox="1"/>
          <p:nvPr/>
        </p:nvSpPr>
        <p:spPr>
          <a:xfrm>
            <a:off x="5972967" y="188848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5972967" y="33220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8976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256169"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9021638" y="14335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249702" y="184988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344958" y="184988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249702" y="2346128"/>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195606" y="2346128"/>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950998" y="2842373"/>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344958" y="284237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494"/>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495"/>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496"/>
          <p:cNvSpPr txBox="1"/>
          <p:nvPr/>
        </p:nvSpPr>
        <p:spPr>
          <a:xfrm>
            <a:off x="548640" y="2092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497"/>
          <p:cNvSpPr txBox="1"/>
          <p:nvPr/>
        </p:nvSpPr>
        <p:spPr>
          <a:xfrm>
            <a:off x="1325880" y="2046732"/>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방위표를 그려요(위쪽이 북쪽).</a:t>
            </a:r>
            <a:endParaRPr lang="ko-KR" sz="3000" dirty="0"/>
          </a:p>
        </p:txBody>
      </p:sp>
      <p:sp>
        <p:nvSpPr>
          <p:cNvPr id="7" name="S13-stepno498"/>
          <p:cNvSpPr txBox="1"/>
          <p:nvPr/>
        </p:nvSpPr>
        <p:spPr>
          <a:xfrm>
            <a:off x="548640" y="31866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499"/>
          <p:cNvSpPr txBox="1"/>
          <p:nvPr/>
        </p:nvSpPr>
        <p:spPr>
          <a:xfrm>
            <a:off x="1325880" y="3140964"/>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먼저 그려요.</a:t>
            </a:r>
            <a:endParaRPr lang="ko-KR" sz="3000" dirty="0"/>
          </a:p>
        </p:txBody>
      </p:sp>
      <p:sp>
        <p:nvSpPr>
          <p:cNvPr id="9" name="S13-stepno500"/>
          <p:cNvSpPr txBox="1"/>
          <p:nvPr/>
        </p:nvSpPr>
        <p:spPr>
          <a:xfrm>
            <a:off x="548640" y="42351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01"/>
          <p:cNvSpPr txBox="1"/>
          <p:nvPr/>
        </p:nvSpPr>
        <p:spPr>
          <a:xfrm>
            <a:off x="1325880" y="42351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02"/>
          <p:cNvSpPr txBox="1"/>
          <p:nvPr/>
        </p:nvSpPr>
        <p:spPr>
          <a:xfrm>
            <a:off x="548640" y="4948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03"/>
          <p:cNvSpPr txBox="1"/>
          <p:nvPr/>
        </p:nvSpPr>
        <p:spPr>
          <a:xfrm>
            <a:off x="1325880" y="49484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0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0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0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0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0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0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1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1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1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15"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16"/>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17"/>
          <p:cNvSpPr/>
          <p:nvPr/>
        </p:nvSpPr>
        <p:spPr>
          <a:xfrm>
            <a:off x="3230118" y="4179346"/>
            <a:ext cx="0" cy="495748"/>
          </a:xfrm>
          <a:prstGeom prst="line">
            <a:avLst/>
          </a:prstGeom>
          <a:noFill/>
          <a:ln w="38100">
            <a:solidFill>
              <a:srgbClr val="E9762B"/>
            </a:solidFill>
            <a:prstDash val="solid"/>
            <a:tailEnd type="triangle"/>
          </a:ln>
        </p:spPr>
      </p:sp>
      <p:sp>
        <p:nvSpPr>
          <p:cNvPr id="8" name="S15-mark518"/>
          <p:cNvSpPr/>
          <p:nvPr/>
        </p:nvSpPr>
        <p:spPr>
          <a:xfrm flipV="1">
            <a:off x="3230118" y="1771426"/>
            <a:ext cx="0" cy="495748"/>
          </a:xfrm>
          <a:prstGeom prst="line">
            <a:avLst/>
          </a:prstGeom>
          <a:noFill/>
          <a:ln w="38100">
            <a:solidFill>
              <a:srgbClr val="E9762B"/>
            </a:solidFill>
            <a:prstDash val="solid"/>
            <a:tailEnd type="triangle"/>
          </a:ln>
        </p:spPr>
      </p:sp>
      <p:sp>
        <p:nvSpPr>
          <p:cNvPr id="9" name="S15-mark519"/>
          <p:cNvSpPr/>
          <p:nvPr/>
        </p:nvSpPr>
        <p:spPr>
          <a:xfrm flipH="1">
            <a:off x="1211714" y="3223260"/>
            <a:ext cx="495748" cy="0"/>
          </a:xfrm>
          <a:prstGeom prst="line">
            <a:avLst/>
          </a:prstGeom>
          <a:noFill/>
          <a:ln w="38100">
            <a:solidFill>
              <a:srgbClr val="E9762B"/>
            </a:solidFill>
            <a:prstDash val="solid"/>
            <a:tailEnd type="triangle"/>
          </a:ln>
        </p:spPr>
      </p:sp>
      <p:sp>
        <p:nvSpPr>
          <p:cNvPr id="10" name="S15-mark520"/>
          <p:cNvSpPr/>
          <p:nvPr/>
        </p:nvSpPr>
        <p:spPr>
          <a:xfrm>
            <a:off x="4752773" y="3223260"/>
            <a:ext cx="495748" cy="0"/>
          </a:xfrm>
          <a:prstGeom prst="line">
            <a:avLst/>
          </a:prstGeom>
          <a:noFill/>
          <a:ln w="38100">
            <a:solidFill>
              <a:srgbClr val="E9762B"/>
            </a:solidFill>
            <a:prstDash val="solid"/>
            <a:tailEnd type="triangle"/>
          </a:ln>
        </p:spPr>
      </p:sp>
      <p:sp>
        <p:nvSpPr>
          <p:cNvPr id="11" name="S15-label522"/>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24"/>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26"/>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28"/>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30"/>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32"/>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33"/>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34"/>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35"/>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36"/>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37"/>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38"/>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2026-10-26T09:31:18Z</dcterms:created>
  <dcterms:modified xsi:type="dcterms:W3CDTF">2026-10-26T09:31:18Z</dcterms:modified>
</cp:coreProperties>
</file>