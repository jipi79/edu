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bcae1d15-fe93-e3b6-9c19-871521774a3e}">
          <p14:sldIdLst>
            <p14:sldId id="256"/>
            <p14:sldId id="257"/>
          </p14:sldIdLst>
        </p14:section>
        <p14:section name="개념" id="{9b4cbb58-828a-bb10-63d7-17f01f19286c}">
          <p14:sldIdLst>
            <p14:sldId id="258"/>
            <p14:sldId id="259"/>
            <p14:sldId id="262"/>
            <p14:sldId id="263"/>
          </p14:sldIdLst>
        </p14:section>
        <p14:section name="연습" id="{089cb680-2539-049f-8785-30c1956485a4}">
          <p14:sldIdLst>
            <p14:sldId id="260"/>
            <p14:sldId id="261"/>
            <p14:sldId id="264"/>
            <p14:sldId id="265"/>
          </p14:sldIdLst>
        </p14:section>
        <p14:section name="개념" id="{a769883e-41ab-a32f-5a87-e353af1db3fd}">
          <p14:sldIdLst/>
        </p14:section>
        <p14:section name="연습" id="{f51411c4-f953-727e-3235-93f31c52beb6}">
          <p14:sldIdLst/>
        </p14:section>
        <p14:section name="확인" id="{cb843400-61e3-38be-c9df-b95c4fec4410}">
          <p14:sldIdLst>
            <p14:sldId id="266"/>
            <p14:sldId id="267"/>
            <p14:sldId id="268"/>
          </p14:sldIdLst>
        </p14:section>
        <p14:section name="정리" id="{e0d23e58-f5d7-710c-e19b-6048cd660ce7}">
          <p14:sldIdLst>
            <p14:sldId id="269"/>
          </p14:sldIdLst>
        </p14:section>
        <p14:section name="보충" id="{81c1aea1-fa2f-3fae-23bd-d53160cf9811}">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[S01 · 오늘의 질문과 목표]
목적: 오늘 배울 것을 알리고, 지난 시간의 별빛마을을 지도로 나타내 본다는 것을 알려 줍니다.
시간: 약 2분
이렇게 말해 보세요
- “지난 시간에는 장소 이름을 쓴 마을 그림을 봤지? 그런데 장소가 아주 많으면 이름을 다 쓰기 어려워.”
- “오늘은 장소를 간단한 모양(기호)으로 나타내고, 동서남북으로 위치를 말하는 방법을 배울 거야. 마지막에는 우리 집 둘레를 그림지도로 그려 볼 거야.”
예상 답
- “그림으로 그려요.” “글자를 작게 써요.”
막히면
- 집에 있는 안내도(아파트 안내판, 공원 안내도 사진 등)를 떠올리게 하고 “거기에 어떤 그림이 있었어?”라고 묻습니다.
주의
- 화면의 별빛마을·햇살마을과 기호는 수업을 위해 지어낸 것입니다. 실제 지도 기호와 모양이 다를 수 있습니다.
- 지난 차시의 조사 기록표(활동지 4)를 옆에 준비해 두면 S13에서 우리 집 둘레 그림지도를 그릴 때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[S02 · 선수 학습 확인(기준 장소와 앞·뒤·옆, 가까이·멀리)]
목적: 앞 차시 ‘우리 고장의 장소’(KR22-G03-SOC-PLACES-L01)에서 배운 대로 기준 장소를 넣어 위치를 말하는지 확인합니다. 오늘 방위로 말할 때도 기준 장소가 꼭 필요합니다.
시간: 약 3분
이렇게 말해 보세요
- “지난 시간의 별빛마을이야. 짙은 막대는 문이었지? ①, ②를 문장으로 말해 볼래?”
정답
- ① 공원은 학교 뒤에 있어요.
- ② 시장. “지호네에서 시장은 가까이 있어요.”
막히면
- “학교의 문은 어느 쪽에 있어?”라고 먼저 묻습니다.
- 기준 장소를 넣어 말하지 못하거나 앞·뒤를 헷갈리면 S15(보충)를 먼저 합니다.
주의
- ‘학교 위에 있어요.’라고 하면 “실제로 지붕 위에 있을까?”라고 물어 ‘뒤’로 고쳐 말하게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[S03 · 기호와 범례의 뜻]
목적: 장소를 간단한 모양으로 나타낸 것이 기호이고, 기호의 뜻을 모아 놓은 것이 범례라는 것을 알려 줍니다(목표 A).
시간: 약 3분
이렇게 말해 보세요
- “학교를 그릴 때 건물을 자세히 그리면 오래 걸리겠지? 그래서 깃발처럼 간단한 모양으로 나타내. 이런 모양을 ‘기호’라고 해.”
- “기호를 보고 무슨 장소인지 알려면 뜻을 적어 둔 곳이 필요해. 기호와 뜻을 모아 놓은 것을 ‘범례’라고 해.”
- “병원을 왜 더하기 모양으로 정했을까? 공원은 왜 나무일까?”
예상 답
- “병원 간판에 그런 모양이 있어요.” “공원에는 나무가 많아요.”
막히면
- 주변의 표지판(화장실, 비상구, 주차장 그림)을 떠올리게 하고 “글자 없이도 무엇인지 알 수 있지? 기호도 그래.”라고 말해 줍니다.
주의
- 겹동그라미(주민센터)처럼 모양만 보고 뜻을 알기 어려운 기호도 있습니다. 그래서 범례가 꼭 필요하다고 짚어 줍니다.
- 기호는 그림지도를 만드는 사람이 정할 수 있습니다. 대신 범례에 뜻을 적어야 다른 사람도 읽을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[S04 · 시범(범례를 보고 그림지도 읽기)]
목적: 별빛마을을 기호로 나타낸 그림지도를 부모가 범례를 보며 읽는 모습을 보여 줍니다(목표 A).
시간: 약 3분
이렇게 말해 보세요
- “지난 시간 별빛마을을 기호로 나타낸 그림지도야. 모눈 한 칸에 장소가 하나씩 있어. 회색 줄은 큰길이야.”
- “엄마(아빠)는 깃발 기호를 찾았어. 무슨 장소인지 모르겠으면 범례를 봐. 범례에서 깃발 옆에 ‘학교’라고 쓰여 있네. 그러니까 여기가 학교야.”
- “지난 시간 그림이랑 비교해 볼까? 학교 위쪽 칸의 나무 기호는 무엇일까?”
예상 답
- “공원이에요. 범례에서 나무 옆에 공원이라고 쓰여 있어요.”
막히면
- S02의 이름을 쓴 그림과 번갈아 보여 주고, 같은 장소를 하나씩 손가락으로 짚어 짝지어 봅니다.
주의
- 오른쪽의 방위표(북·남·동·서)는 S07에서 배웁니다. 지금은 범례만 봅니다.
- 그림지도는 위에서 내려다본 모습이라 건물의 문이 보이지 않습니다. 그래서 오늘은 앞·뒤 대신 방위로 위치를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[S05 · 범례를 보고 기호 읽기]
목적: 범례를 보고 기호가 나타내는 장소를 찾습니다(목표 A).
시간: 약 3분
이렇게 말해 보세요
- “①부터 해 볼까? 나무 기호를 범례에서 찾아봐. 뜻이 뭐라고 쓰여 있어?”
- “③은 시장 기호를 먼저 찾아야 해. 시장 기호는 어떤 모양이야? 그 바로 옆 칸에는 무슨 기호가 있어?”
정답
- ① 공원 ② 도서관 ③ 지호네 집(시장 기호 바로 오른쪽 칸의 집 기호)
막히면
- 범례의 기호와 지도의 기호를 손가락 두 개로 하나씩 짚어 같은 모양을 찾게 합니다.
주의
- 범례를 보지 않고 짐작으로 답하면 “범례에서 확인해 볼까?”라고 말해 범례를 보는 습관을 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[S06 · 장소에 어울리는 기호 만들기]
목적: 장소의 특징이 드러나는 간단한 기호를 직접 만들고, 범례처럼 뜻을 적어 봅니다(목표 A). 활동지 3에 그립니다.
시간: 약 3분
이렇게 말해 보세요
- “기호를 만들 때는 세 가지를 생각해. 간단하게, 그곳의 특징이 드러나게, 다른 기호와 헷갈리지 않게.”
- “소방서에는 무엇이 있지? 그걸 간단한 모양으로 그려 볼래?”
- “다 그렸으면 범례처럼 기호 옆에 뜻을 적어 줘.”
정답
- 예: ① 소방서 – 불꽃, 소방차, 물이 나오는 호스 ② 우체국 – 편지 봉투 ③ 놀이터 – 미끄럼틀, 그네
- 기준: 간단하고(몇 초 안에 그릴 수 있음), 장소의 특징이 드러나며, 별빛마을 기호와 헷갈리지 않고, 뜻을 적었으면 맞습니다. 정답이 하나로 정해져 있지 않습니다.
막히면
- “그곳에 가면 무엇이 보여? 거기서 무엇을 해?”라고 물어 특징을 먼저 말하게 한 뒤 그리게 합니다.
주의
- 그림을 잘 그리는지가 아니라 간단하고 알아보기 쉬운지를 봅니다. 너무 자세하면 “지도 한 칸에 들어갈 만큼 간단하게 해 볼까?”라고 말합니다.
- 여기까지가 기호를 배우는 부분입니다. 아이가 지치면 여기서 나누어 다음 날 S07부터 해도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[S07 · 방위표와 동서남북]
목적: 방위표를 읽는 법과 동서남북을 알려 줍니다. 동서남북은 내가 어느 쪽을 보든 바뀌지 않아 지도에서 위치를 말할 때 씁니다(목표 B).
시간: 약 3분
이렇게 말해 보세요
- “이것은 방위표야. 화살표가 가리키는 쪽이 북쪽이야. 북쪽을 보고 서면 오른쪽이 동쪽, 왼쪽이 서쪽, 등 뒤가 남쪽이야.”
- “같이 일어나서 해 보자. 여기를 북쪽이라고 하고 서 볼까? 오른팔을 뻗어 봐. 그쪽이 어느 방위야?”
- “그림지도에서는 보통 위쪽이 북쪽이야. 그래서 오른쪽이 동쪽, 왼쪽이 서쪽, 아래쪽이 남쪽이지.”
예상 답
- “동쪽이요.” “왼쪽은 서쪽, 뒤는 남쪽이에요.”
막히면
- 종이에 ‘북’, ‘동’, ‘남’, ‘서’를 써서 방의 네 벽에 붙이고, 부모가 부르는 방위를 손으로 가리키게 합니다.
- 동과 서가 헷갈리면 “북쪽을 보고 섰을 때 오른손 쪽이 동쪽”을 몇 번 말해 보게 합니다.
주의
- 실제 우리 집의 북쪽은 휴대 전화 지도 앱의 나침반으로 함께 확인하면 좋습니다. 아침에 해가 뜨는 쪽이 대략 동쪽이라는 것도 알려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[S08 · 시범(방위로 위치 말하기)]
목적: 부모가 기준 장소를 먼저 말하고 방위로 위치를 말하는 모습을 보여 줍니다(목표 B).
시간: 약 2분
이렇게 말해 보세요
- “학교를 기준으로 해 볼게. 공원은 학교의 위쪽 칸이지? 방위표에서 위쪽은 북쪽이야. 그러니까 ‘공원은 학교의 북쪽에 있어요.’”
- “도서관은 학교의 왼쪽, 같은 줄에 있어. 왼쪽은 서쪽이니까 ‘도서관은 학교의 서쪽에 있어요.’”
- “너도 학교를 기준으로 하나 말해 볼래?”
예상 답
- “주민센터는 학교의 동쪽에 있어요.”
막히면
- 손가락을 기준 장소(학교)에 놓고 다른 장소 쪽으로 움직인 뒤, 그 방향을 방위표에서 찾게 합니다.
주의
- 기준 장소를 바꾸면 방위도 바뀝니다. 학교에서 보면 지호네 집은 남쪽이지만, 지호네 집에서 보면 학교는 북쪽입니다.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[S09 · 그림지도에서 방위 말하기]
목적: 별빛마을 그림지도에서 기준 장소를 넣어 방위로 위치를 말합니다(목표 B).
시간: 약 3분
이렇게 말해 보세요
- “①은 학교가 기준이야. 손가락을 학교에 놓고 주민센터까지 가 봐. 어느 쪽으로 갔어? 방위표에서 그쪽은?”
- “②는 지호네 집이 기준, ③은 학교가 기준이야. 문장으로 말해 줘.”
정답
- ① 주민센터는 학교의 동쪽에 있어요.
- ② 시장은 지호네 집의 서쪽에 있어요.
- ③ 지호네 집은 학교의 남쪽에 있어요.
막히면
- 손가락 길 찾기를 다시 하고, 방위표 위에서 같은 방향으로 손가락을 움직여 보게 합니다.
- 동과 서를 바꾸어 말하면 S07의 몸으로 서 보기를 한 번 더 합니다.
주의
- ③은 큰길을 건너 남쪽에 있습니다. ‘아래쪽’이라고 말하면 “방위표로는 무엇이야?”라고 물어 ‘남쪽’으로 고쳐 말하게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[S10 · 오해 비교(방위는 내가 보는 쪽에 따라 바뀔까?)]
목적: 앞·뒤·옆은 내가 보는 쪽에 따라 바뀌지만, 동서남북은 바뀌지 않는다는 것을 비교합니다. 그래서 지도에서는 방위로 위치를 말합니다(목표 B, 오해 M2).
시간: 약 2분
이렇게 말해 보세요
- “가와 나 가운데 누구 말이 맞을까? 아침에 해가 어느 쪽에서 뜨지?”
- “네가 뒤로 돌면 해가 뜨는 쪽이 바뀔까? 그럼 동쪽도 바뀔까?”
- “그런데 앞과 뒤는 어때? 뒤로 돌면 앞이 바뀌지?”
정답
- 나. 동서남북은 내가 어느 쪽을 보든 바뀌지 않습니다(해는 언제나 동쪽에서 떠요). 앞·뒤·옆은 보는 쪽에 따라 바뀝니다. 그래서 지도에서는 동서남북으로 위치를 말합니다.
막히면
- 실제로 몸을 돌려 봅니다. 앞에 있던 물건이 뒤가 되는 것을 확인하고, 방에 붙인 ‘동’ 종이는 그대로라는 것을 보여 줍니다.
주의
- 해가 뜨는 곳은 계절에 따라 조금씩 달라지지만, 3학년에서는 ‘해는 동쪽에서 떠서 서쪽으로 진다’로 충분합니다.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[S11 · 혼자 하기(처음 보는 그림지도)]
목적: 처음 보는 그림지도에서 범례로 기호를 읽고, 기준 장소를 넣어 방위로 위치를 말하는지 확인합니다(목표 A·B).
시간: 약 3분
이렇게 말해 보세요
- “여기는 햇살마을이야. 이번에는 큰길이 남북으로 나 있어. 혼자 범례와 방위표를 보고 답해 볼래?”
정답
- ① 병원(범례에서 더하기 모양은 병원)
- ② 공원은 학교의 북쪽에 있어요.
- ③ 병원은 도서관의 남쪽에 있어요.
막히면
- 바로 알려 주지 말고 “범례를 봤어?”, “방위표에서 위쪽은?”이라고만 묻습니다.
- 도움을 받아 해결했다면 기록표에 ‘도움’으로 표시합니다.
주의
- 세 문제 모두 맞히고 ②③을 기준 장소와 함께 문장으로 말하면 목표 A·B를 이룬 것으로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[S12 · 정답과 피드백]
목적: S11의 답을 확인하고 흔한 실수와 비교합니다.
시간: 약 2분
이렇게 말해 보세요
- “네 답과 왼쪽을 비교해 보자. 오른쪽처럼 말하면 무엇이 아쉬울까?”
예상 답
- “동쪽과 서쪽을 바꿨어요.” “아래쪽 말고 남쪽이라고 해야 해요.”
정답
- ① 병원 ② 학교의 북쪽 ③ 도서관의 남쪽
막히면
- 틀린 문제는 S07(방위표)이나 S03(범례)으로 돌아가 한 번 더 확인합니다.
주의
- 이 장은 학생용 파일에서 빠집니다.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[S13 · 우리 집 둘레 그림지도 그리기]
목적: 지난 시간 조사한 장소(활동지 4)를 바탕으로 우리 집 둘레를 모눈 위에 그림지도로 나타내고, 방위로 위치를 말합니다(목표 A·B). 활동지 4·5에 그립니다.
시간: 약 6분
이렇게 말해 보세요
- “먼저 방위표를 그리자. 위쪽을 북쪽으로 할게. 우리 집 앞 큰길은 어느 쪽으로 나 있을까?”
- “우리 집을 기호로 그리고, 조사한 장소를 기호로 그려 볼래? 기호는 별빛마을 것을 써도 되고 새로 만들어도 돼.”
- “다 그렸으면 범례를 적고, 우리 집을 기준으로 한 곳의 위치를 방위로 말해 줘.”
예상 답
- 예: “도서관은 우리 집의 동쪽에 있어요.” “학교는 우리 집의 북쪽에 있어요.”
정답
- 기준: ① 방위표가 있음 ② 장소를 기호로 나타냄(세 곳 이상) ③ 범례에 기호의 뜻을 적음 ④ 우리 집을 기준으로 한 곳 이상의 위치를 방위로 말함. 네 가지를 모두 하면 잘함, 세 가지면 거의 이룸으로 봅니다. 실제 장소와 방위는 사는 곳마다 달라 정답이 정해져 있지 않습니다.
막히면
- 조사를 아직 못 했으면 우리 집과 학교, 집 가까이의 가게 두 곳처럼 아이가 아는 곳으로 그립니다.
- 실제 방위를 모르면 휴대 전화 지도 앱(나침반)이나 아침에 해가 뜨는 쪽(동쪽)으로 함께 확인합니다. 정확하지 않아도 방위표를 그리고 그 방위표에 맞게 말하면 됩니다.
주의
- 그림 솜씨가 아니라 기호·범례·방위표가 있는지를 봅니다. 시간이 모자라면 범례와 방위 말하기까지만 하고 나머지는 이어서 그려도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[S14 · 다음 학습과 복습]
목적: 핵심을 정리하고 다음 수업 첫 5분에 풀 복습 질문을 알려 줍니다.
시간: 약 2분
이렇게 말해 보세요
- “그림지도를 읽을 때 무엇을 함께 봐야 하지?”
예상 답
- “범례랑 방위표요.”
정답
- ① 기호 ② 범례 ③ 동쪽
막히면
- S03과 S07을 다시 보여 줍니다.
주의
- 오늘 그린 우리 집 둘레 그림지도를 냉장고 등에 붙여 두고, 길을 다닐 때 “지금 우리는 집의 어느 쪽으로 가고 있을까?”라고 물어보면 좋은 복습이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[S15 · 보충(기준 장소를 정해 위치 말하기)]
목적: S02에서 기준 장소를 넣어 위치를 말하지 못하면, 방위를 배우기 전에 기준 장소와 앞·뒤·옆을 먼저 다집니다.
시간: 약 4분
이렇게 말해 보세요
- “건물은 문이 있는 쪽이 앞이었지? 학교의 뒤는 어느 쪽이야?”
- “이번에는 집 안에서 해 보자. 냉장고를 기준으로 하면 냉장고 옆에는 무엇이 있어?”
정답
- 예: “냉장고 옆에는 식탁이 있어요.” (기준을 먼저 말하고 앞·뒤·옆을 알맞게 쓰면 맞음)
막히면
- 아이를 현관문 앞에 세우고 “여기가 우리 집 앞이야.”라고 몸으로 알려 줍니다.
주의
- 보충 뒤에도 기준 장소를 넣어 말하기 어렵다면 앞 차시 ‘우리 고장의 장소’(KR22-G03-SOC-PLACES-L01)의 S05~S08을 다시 한 뒤 이 차시를 시작합니다.
- 보충이 오래 걸리면 오늘은 여기까지 하고 다음 날 S02부터 다시 시작합니다.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rtlCol="0"/>
          <a:lstStyle>
            <a:lvl1pPr algn="l" indent="0" marL="0">
              <a:buNone/>
              <a:defRPr lang="en-US" sz="46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600" dirty="0"/>
          </a:p>
        </p:txBody>
      </p:sp>
      <p:sp>
        <p:nvSpPr>
          <p:cNvPr id="3" name="Text 0"/>
          <p:cNvSpPr/>
          <p:nvPr>
            <p:ph idx="101" type="body" hasCustomPrompt="1"/>
          </p:nvPr>
        </p:nvSpPr>
        <p:spPr>
          <a:xfrm>
            <a:off x="731520" y="1920240"/>
            <a:ext cx="6675120" cy="1645920"/>
          </a:xfrm>
          <a:prstGeom prst="rect">
            <a:avLst/>
          </a:prstGeom>
          <a:noFill/>
          <a:ln/>
        </p:spPr>
        <p:txBody>
          <a:bodyPr wrap="square" rtlCol="0"/>
          <a:lstStyle>
            <a:lvl1pPr indent="0" marL="0">
              <a:buNone/>
              <a:defRPr lang="en-US" sz="3000" dirty="0">
                <a:solidFill>
                  <a:srgbClr val="C9DCD8"/>
                </a:solidFill>
                <a:latin typeface="맑은 고딕" pitchFamily="34" charset="0"/>
                <a:ea typeface="맑은 고딕" pitchFamily="34" charset="-122"/>
                <a:cs typeface="맑은 고딕" pitchFamily="34" charset="-120"/>
              </a:defRPr>
            </a:lvl1pPr>
          </a:lstStyle>
          <a:p>
            <a:pPr indent="0" marL="0">
              <a:buNone/>
            </a:pPr>
            <a:endParaRPr lang="en-US" sz="3000" dirty="0"/>
          </a:p>
        </p:txBody>
      </p:sp>
      <p:sp>
        <p:nvSpPr>
          <p:cNvPr id="4"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초3 사회·역사 · 지역과공간 · 2차시</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초3 사회·역사 · 그림과 기호로 나타내기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초3 사회·역사 · 그림과 기호로 나타내기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UPPORT">
    <p:bg>
      <p:bgPr>
        <a:solidFill>
          <a:srgbClr val="F4F7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보충 자료 · 초3 사회·역사 · 그림과 기호로 나타내기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lIns="0" tIns="0" rIns="0" bIns="0" rtlCol="0" anchor="ctr"/>
          <a:lstStyle/>
          <a:p>
            <a:pPr eaLnBrk="0" algn="l" indent="0" marL="0">
              <a:buNone/>
            </a:pPr>
            <a:r>
              <a:rPr lang="ko-KR" altLang="en-US" sz="4400" b="1" dirty="0">
                <a:solidFill>
                  <a:srgbClr val="FFFFFF"/>
                </a:solidFill>
                <a:latin typeface="맑은 고딕" pitchFamily="34" charset="0"/>
                <a:ea typeface="맑은 고딕" pitchFamily="34" charset="-122"/>
                <a:cs typeface="맑은 고딕" pitchFamily="34" charset="-120"/>
              </a:rPr>
              <a:t>그림과 기호로 나타내기</a:t>
            </a:r>
            <a:endParaRPr lang="ko-KR" sz="4600" dirty="0"/>
          </a:p>
        </p:txBody>
      </p:sp>
      <p:sp>
        <p:nvSpPr>
          <p:cNvPr id="3" name="Text 0"/>
          <p:cNvSpPr/>
          <p:nvPr>
            <p:ph idx="101" type="body" hasCustomPrompt="1"/>
          </p:nvPr>
        </p:nvSpPr>
        <p:spPr>
          <a:xfrm>
            <a:off x="731520" y="1920240"/>
            <a:ext cx="6675120" cy="1645920"/>
          </a:xfrm>
          <a:prstGeom prst="rect">
            <a:avLst/>
          </a:prstGeom>
          <a:noFill/>
          <a:ln/>
        </p:spPr>
        <p:txBody>
          <a:bodyPr wrap="square" lIns="0" tIns="0" rIns="0" bIns="0" rtlCol="0" anchor="t"/>
          <a:lstStyle/>
          <a:p>
            <a:pPr eaLnBrk="0" indent="0" marL="0">
              <a:buNone/>
            </a:pPr>
            <a:r>
              <a:rPr lang="ko-KR" altLang="en-US" sz="3000" dirty="0">
                <a:solidFill>
                  <a:srgbClr val="C9DCD8"/>
                </a:solidFill>
                <a:latin typeface="맑은 고딕" pitchFamily="34" charset="0"/>
                <a:ea typeface="맑은 고딕" pitchFamily="34" charset="-122"/>
                <a:cs typeface="맑은 고딕" pitchFamily="34" charset="-120"/>
              </a:rPr>
              <a:t>우리 고장을 그림지도로</a:t>
            </a:r>
            <a:endParaRPr lang="ko-KR" sz="3000" dirty="0"/>
          </a:p>
          <a:p>
            <a:pPr eaLnBrk="0" indent="0" marL="0">
              <a:buNone/>
            </a:pPr>
            <a:r>
              <a:rPr lang="ko-KR" altLang="en-US" sz="3000" dirty="0">
                <a:solidFill>
                  <a:srgbClr val="C9DCD8"/>
                </a:solidFill>
                <a:latin typeface="맑은 고딕" pitchFamily="34" charset="0"/>
                <a:ea typeface="맑은 고딕" pitchFamily="34" charset="-122"/>
                <a:cs typeface="맑은 고딕" pitchFamily="34" charset="-120"/>
              </a:rPr>
              <a:t>어떻게 나타낼까?</a:t>
            </a:r>
            <a:endParaRPr lang="ko-KR" sz="3000" dirty="0"/>
          </a:p>
        </p:txBody>
      </p:sp>
      <p:sp>
        <p:nvSpPr>
          <p:cNvPr id="4" name="S01-card1"/>
          <p:cNvSpPr/>
          <p:nvPr/>
        </p:nvSpPr>
        <p:spPr>
          <a:xfrm>
            <a:off x="731520" y="4436364"/>
            <a:ext cx="10725912" cy="1690116"/>
          </a:xfrm>
          <a:prstGeom prst="roundRect">
            <a:avLst>
              <a:gd name="adj" fmla="val 6492"/>
            </a:avLst>
          </a:prstGeom>
          <a:solidFill>
            <a:srgbClr val="32606F"/>
          </a:solidFill>
          <a:ln w="12700">
            <a:solidFill>
              <a:srgbClr val="32606F"/>
            </a:solidFill>
            <a:prstDash val="solid"/>
          </a:ln>
        </p:spPr>
      </p:sp>
      <p:sp>
        <p:nvSpPr>
          <p:cNvPr id="5" name="S01-cardtext2"/>
          <p:cNvSpPr txBox="1"/>
          <p:nvPr/>
        </p:nvSpPr>
        <p:spPr>
          <a:xfrm>
            <a:off x="1005840" y="4573524"/>
            <a:ext cx="10177272" cy="1415796"/>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FFFFFF"/>
                </a:solidFill>
                <a:latin typeface="맑은 고딕" pitchFamily="34" charset="0"/>
                <a:ea typeface="맑은 고딕" pitchFamily="34" charset="-122"/>
                <a:cs typeface="맑은 고딕" pitchFamily="34" charset="-120"/>
              </a:rPr>
              <a:t>오늘 할 수 있게 될 것</a:t>
            </a:r>
            <a:endParaRPr lang="ko-KR" sz="3000" dirty="0"/>
          </a:p>
          <a:p>
            <a:pPr eaLnBrk="0" indent="0" marL="0">
              <a:spcAft>
                <a:spcPts val="600"/>
              </a:spcAft>
              <a:buNone/>
            </a:pPr>
            <a:r>
              <a:rPr lang="ko-KR" altLang="en-US" sz="2400" dirty="0">
                <a:solidFill>
                  <a:srgbClr val="FFFFFF"/>
                </a:solidFill>
                <a:latin typeface="맑은 고딕" pitchFamily="34" charset="0"/>
                <a:ea typeface="맑은 고딕" pitchFamily="34" charset="-122"/>
                <a:cs typeface="맑은 고딕" pitchFamily="34" charset="-120"/>
              </a:rPr>
              <a:t>① 기호와 범례를 보고 그림지도를 읽어요.</a:t>
            </a:r>
            <a:endParaRPr lang="ko-KR" sz="3000" dirty="0"/>
          </a:p>
          <a:p>
            <a:pPr eaLnBrk="0" indent="0" marL="0">
              <a:spcAft>
                <a:spcPts val="600"/>
              </a:spcAft>
              <a:buNone/>
            </a:pPr>
            <a:r>
              <a:rPr lang="ko-KR" altLang="en-US" sz="2400" dirty="0">
                <a:solidFill>
                  <a:srgbClr val="FFFFFF"/>
                </a:solidFill>
                <a:latin typeface="맑은 고딕" pitchFamily="34" charset="0"/>
                <a:ea typeface="맑은 고딕" pitchFamily="34" charset="-122"/>
                <a:cs typeface="맑은 고딕" pitchFamily="34" charset="-120"/>
              </a:rPr>
              <a:t>② 동서남북으로 위치를 말하고 그림지도를 그려요.</a:t>
            </a:r>
            <a:endParaRPr lang="ko-KR"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지난 시간 떠올리기</a:t>
            </a:r>
            <a:endParaRPr lang="ko-KR" sz="4000" dirty="0"/>
          </a:p>
        </p:txBody>
      </p:sp>
      <p:sp>
        <p:nvSpPr>
          <p:cNvPr id="3" name="S02-card3"/>
          <p:cNvSpPr/>
          <p:nvPr/>
        </p:nvSpPr>
        <p:spPr>
          <a:xfrm>
            <a:off x="548640" y="4959096"/>
            <a:ext cx="11091672" cy="1258824"/>
          </a:xfrm>
          <a:prstGeom prst="roundRect">
            <a:avLst>
              <a:gd name="adj" fmla="val 8717"/>
            </a:avLst>
          </a:prstGeom>
          <a:solidFill>
            <a:srgbClr val="FDEBDD"/>
          </a:solidFill>
          <a:ln w="12700">
            <a:solidFill>
              <a:srgbClr val="FDEBDD"/>
            </a:solidFill>
            <a:prstDash val="solid"/>
          </a:ln>
        </p:spPr>
      </p:sp>
      <p:sp>
        <p:nvSpPr>
          <p:cNvPr id="4" name="S02-cardtext4"/>
          <p:cNvSpPr txBox="1"/>
          <p:nvPr/>
        </p:nvSpPr>
        <p:spPr>
          <a:xfrm>
            <a:off x="822960" y="5096256"/>
            <a:ext cx="10543032"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① 공원은 학교의 어디에 있나요?</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② 시장과 병원 중 지호네에서 가까운 곳은?</a:t>
            </a:r>
            <a:endParaRPr lang="ko-KR" sz="3000" dirty="0"/>
          </a:p>
        </p:txBody>
      </p:sp>
      <p:sp>
        <p:nvSpPr>
          <p:cNvPr id="5" name="S02-figure5" descr="별빛마을 그림: 가운데에 가로로 큰길이 있다. 큰길 위쪽에 왼쪽부터 도서관, 학교, 주민센터가 있고 문은 큰길 쪽이다. 학교 뒤(위쪽)에 공원이 있다. 큰길 아래쪽에 왼쪽부터 시장, 지호네, 병원이 있고 지호네는 학교 앞(길 건너)이다. 시장은 지호네 바로 옆이고 병원은 지호네에서 멀다."/>
          <p:cNvSpPr/>
          <p:nvPr/>
        </p:nvSpPr>
        <p:spPr>
          <a:xfrm>
            <a:off x="1244551" y="3149436"/>
            <a:ext cx="9699850" cy="554277"/>
          </a:xfrm>
          <a:custGeom>
            <a:avLst/>
            <a:gdLst/>
            <a:ahLst/>
            <a:cxnLst/>
            <a:rect l="l" t="t" r="r" b="b"/>
            <a:pathLst>
              <a:path w="9699850" h="554277">
                <a:moveTo>
                  <a:pt x="0" y="554277"/>
                </a:moveTo>
                <a:lnTo>
                  <a:pt x="9699850" y="554277"/>
                </a:lnTo>
                <a:lnTo>
                  <a:pt x="9699850" y="0"/>
                </a:lnTo>
                <a:lnTo>
                  <a:pt x="0" y="0"/>
                </a:lnTo>
                <a:close/>
              </a:path>
            </a:pathLst>
          </a:custGeom>
          <a:solidFill>
            <a:srgbClr val="E5E7EB"/>
          </a:solidFill>
          <a:ln/>
        </p:spPr>
      </p:sp>
      <p:sp>
        <p:nvSpPr>
          <p:cNvPr id="6" name="S02-mark6"/>
          <p:cNvSpPr/>
          <p:nvPr/>
        </p:nvSpPr>
        <p:spPr>
          <a:xfrm>
            <a:off x="1590974" y="2214093"/>
            <a:ext cx="1939970" cy="762131"/>
          </a:xfrm>
          <a:custGeom>
            <a:avLst/>
            <a:gdLst/>
            <a:ahLst/>
            <a:cxnLst/>
            <a:rect l="l" t="t" r="r" b="b"/>
            <a:pathLst>
              <a:path w="1939970" h="762131">
                <a:moveTo>
                  <a:pt x="0" y="762131"/>
                </a:moveTo>
                <a:lnTo>
                  <a:pt x="1939970" y="762131"/>
                </a:lnTo>
                <a:lnTo>
                  <a:pt x="1939970" y="0"/>
                </a:lnTo>
                <a:lnTo>
                  <a:pt x="0" y="0"/>
                </a:lnTo>
                <a:close/>
              </a:path>
            </a:pathLst>
          </a:custGeom>
          <a:solidFill>
            <a:srgbClr val="EAF3F1"/>
          </a:solidFill>
          <a:ln w="19050">
            <a:solidFill>
              <a:srgbClr val="1F2937"/>
            </a:solidFill>
            <a:prstDash val="solid"/>
          </a:ln>
        </p:spPr>
      </p:sp>
      <p:sp>
        <p:nvSpPr>
          <p:cNvPr id="7" name="S02-mark7"/>
          <p:cNvSpPr/>
          <p:nvPr/>
        </p:nvSpPr>
        <p:spPr>
          <a:xfrm>
            <a:off x="2283821" y="2837655"/>
            <a:ext cx="554277" cy="138569"/>
          </a:xfrm>
          <a:custGeom>
            <a:avLst/>
            <a:gdLst/>
            <a:ahLst/>
            <a:cxnLst/>
            <a:rect l="l" t="t" r="r" b="b"/>
            <a:pathLst>
              <a:path w="554277" h="138569">
                <a:moveTo>
                  <a:pt x="0" y="138569"/>
                </a:moveTo>
                <a:lnTo>
                  <a:pt x="554277" y="138569"/>
                </a:lnTo>
                <a:lnTo>
                  <a:pt x="554277" y="0"/>
                </a:lnTo>
                <a:lnTo>
                  <a:pt x="0" y="0"/>
                </a:lnTo>
                <a:close/>
              </a:path>
            </a:pathLst>
          </a:custGeom>
          <a:solidFill>
            <a:srgbClr val="264653"/>
          </a:solidFill>
          <a:ln/>
        </p:spPr>
      </p:sp>
      <p:sp>
        <p:nvSpPr>
          <p:cNvPr id="8" name="S02-mark8"/>
          <p:cNvSpPr/>
          <p:nvPr/>
        </p:nvSpPr>
        <p:spPr>
          <a:xfrm>
            <a:off x="4431645" y="2214093"/>
            <a:ext cx="2632817" cy="762131"/>
          </a:xfrm>
          <a:custGeom>
            <a:avLst/>
            <a:gdLst/>
            <a:ahLst/>
            <a:cxnLst/>
            <a:rect l="l" t="t" r="r" b="b"/>
            <a:pathLst>
              <a:path w="2632817" h="762131">
                <a:moveTo>
                  <a:pt x="0" y="762131"/>
                </a:moveTo>
                <a:lnTo>
                  <a:pt x="2632817" y="762131"/>
                </a:lnTo>
                <a:lnTo>
                  <a:pt x="2632817" y="0"/>
                </a:lnTo>
                <a:lnTo>
                  <a:pt x="0" y="0"/>
                </a:lnTo>
                <a:close/>
              </a:path>
            </a:pathLst>
          </a:custGeom>
          <a:solidFill>
            <a:srgbClr val="EAF3F1"/>
          </a:solidFill>
          <a:ln w="19050">
            <a:solidFill>
              <a:srgbClr val="1F2937"/>
            </a:solidFill>
            <a:prstDash val="solid"/>
          </a:ln>
        </p:spPr>
      </p:sp>
      <p:sp>
        <p:nvSpPr>
          <p:cNvPr id="9" name="S02-mark9"/>
          <p:cNvSpPr/>
          <p:nvPr/>
        </p:nvSpPr>
        <p:spPr>
          <a:xfrm>
            <a:off x="5470914" y="2837655"/>
            <a:ext cx="554277" cy="138569"/>
          </a:xfrm>
          <a:custGeom>
            <a:avLst/>
            <a:gdLst/>
            <a:ahLst/>
            <a:cxnLst/>
            <a:rect l="l" t="t" r="r" b="b"/>
            <a:pathLst>
              <a:path w="554277" h="138569">
                <a:moveTo>
                  <a:pt x="0" y="138569"/>
                </a:moveTo>
                <a:lnTo>
                  <a:pt x="554277" y="138569"/>
                </a:lnTo>
                <a:lnTo>
                  <a:pt x="554277" y="0"/>
                </a:lnTo>
                <a:lnTo>
                  <a:pt x="0" y="0"/>
                </a:lnTo>
                <a:close/>
              </a:path>
            </a:pathLst>
          </a:custGeom>
          <a:solidFill>
            <a:srgbClr val="264653"/>
          </a:solidFill>
          <a:ln/>
        </p:spPr>
      </p:sp>
      <p:sp>
        <p:nvSpPr>
          <p:cNvPr id="10" name="S02-mark10"/>
          <p:cNvSpPr/>
          <p:nvPr/>
        </p:nvSpPr>
        <p:spPr>
          <a:xfrm>
            <a:off x="7965161" y="2214093"/>
            <a:ext cx="2494247" cy="762131"/>
          </a:xfrm>
          <a:custGeom>
            <a:avLst/>
            <a:gdLst/>
            <a:ahLst/>
            <a:cxnLst/>
            <a:rect l="l" t="t" r="r" b="b"/>
            <a:pathLst>
              <a:path w="2494247" h="762131">
                <a:moveTo>
                  <a:pt x="0" y="762131"/>
                </a:moveTo>
                <a:lnTo>
                  <a:pt x="2494247" y="762131"/>
                </a:lnTo>
                <a:lnTo>
                  <a:pt x="2494247" y="0"/>
                </a:lnTo>
                <a:lnTo>
                  <a:pt x="0" y="0"/>
                </a:lnTo>
                <a:close/>
              </a:path>
            </a:pathLst>
          </a:custGeom>
          <a:solidFill>
            <a:srgbClr val="EAF3F1"/>
          </a:solidFill>
          <a:ln w="19050">
            <a:solidFill>
              <a:srgbClr val="1F2937"/>
            </a:solidFill>
            <a:prstDash val="solid"/>
          </a:ln>
        </p:spPr>
      </p:sp>
      <p:sp>
        <p:nvSpPr>
          <p:cNvPr id="11" name="S02-mark11"/>
          <p:cNvSpPr/>
          <p:nvPr/>
        </p:nvSpPr>
        <p:spPr>
          <a:xfrm>
            <a:off x="8935146" y="2837655"/>
            <a:ext cx="554277" cy="138569"/>
          </a:xfrm>
          <a:custGeom>
            <a:avLst/>
            <a:gdLst/>
            <a:ahLst/>
            <a:cxnLst/>
            <a:rect l="l" t="t" r="r" b="b"/>
            <a:pathLst>
              <a:path w="554277" h="138569">
                <a:moveTo>
                  <a:pt x="0" y="138569"/>
                </a:moveTo>
                <a:lnTo>
                  <a:pt x="554277" y="138569"/>
                </a:lnTo>
                <a:lnTo>
                  <a:pt x="554277" y="0"/>
                </a:lnTo>
                <a:lnTo>
                  <a:pt x="0" y="0"/>
                </a:lnTo>
                <a:close/>
              </a:path>
            </a:pathLst>
          </a:custGeom>
          <a:solidFill>
            <a:srgbClr val="264653"/>
          </a:solidFill>
          <a:ln/>
        </p:spPr>
      </p:sp>
      <p:sp>
        <p:nvSpPr>
          <p:cNvPr id="12" name="S02-mark12"/>
          <p:cNvSpPr/>
          <p:nvPr/>
        </p:nvSpPr>
        <p:spPr>
          <a:xfrm>
            <a:off x="4431645" y="1417320"/>
            <a:ext cx="2632817" cy="623562"/>
          </a:xfrm>
          <a:custGeom>
            <a:avLst/>
            <a:gdLst/>
            <a:ahLst/>
            <a:cxnLst/>
            <a:rect l="l" t="t" r="r" b="b"/>
            <a:pathLst>
              <a:path w="2632817" h="623562">
                <a:moveTo>
                  <a:pt x="0" y="623562"/>
                </a:moveTo>
                <a:lnTo>
                  <a:pt x="2632817" y="623562"/>
                </a:lnTo>
                <a:lnTo>
                  <a:pt x="2632817" y="0"/>
                </a:lnTo>
                <a:lnTo>
                  <a:pt x="0" y="0"/>
                </a:lnTo>
                <a:close/>
              </a:path>
            </a:pathLst>
          </a:custGeom>
          <a:solidFill>
            <a:srgbClr val="D9EFD3"/>
          </a:solidFill>
          <a:ln w="19050">
            <a:solidFill>
              <a:srgbClr val="1F2937"/>
            </a:solidFill>
            <a:prstDash val="solid"/>
          </a:ln>
        </p:spPr>
      </p:sp>
      <p:sp>
        <p:nvSpPr>
          <p:cNvPr id="13" name="S02-mark13"/>
          <p:cNvSpPr/>
          <p:nvPr/>
        </p:nvSpPr>
        <p:spPr>
          <a:xfrm>
            <a:off x="2768813" y="3876925"/>
            <a:ext cx="1939970" cy="762131"/>
          </a:xfrm>
          <a:custGeom>
            <a:avLst/>
            <a:gdLst/>
            <a:ahLst/>
            <a:cxnLst/>
            <a:rect l="l" t="t" r="r" b="b"/>
            <a:pathLst>
              <a:path w="1939970" h="762131">
                <a:moveTo>
                  <a:pt x="0" y="762131"/>
                </a:moveTo>
                <a:lnTo>
                  <a:pt x="1939970" y="762131"/>
                </a:lnTo>
                <a:lnTo>
                  <a:pt x="1939970" y="0"/>
                </a:lnTo>
                <a:lnTo>
                  <a:pt x="0" y="0"/>
                </a:lnTo>
                <a:close/>
              </a:path>
            </a:pathLst>
          </a:custGeom>
          <a:solidFill>
            <a:srgbClr val="EAF3F1"/>
          </a:solidFill>
          <a:ln w="19050">
            <a:solidFill>
              <a:srgbClr val="1F2937"/>
            </a:solidFill>
            <a:prstDash val="solid"/>
          </a:ln>
        </p:spPr>
      </p:sp>
      <p:sp>
        <p:nvSpPr>
          <p:cNvPr id="14" name="S02-mark14"/>
          <p:cNvSpPr/>
          <p:nvPr/>
        </p:nvSpPr>
        <p:spPr>
          <a:xfrm>
            <a:off x="3461659" y="3876925"/>
            <a:ext cx="554277" cy="138569"/>
          </a:xfrm>
          <a:custGeom>
            <a:avLst/>
            <a:gdLst/>
            <a:ahLst/>
            <a:cxnLst/>
            <a:rect l="l" t="t" r="r" b="b"/>
            <a:pathLst>
              <a:path w="554277" h="138569">
                <a:moveTo>
                  <a:pt x="0" y="138569"/>
                </a:moveTo>
                <a:lnTo>
                  <a:pt x="554277" y="138569"/>
                </a:lnTo>
                <a:lnTo>
                  <a:pt x="554277" y="0"/>
                </a:lnTo>
                <a:lnTo>
                  <a:pt x="0" y="0"/>
                </a:lnTo>
                <a:close/>
              </a:path>
            </a:pathLst>
          </a:custGeom>
          <a:solidFill>
            <a:srgbClr val="264653"/>
          </a:solidFill>
          <a:ln/>
        </p:spPr>
      </p:sp>
      <p:sp>
        <p:nvSpPr>
          <p:cNvPr id="15" name="S02-mark15"/>
          <p:cNvSpPr/>
          <p:nvPr/>
        </p:nvSpPr>
        <p:spPr>
          <a:xfrm>
            <a:off x="4985922" y="3876925"/>
            <a:ext cx="1524262" cy="762131"/>
          </a:xfrm>
          <a:custGeom>
            <a:avLst/>
            <a:gdLst/>
            <a:ahLst/>
            <a:cxnLst/>
            <a:rect l="l" t="t" r="r" b="b"/>
            <a:pathLst>
              <a:path w="1524262" h="762131">
                <a:moveTo>
                  <a:pt x="0" y="762131"/>
                </a:moveTo>
                <a:lnTo>
                  <a:pt x="1524262" y="762131"/>
                </a:lnTo>
                <a:lnTo>
                  <a:pt x="1524262" y="0"/>
                </a:lnTo>
                <a:lnTo>
                  <a:pt x="0" y="0"/>
                </a:lnTo>
                <a:close/>
              </a:path>
            </a:pathLst>
          </a:custGeom>
          <a:solidFill>
            <a:srgbClr val="EAF3F1"/>
          </a:solidFill>
          <a:ln w="19050">
            <a:solidFill>
              <a:srgbClr val="1F2937"/>
            </a:solidFill>
            <a:prstDash val="solid"/>
          </a:ln>
        </p:spPr>
      </p:sp>
      <p:sp>
        <p:nvSpPr>
          <p:cNvPr id="16" name="S02-mark16"/>
          <p:cNvSpPr/>
          <p:nvPr/>
        </p:nvSpPr>
        <p:spPr>
          <a:xfrm>
            <a:off x="5470914" y="3876925"/>
            <a:ext cx="554277" cy="138569"/>
          </a:xfrm>
          <a:custGeom>
            <a:avLst/>
            <a:gdLst/>
            <a:ahLst/>
            <a:cxnLst/>
            <a:rect l="l" t="t" r="r" b="b"/>
            <a:pathLst>
              <a:path w="554277" h="138569">
                <a:moveTo>
                  <a:pt x="0" y="138569"/>
                </a:moveTo>
                <a:lnTo>
                  <a:pt x="554277" y="138569"/>
                </a:lnTo>
                <a:lnTo>
                  <a:pt x="554277" y="0"/>
                </a:lnTo>
                <a:lnTo>
                  <a:pt x="0" y="0"/>
                </a:lnTo>
                <a:close/>
              </a:path>
            </a:pathLst>
          </a:custGeom>
          <a:solidFill>
            <a:srgbClr val="264653"/>
          </a:solidFill>
          <a:ln/>
        </p:spPr>
      </p:sp>
      <p:sp>
        <p:nvSpPr>
          <p:cNvPr id="17" name="S02-mark17"/>
          <p:cNvSpPr/>
          <p:nvPr/>
        </p:nvSpPr>
        <p:spPr>
          <a:xfrm>
            <a:off x="8450154" y="3876925"/>
            <a:ext cx="1939970" cy="762131"/>
          </a:xfrm>
          <a:custGeom>
            <a:avLst/>
            <a:gdLst/>
            <a:ahLst/>
            <a:cxnLst/>
            <a:rect l="l" t="t" r="r" b="b"/>
            <a:pathLst>
              <a:path w="1939970" h="762131">
                <a:moveTo>
                  <a:pt x="0" y="762131"/>
                </a:moveTo>
                <a:lnTo>
                  <a:pt x="1939970" y="762131"/>
                </a:lnTo>
                <a:lnTo>
                  <a:pt x="1939970" y="0"/>
                </a:lnTo>
                <a:lnTo>
                  <a:pt x="0" y="0"/>
                </a:lnTo>
                <a:close/>
              </a:path>
            </a:pathLst>
          </a:custGeom>
          <a:solidFill>
            <a:srgbClr val="EAF3F1"/>
          </a:solidFill>
          <a:ln w="19050">
            <a:solidFill>
              <a:srgbClr val="1F2937"/>
            </a:solidFill>
            <a:prstDash val="solid"/>
          </a:ln>
        </p:spPr>
      </p:sp>
      <p:sp>
        <p:nvSpPr>
          <p:cNvPr id="18" name="S02-mark18"/>
          <p:cNvSpPr/>
          <p:nvPr/>
        </p:nvSpPr>
        <p:spPr>
          <a:xfrm>
            <a:off x="9143000" y="3876925"/>
            <a:ext cx="554277" cy="138569"/>
          </a:xfrm>
          <a:custGeom>
            <a:avLst/>
            <a:gdLst/>
            <a:ahLst/>
            <a:cxnLst/>
            <a:rect l="l" t="t" r="r" b="b"/>
            <a:pathLst>
              <a:path w="554277" h="138569">
                <a:moveTo>
                  <a:pt x="0" y="138569"/>
                </a:moveTo>
                <a:lnTo>
                  <a:pt x="554277" y="138569"/>
                </a:lnTo>
                <a:lnTo>
                  <a:pt x="554277" y="0"/>
                </a:lnTo>
                <a:lnTo>
                  <a:pt x="0" y="0"/>
                </a:lnTo>
                <a:close/>
              </a:path>
            </a:pathLst>
          </a:custGeom>
          <a:solidFill>
            <a:srgbClr val="264653"/>
          </a:solidFill>
          <a:ln/>
        </p:spPr>
      </p:sp>
      <p:sp>
        <p:nvSpPr>
          <p:cNvPr id="19" name="S02-label20"/>
          <p:cNvSpPr txBox="1"/>
          <p:nvPr/>
        </p:nvSpPr>
        <p:spPr>
          <a:xfrm>
            <a:off x="2058039" y="2404659"/>
            <a:ext cx="1005840"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도서관</a:t>
            </a:r>
            <a:endParaRPr lang="ko-KR" sz="2400" dirty="0"/>
          </a:p>
        </p:txBody>
      </p:sp>
      <p:sp>
        <p:nvSpPr>
          <p:cNvPr id="20" name="S02-label22"/>
          <p:cNvSpPr txBox="1"/>
          <p:nvPr/>
        </p:nvSpPr>
        <p:spPr>
          <a:xfrm>
            <a:off x="5394485" y="2404659"/>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학교</a:t>
            </a:r>
            <a:endParaRPr lang="ko-KR" sz="2400" dirty="0"/>
          </a:p>
        </p:txBody>
      </p:sp>
      <p:sp>
        <p:nvSpPr>
          <p:cNvPr id="21" name="S02-label24"/>
          <p:cNvSpPr txBox="1"/>
          <p:nvPr/>
        </p:nvSpPr>
        <p:spPr>
          <a:xfrm>
            <a:off x="8560013" y="2404659"/>
            <a:ext cx="1304544"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주민센터</a:t>
            </a:r>
            <a:endParaRPr lang="ko-KR" sz="2400" dirty="0"/>
          </a:p>
        </p:txBody>
      </p:sp>
      <p:sp>
        <p:nvSpPr>
          <p:cNvPr id="22" name="S02-label26"/>
          <p:cNvSpPr txBox="1"/>
          <p:nvPr/>
        </p:nvSpPr>
        <p:spPr>
          <a:xfrm>
            <a:off x="5394485" y="1538601"/>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공원</a:t>
            </a:r>
            <a:endParaRPr lang="ko-KR" sz="2400" dirty="0"/>
          </a:p>
        </p:txBody>
      </p:sp>
      <p:sp>
        <p:nvSpPr>
          <p:cNvPr id="23" name="S02-label28"/>
          <p:cNvSpPr txBox="1"/>
          <p:nvPr/>
        </p:nvSpPr>
        <p:spPr>
          <a:xfrm>
            <a:off x="3385230" y="4067490"/>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시장</a:t>
            </a:r>
            <a:endParaRPr lang="ko-KR" sz="2400" dirty="0"/>
          </a:p>
        </p:txBody>
      </p:sp>
      <p:sp>
        <p:nvSpPr>
          <p:cNvPr id="24" name="S02-label30"/>
          <p:cNvSpPr txBox="1"/>
          <p:nvPr/>
        </p:nvSpPr>
        <p:spPr>
          <a:xfrm>
            <a:off x="5245133" y="4067490"/>
            <a:ext cx="1005840"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지호네</a:t>
            </a:r>
            <a:endParaRPr lang="ko-KR" sz="2400" dirty="0"/>
          </a:p>
        </p:txBody>
      </p:sp>
      <p:sp>
        <p:nvSpPr>
          <p:cNvPr id="25" name="S02-label32"/>
          <p:cNvSpPr txBox="1"/>
          <p:nvPr/>
        </p:nvSpPr>
        <p:spPr>
          <a:xfrm>
            <a:off x="9066571" y="4067490"/>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병원</a:t>
            </a:r>
            <a:endParaRPr lang="ko-KR" sz="2400" dirty="0"/>
          </a:p>
        </p:txBody>
      </p:sp>
      <p:sp>
        <p:nvSpPr>
          <p:cNvPr id="26" name="S02-label34"/>
          <p:cNvSpPr txBox="1"/>
          <p:nvPr/>
        </p:nvSpPr>
        <p:spPr>
          <a:xfrm>
            <a:off x="9967271" y="3236075"/>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4B5563"/>
                </a:solidFill>
                <a:latin typeface="맑은 고딕" pitchFamily="34" charset="0"/>
                <a:ea typeface="맑은 고딕" pitchFamily="34" charset="-122"/>
                <a:cs typeface="맑은 고딕" pitchFamily="34" charset="-120"/>
              </a:rPr>
              <a:t>큰길</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기호와 범례</a:t>
            </a:r>
            <a:endParaRPr lang="ko-KR" sz="4000" dirty="0"/>
          </a:p>
        </p:txBody>
      </p:sp>
      <p:sp>
        <p:nvSpPr>
          <p:cNvPr id="3" name="S03-text35"/>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장소를 간단한 모양으로 나타낸 것이 기호예요.</a:t>
            </a:r>
            <a:endParaRPr lang="ko-KR" sz="3000" dirty="0"/>
          </a:p>
        </p:txBody>
      </p:sp>
      <p:sp>
        <p:nvSpPr>
          <p:cNvPr id="4" name="S03-card36"/>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03-cardtext37"/>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기호와 그 뜻을 모아 놓은 것을 범례라고 해요.</a:t>
            </a:r>
            <a:endParaRPr lang="ko-KR" sz="3000" dirty="0"/>
          </a:p>
        </p:txBody>
      </p:sp>
      <p:sp>
        <p:nvSpPr>
          <p:cNvPr id="6" name="S03-figure38" descr="그림지도 기호 일곱 가지: 깃발은 학교, 더하기 모양은 병원, 나무는 공원, 펼친 책은 도서관, 겹동그라미는 주민센터, 장바구니는 시장, 집 모양은 집"/>
          <p:cNvSpPr/>
          <p:nvPr/>
        </p:nvSpPr>
        <p:spPr>
          <a:xfrm>
            <a:off x="1315212" y="2137046"/>
            <a:ext cx="457995" cy="271405"/>
          </a:xfrm>
          <a:custGeom>
            <a:avLst/>
            <a:gdLst/>
            <a:ahLst/>
            <a:cxnLst/>
            <a:rect l="l" t="t" r="r" b="b"/>
            <a:pathLst>
              <a:path w="457995" h="271405">
                <a:moveTo>
                  <a:pt x="0" y="0"/>
                </a:moveTo>
                <a:lnTo>
                  <a:pt x="457995" y="135702"/>
                </a:lnTo>
                <a:lnTo>
                  <a:pt x="0" y="271405"/>
                </a:lnTo>
                <a:close/>
              </a:path>
            </a:pathLst>
          </a:custGeom>
          <a:solidFill>
            <a:srgbClr val="E9762B"/>
          </a:solidFill>
          <a:ln w="15875">
            <a:solidFill>
              <a:srgbClr val="1F2937"/>
            </a:solidFill>
            <a:prstDash val="solid"/>
          </a:ln>
        </p:spPr>
      </p:sp>
      <p:sp>
        <p:nvSpPr>
          <p:cNvPr id="7" name="S03-mark39"/>
          <p:cNvSpPr/>
          <p:nvPr/>
        </p:nvSpPr>
        <p:spPr>
          <a:xfrm>
            <a:off x="4275218" y="2162490"/>
            <a:ext cx="559772" cy="559772"/>
          </a:xfrm>
          <a:custGeom>
            <a:avLst/>
            <a:gdLst/>
            <a:ahLst/>
            <a:cxnLst/>
            <a:rect l="l" t="t" r="r" b="b"/>
            <a:pathLst>
              <a:path w="559772" h="559772">
                <a:moveTo>
                  <a:pt x="195072" y="559772"/>
                </a:moveTo>
                <a:lnTo>
                  <a:pt x="364700" y="559772"/>
                </a:lnTo>
                <a:lnTo>
                  <a:pt x="364700" y="364700"/>
                </a:lnTo>
                <a:lnTo>
                  <a:pt x="559772" y="364700"/>
                </a:lnTo>
                <a:lnTo>
                  <a:pt x="559772" y="195072"/>
                </a:lnTo>
                <a:lnTo>
                  <a:pt x="364700" y="195072"/>
                </a:lnTo>
                <a:lnTo>
                  <a:pt x="364700" y="0"/>
                </a:lnTo>
                <a:lnTo>
                  <a:pt x="195072" y="0"/>
                </a:lnTo>
                <a:lnTo>
                  <a:pt x="195072" y="195072"/>
                </a:lnTo>
                <a:lnTo>
                  <a:pt x="0" y="195072"/>
                </a:lnTo>
                <a:lnTo>
                  <a:pt x="0" y="364700"/>
                </a:lnTo>
                <a:lnTo>
                  <a:pt x="195072" y="364700"/>
                </a:lnTo>
                <a:close/>
              </a:path>
            </a:pathLst>
          </a:custGeom>
          <a:solidFill>
            <a:srgbClr val="C8434E"/>
          </a:solidFill>
          <a:ln w="12700">
            <a:solidFill>
              <a:srgbClr val="1F2937"/>
            </a:solidFill>
            <a:prstDash val="solid"/>
          </a:ln>
        </p:spPr>
      </p:sp>
      <p:sp>
        <p:nvSpPr>
          <p:cNvPr id="8" name="S03-mark40"/>
          <p:cNvSpPr/>
          <p:nvPr/>
        </p:nvSpPr>
        <p:spPr>
          <a:xfrm>
            <a:off x="7549035" y="2544152"/>
            <a:ext cx="118739" cy="220516"/>
          </a:xfrm>
          <a:custGeom>
            <a:avLst/>
            <a:gdLst/>
            <a:ahLst/>
            <a:cxnLst/>
            <a:rect l="l" t="t" r="r" b="b"/>
            <a:pathLst>
              <a:path w="118739" h="220516">
                <a:moveTo>
                  <a:pt x="0" y="220516"/>
                </a:moveTo>
                <a:lnTo>
                  <a:pt x="118739" y="220516"/>
                </a:lnTo>
                <a:lnTo>
                  <a:pt x="118739" y="0"/>
                </a:lnTo>
                <a:lnTo>
                  <a:pt x="0" y="0"/>
                </a:lnTo>
                <a:close/>
              </a:path>
            </a:pathLst>
          </a:custGeom>
          <a:solidFill>
            <a:srgbClr val="8B5A2B"/>
          </a:solidFill>
          <a:ln w="12700">
            <a:solidFill>
              <a:srgbClr val="1F2937"/>
            </a:solidFill>
            <a:prstDash val="solid"/>
          </a:ln>
        </p:spPr>
      </p:sp>
      <p:sp>
        <p:nvSpPr>
          <p:cNvPr id="9" name="S03-mark41"/>
          <p:cNvSpPr/>
          <p:nvPr/>
        </p:nvSpPr>
        <p:spPr>
          <a:xfrm>
            <a:off x="7337000" y="2103120"/>
            <a:ext cx="542809" cy="441032"/>
          </a:xfrm>
          <a:custGeom>
            <a:avLst/>
            <a:gdLst/>
            <a:ahLst/>
            <a:cxnLst/>
            <a:rect l="l" t="t" r="r" b="b"/>
            <a:pathLst>
              <a:path w="542809" h="441032">
                <a:moveTo>
                  <a:pt x="0" y="441032"/>
                </a:moveTo>
                <a:lnTo>
                  <a:pt x="542809" y="441032"/>
                </a:lnTo>
                <a:lnTo>
                  <a:pt x="271405" y="0"/>
                </a:lnTo>
                <a:close/>
              </a:path>
            </a:pathLst>
          </a:custGeom>
          <a:solidFill>
            <a:srgbClr val="2A9D8F"/>
          </a:solidFill>
          <a:ln w="15875">
            <a:solidFill>
              <a:srgbClr val="1F2937"/>
            </a:solidFill>
            <a:prstDash val="solid"/>
          </a:ln>
        </p:spPr>
      </p:sp>
      <p:sp>
        <p:nvSpPr>
          <p:cNvPr id="10" name="S03-mark42"/>
          <p:cNvSpPr/>
          <p:nvPr/>
        </p:nvSpPr>
        <p:spPr>
          <a:xfrm>
            <a:off x="10356375" y="2170971"/>
            <a:ext cx="305330" cy="525846"/>
          </a:xfrm>
          <a:custGeom>
            <a:avLst/>
            <a:gdLst/>
            <a:ahLst/>
            <a:cxnLst/>
            <a:rect l="l" t="t" r="r" b="b"/>
            <a:pathLst>
              <a:path w="305330" h="525846">
                <a:moveTo>
                  <a:pt x="0" y="457995"/>
                </a:moveTo>
                <a:lnTo>
                  <a:pt x="305330" y="525846"/>
                </a:lnTo>
                <a:lnTo>
                  <a:pt x="305330" y="67851"/>
                </a:lnTo>
                <a:lnTo>
                  <a:pt x="0" y="0"/>
                </a:lnTo>
                <a:close/>
              </a:path>
            </a:pathLst>
          </a:custGeom>
          <a:solidFill>
            <a:srgbClr val="3D5A80"/>
          </a:solidFill>
          <a:ln w="15875">
            <a:solidFill>
              <a:srgbClr val="1F2937"/>
            </a:solidFill>
            <a:prstDash val="solid"/>
          </a:ln>
        </p:spPr>
      </p:sp>
      <p:sp>
        <p:nvSpPr>
          <p:cNvPr id="11" name="S03-mark43"/>
          <p:cNvSpPr/>
          <p:nvPr/>
        </p:nvSpPr>
        <p:spPr>
          <a:xfrm>
            <a:off x="10661705" y="2170971"/>
            <a:ext cx="305330" cy="525846"/>
          </a:xfrm>
          <a:custGeom>
            <a:avLst/>
            <a:gdLst/>
            <a:ahLst/>
            <a:cxnLst/>
            <a:rect l="l" t="t" r="r" b="b"/>
            <a:pathLst>
              <a:path w="305330" h="525846">
                <a:moveTo>
                  <a:pt x="305330" y="457995"/>
                </a:moveTo>
                <a:lnTo>
                  <a:pt x="0" y="525846"/>
                </a:lnTo>
                <a:lnTo>
                  <a:pt x="0" y="67851"/>
                </a:lnTo>
                <a:lnTo>
                  <a:pt x="305330" y="0"/>
                </a:lnTo>
                <a:close/>
              </a:path>
            </a:pathLst>
          </a:custGeom>
          <a:solidFill>
            <a:srgbClr val="3D5A80"/>
          </a:solidFill>
          <a:ln w="15875">
            <a:solidFill>
              <a:srgbClr val="1F2937"/>
            </a:solidFill>
            <a:prstDash val="solid"/>
          </a:ln>
        </p:spPr>
      </p:sp>
      <p:sp>
        <p:nvSpPr>
          <p:cNvPr id="12" name="S03-mark44"/>
          <p:cNvSpPr/>
          <p:nvPr/>
        </p:nvSpPr>
        <p:spPr>
          <a:xfrm>
            <a:off x="4410920" y="3935101"/>
            <a:ext cx="288367" cy="220516"/>
          </a:xfrm>
          <a:custGeom>
            <a:avLst/>
            <a:gdLst/>
            <a:ahLst/>
            <a:cxnLst/>
            <a:rect l="l" t="t" r="r" b="b"/>
            <a:pathLst>
              <a:path w="288367" h="220516">
                <a:moveTo>
                  <a:pt x="288367" y="220516"/>
                </a:moveTo>
                <a:lnTo>
                  <a:pt x="268860" y="110258"/>
                </a:lnTo>
                <a:lnTo>
                  <a:pt x="216275" y="29685"/>
                </a:lnTo>
                <a:lnTo>
                  <a:pt x="144184" y="0"/>
                </a:lnTo>
                <a:lnTo>
                  <a:pt x="72092" y="29685"/>
                </a:lnTo>
                <a:lnTo>
                  <a:pt x="19507" y="110258"/>
                </a:lnTo>
                <a:lnTo>
                  <a:pt x="0" y="220516"/>
                </a:lnTo>
              </a:path>
            </a:pathLst>
          </a:custGeom>
          <a:noFill/>
          <a:ln w="25400">
            <a:solidFill>
              <a:srgbClr val="1F2937"/>
            </a:solidFill>
            <a:prstDash val="solid"/>
          </a:ln>
        </p:spPr>
      </p:sp>
      <p:sp>
        <p:nvSpPr>
          <p:cNvPr id="13" name="S03-mark45"/>
          <p:cNvSpPr/>
          <p:nvPr/>
        </p:nvSpPr>
        <p:spPr>
          <a:xfrm>
            <a:off x="4275218" y="4155617"/>
            <a:ext cx="559772" cy="373181"/>
          </a:xfrm>
          <a:custGeom>
            <a:avLst/>
            <a:gdLst/>
            <a:ahLst/>
            <a:cxnLst/>
            <a:rect l="l" t="t" r="r" b="b"/>
            <a:pathLst>
              <a:path w="559772" h="373181">
                <a:moveTo>
                  <a:pt x="0" y="0"/>
                </a:moveTo>
                <a:lnTo>
                  <a:pt x="559772" y="0"/>
                </a:lnTo>
                <a:lnTo>
                  <a:pt x="491921" y="373181"/>
                </a:lnTo>
                <a:lnTo>
                  <a:pt x="67851" y="373181"/>
                </a:lnTo>
                <a:close/>
              </a:path>
            </a:pathLst>
          </a:custGeom>
          <a:solidFill>
            <a:srgbClr val="F2C14E"/>
          </a:solidFill>
          <a:ln w="15875">
            <a:solidFill>
              <a:srgbClr val="1F2937"/>
            </a:solidFill>
            <a:prstDash val="solid"/>
          </a:ln>
        </p:spPr>
      </p:sp>
      <p:sp>
        <p:nvSpPr>
          <p:cNvPr id="14" name="S03-mark46"/>
          <p:cNvSpPr/>
          <p:nvPr/>
        </p:nvSpPr>
        <p:spPr>
          <a:xfrm>
            <a:off x="7353963" y="3901175"/>
            <a:ext cx="508883" cy="627623"/>
          </a:xfrm>
          <a:custGeom>
            <a:avLst/>
            <a:gdLst/>
            <a:ahLst/>
            <a:cxnLst/>
            <a:rect l="l" t="t" r="r" b="b"/>
            <a:pathLst>
              <a:path w="508883" h="627623">
                <a:moveTo>
                  <a:pt x="0" y="627623"/>
                </a:moveTo>
                <a:lnTo>
                  <a:pt x="508883" y="627623"/>
                </a:lnTo>
                <a:lnTo>
                  <a:pt x="508883" y="288367"/>
                </a:lnTo>
                <a:lnTo>
                  <a:pt x="254442" y="0"/>
                </a:lnTo>
                <a:lnTo>
                  <a:pt x="0" y="288367"/>
                </a:lnTo>
                <a:close/>
              </a:path>
            </a:pathLst>
          </a:custGeom>
          <a:solidFill>
            <a:srgbClr val="FDEBDD"/>
          </a:solidFill>
          <a:ln w="19050">
            <a:solidFill>
              <a:srgbClr val="1F2937"/>
            </a:solidFill>
            <a:prstDash val="solid"/>
          </a:ln>
        </p:spPr>
      </p:sp>
      <p:sp>
        <p:nvSpPr>
          <p:cNvPr id="15" name="S03-mark47"/>
          <p:cNvSpPr/>
          <p:nvPr/>
        </p:nvSpPr>
        <p:spPr>
          <a:xfrm>
            <a:off x="1221917" y="3943582"/>
            <a:ext cx="559772" cy="559772"/>
          </a:xfrm>
          <a:prstGeom prst="ellipse">
            <a:avLst/>
          </a:prstGeom>
          <a:solidFill>
            <a:srgbClr val="FFFFFF"/>
          </a:solidFill>
          <a:ln w="25400">
            <a:solidFill>
              <a:srgbClr val="1F2937"/>
            </a:solidFill>
            <a:prstDash val="solid"/>
          </a:ln>
        </p:spPr>
      </p:sp>
      <p:sp>
        <p:nvSpPr>
          <p:cNvPr id="16" name="S03-mark48"/>
          <p:cNvSpPr/>
          <p:nvPr/>
        </p:nvSpPr>
        <p:spPr>
          <a:xfrm>
            <a:off x="1383063" y="4104728"/>
            <a:ext cx="237479" cy="237479"/>
          </a:xfrm>
          <a:prstGeom prst="ellipse">
            <a:avLst/>
          </a:prstGeom>
          <a:solidFill>
            <a:srgbClr val="264653"/>
          </a:solidFill>
          <a:ln w="12700">
            <a:solidFill>
              <a:srgbClr val="1F2937"/>
            </a:solidFill>
            <a:prstDash val="solid"/>
          </a:ln>
        </p:spPr>
      </p:sp>
      <p:sp>
        <p:nvSpPr>
          <p:cNvPr id="17" name="S03-mark49"/>
          <p:cNvSpPr/>
          <p:nvPr/>
        </p:nvSpPr>
        <p:spPr>
          <a:xfrm flipV="1">
            <a:off x="1315212" y="2137046"/>
            <a:ext cx="0" cy="610660"/>
          </a:xfrm>
          <a:prstGeom prst="line">
            <a:avLst/>
          </a:prstGeom>
          <a:noFill/>
          <a:ln w="28575">
            <a:solidFill>
              <a:srgbClr val="1F2937"/>
            </a:solidFill>
            <a:prstDash val="solid"/>
          </a:ln>
        </p:spPr>
      </p:sp>
      <p:sp>
        <p:nvSpPr>
          <p:cNvPr id="18" name="S03-label51"/>
          <p:cNvSpPr txBox="1"/>
          <p:nvPr/>
        </p:nvSpPr>
        <p:spPr>
          <a:xfrm>
            <a:off x="1148235" y="3057608"/>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학교</a:t>
            </a:r>
            <a:endParaRPr lang="ko-KR" sz="2400" dirty="0"/>
          </a:p>
        </p:txBody>
      </p:sp>
      <p:sp>
        <p:nvSpPr>
          <p:cNvPr id="19" name="S03-label53"/>
          <p:cNvSpPr txBox="1"/>
          <p:nvPr/>
        </p:nvSpPr>
        <p:spPr>
          <a:xfrm>
            <a:off x="4201535" y="3057608"/>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병원</a:t>
            </a:r>
            <a:endParaRPr lang="ko-KR" sz="2400" dirty="0"/>
          </a:p>
        </p:txBody>
      </p:sp>
      <p:sp>
        <p:nvSpPr>
          <p:cNvPr id="20" name="S03-label55"/>
          <p:cNvSpPr txBox="1"/>
          <p:nvPr/>
        </p:nvSpPr>
        <p:spPr>
          <a:xfrm>
            <a:off x="7254836" y="3057608"/>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공원</a:t>
            </a:r>
            <a:endParaRPr lang="ko-KR" sz="2400" dirty="0"/>
          </a:p>
        </p:txBody>
      </p:sp>
      <p:sp>
        <p:nvSpPr>
          <p:cNvPr id="21" name="S03-label57"/>
          <p:cNvSpPr txBox="1"/>
          <p:nvPr/>
        </p:nvSpPr>
        <p:spPr>
          <a:xfrm>
            <a:off x="10158785" y="3057608"/>
            <a:ext cx="1005840"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도서관</a:t>
            </a:r>
            <a:endParaRPr lang="ko-KR" sz="2400" dirty="0"/>
          </a:p>
        </p:txBody>
      </p:sp>
      <p:sp>
        <p:nvSpPr>
          <p:cNvPr id="22" name="S03-label59"/>
          <p:cNvSpPr txBox="1"/>
          <p:nvPr/>
        </p:nvSpPr>
        <p:spPr>
          <a:xfrm>
            <a:off x="849531" y="4838700"/>
            <a:ext cx="1304544"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주민센터</a:t>
            </a:r>
            <a:endParaRPr lang="ko-KR" sz="2400" dirty="0"/>
          </a:p>
        </p:txBody>
      </p:sp>
      <p:sp>
        <p:nvSpPr>
          <p:cNvPr id="23" name="S03-label61"/>
          <p:cNvSpPr txBox="1"/>
          <p:nvPr/>
        </p:nvSpPr>
        <p:spPr>
          <a:xfrm>
            <a:off x="4201535" y="4838700"/>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시장</a:t>
            </a:r>
            <a:endParaRPr lang="ko-KR" sz="2400" dirty="0"/>
          </a:p>
        </p:txBody>
      </p:sp>
      <p:sp>
        <p:nvSpPr>
          <p:cNvPr id="24" name="S03-label63"/>
          <p:cNvSpPr txBox="1"/>
          <p:nvPr/>
        </p:nvSpPr>
        <p:spPr>
          <a:xfrm>
            <a:off x="7404188" y="483870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집</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별빛마을 그림지도</a:t>
            </a:r>
            <a:endParaRPr lang="ko-KR" sz="4000" dirty="0"/>
          </a:p>
        </p:txBody>
      </p:sp>
      <p:sp>
        <p:nvSpPr>
          <p:cNvPr id="3" name="S04-card64"/>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4-cardtext65"/>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기호의 뜻은 범례에서 찾아요.</a:t>
            </a:r>
            <a:endParaRPr lang="ko-KR" sz="3000" dirty="0"/>
          </a:p>
        </p:txBody>
      </p:sp>
      <p:sp>
        <p:nvSpPr>
          <p:cNvPr id="5" name="S04-figure66" descr="별빛마을 그림지도(모눈 10×4칸, 위쪽이 북쪽). 가운데 줄에 동서로 큰길. 큰길 북쪽 줄에 서쪽부터 도서관(책 기호), 학교(깃발 기호), 주민센터(겹동그라미 기호). 학교 바로 북쪽에 공원(나무 기호). 큰길 남쪽 줄에 시장(장바구니 기호), 그 바로 동쪽에 지호네 집(집 기호, 학교의 남쪽), 더 동쪽 멀리 병원(더하기 기호, 주민센터의 남쪽). 오른쪽에 방위표와 범례."/>
          <p:cNvSpPr/>
          <p:nvPr/>
        </p:nvSpPr>
        <p:spPr>
          <a:xfrm>
            <a:off x="640080" y="3197891"/>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6" name="S04-mark67"/>
          <p:cNvSpPr/>
          <p:nvPr/>
        </p:nvSpPr>
        <p:spPr>
          <a:xfrm>
            <a:off x="1147466" y="3197891"/>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7" name="S04-mark68"/>
          <p:cNvSpPr/>
          <p:nvPr/>
        </p:nvSpPr>
        <p:spPr>
          <a:xfrm>
            <a:off x="1654851" y="3197891"/>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8" name="S04-mark69"/>
          <p:cNvSpPr/>
          <p:nvPr/>
        </p:nvSpPr>
        <p:spPr>
          <a:xfrm>
            <a:off x="2162237" y="3197891"/>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9" name="S04-mark70"/>
          <p:cNvSpPr/>
          <p:nvPr/>
        </p:nvSpPr>
        <p:spPr>
          <a:xfrm>
            <a:off x="2669623" y="3197891"/>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10" name="S04-mark71"/>
          <p:cNvSpPr/>
          <p:nvPr/>
        </p:nvSpPr>
        <p:spPr>
          <a:xfrm>
            <a:off x="3177008" y="3197891"/>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11" name="S04-mark72"/>
          <p:cNvSpPr/>
          <p:nvPr/>
        </p:nvSpPr>
        <p:spPr>
          <a:xfrm>
            <a:off x="3684394" y="3197891"/>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12" name="S04-mark73"/>
          <p:cNvSpPr/>
          <p:nvPr/>
        </p:nvSpPr>
        <p:spPr>
          <a:xfrm>
            <a:off x="4191780" y="3197891"/>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13" name="S04-mark74"/>
          <p:cNvSpPr/>
          <p:nvPr/>
        </p:nvSpPr>
        <p:spPr>
          <a:xfrm>
            <a:off x="4699165" y="3197891"/>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14" name="S04-mark75"/>
          <p:cNvSpPr/>
          <p:nvPr/>
        </p:nvSpPr>
        <p:spPr>
          <a:xfrm>
            <a:off x="5206551" y="3197891"/>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15" name="S04-mark76"/>
          <p:cNvSpPr/>
          <p:nvPr/>
        </p:nvSpPr>
        <p:spPr>
          <a:xfrm>
            <a:off x="1218500" y="2781834"/>
            <a:ext cx="182659" cy="314579"/>
          </a:xfrm>
          <a:custGeom>
            <a:avLst/>
            <a:gdLst/>
            <a:ahLst/>
            <a:cxnLst/>
            <a:rect l="l" t="t" r="r" b="b"/>
            <a:pathLst>
              <a:path w="182659" h="314579">
                <a:moveTo>
                  <a:pt x="0" y="273988"/>
                </a:moveTo>
                <a:lnTo>
                  <a:pt x="182659" y="314579"/>
                </a:lnTo>
                <a:lnTo>
                  <a:pt x="182659" y="40591"/>
                </a:lnTo>
                <a:lnTo>
                  <a:pt x="0" y="0"/>
                </a:lnTo>
                <a:close/>
              </a:path>
            </a:pathLst>
          </a:custGeom>
          <a:solidFill>
            <a:srgbClr val="3D5A80"/>
          </a:solidFill>
          <a:ln w="15875">
            <a:solidFill>
              <a:srgbClr val="1F2937"/>
            </a:solidFill>
            <a:prstDash val="solid"/>
          </a:ln>
        </p:spPr>
      </p:sp>
      <p:sp>
        <p:nvSpPr>
          <p:cNvPr id="16" name="S04-mark77"/>
          <p:cNvSpPr/>
          <p:nvPr/>
        </p:nvSpPr>
        <p:spPr>
          <a:xfrm>
            <a:off x="1401159" y="2781834"/>
            <a:ext cx="182659" cy="314579"/>
          </a:xfrm>
          <a:custGeom>
            <a:avLst/>
            <a:gdLst/>
            <a:ahLst/>
            <a:cxnLst/>
            <a:rect l="l" t="t" r="r" b="b"/>
            <a:pathLst>
              <a:path w="182659" h="314579">
                <a:moveTo>
                  <a:pt x="182659" y="273988"/>
                </a:moveTo>
                <a:lnTo>
                  <a:pt x="0" y="314579"/>
                </a:lnTo>
                <a:lnTo>
                  <a:pt x="0" y="40591"/>
                </a:lnTo>
                <a:lnTo>
                  <a:pt x="182659" y="0"/>
                </a:lnTo>
                <a:close/>
              </a:path>
            </a:pathLst>
          </a:custGeom>
          <a:solidFill>
            <a:srgbClr val="3D5A80"/>
          </a:solidFill>
          <a:ln w="15875">
            <a:solidFill>
              <a:srgbClr val="1F2937"/>
            </a:solidFill>
            <a:prstDash val="solid"/>
          </a:ln>
        </p:spPr>
      </p:sp>
      <p:sp>
        <p:nvSpPr>
          <p:cNvPr id="17" name="S04-mark78"/>
          <p:cNvSpPr/>
          <p:nvPr/>
        </p:nvSpPr>
        <p:spPr>
          <a:xfrm>
            <a:off x="2811691" y="2761539"/>
            <a:ext cx="273988" cy="162363"/>
          </a:xfrm>
          <a:custGeom>
            <a:avLst/>
            <a:gdLst/>
            <a:ahLst/>
            <a:cxnLst/>
            <a:rect l="l" t="t" r="r" b="b"/>
            <a:pathLst>
              <a:path w="273988" h="162363">
                <a:moveTo>
                  <a:pt x="0" y="0"/>
                </a:moveTo>
                <a:lnTo>
                  <a:pt x="273988" y="81182"/>
                </a:lnTo>
                <a:lnTo>
                  <a:pt x="0" y="162363"/>
                </a:lnTo>
                <a:close/>
              </a:path>
            </a:pathLst>
          </a:custGeom>
          <a:solidFill>
            <a:srgbClr val="E9762B"/>
          </a:solidFill>
          <a:ln w="15875">
            <a:solidFill>
              <a:srgbClr val="1F2937"/>
            </a:solidFill>
            <a:prstDash val="solid"/>
          </a:ln>
        </p:spPr>
      </p:sp>
      <p:sp>
        <p:nvSpPr>
          <p:cNvPr id="18" name="S04-mark79"/>
          <p:cNvSpPr/>
          <p:nvPr/>
        </p:nvSpPr>
        <p:spPr>
          <a:xfrm>
            <a:off x="2887799" y="2497698"/>
            <a:ext cx="71034" cy="131920"/>
          </a:xfrm>
          <a:custGeom>
            <a:avLst/>
            <a:gdLst/>
            <a:ahLst/>
            <a:cxnLst/>
            <a:rect l="l" t="t" r="r" b="b"/>
            <a:pathLst>
              <a:path w="71034" h="131920">
                <a:moveTo>
                  <a:pt x="0" y="131920"/>
                </a:moveTo>
                <a:lnTo>
                  <a:pt x="71034" y="131920"/>
                </a:lnTo>
                <a:lnTo>
                  <a:pt x="71034" y="0"/>
                </a:lnTo>
                <a:lnTo>
                  <a:pt x="0" y="0"/>
                </a:lnTo>
                <a:close/>
              </a:path>
            </a:pathLst>
          </a:custGeom>
          <a:solidFill>
            <a:srgbClr val="8B5A2B"/>
          </a:solidFill>
          <a:ln w="12700">
            <a:solidFill>
              <a:srgbClr val="1F2937"/>
            </a:solidFill>
            <a:prstDash val="solid"/>
          </a:ln>
        </p:spPr>
      </p:sp>
      <p:sp>
        <p:nvSpPr>
          <p:cNvPr id="19" name="S04-mark80"/>
          <p:cNvSpPr/>
          <p:nvPr/>
        </p:nvSpPr>
        <p:spPr>
          <a:xfrm>
            <a:off x="2760952" y="2233858"/>
            <a:ext cx="324727" cy="263841"/>
          </a:xfrm>
          <a:custGeom>
            <a:avLst/>
            <a:gdLst/>
            <a:ahLst/>
            <a:cxnLst/>
            <a:rect l="l" t="t" r="r" b="b"/>
            <a:pathLst>
              <a:path w="324727" h="263841">
                <a:moveTo>
                  <a:pt x="0" y="263841"/>
                </a:moveTo>
                <a:lnTo>
                  <a:pt x="324727" y="263841"/>
                </a:lnTo>
                <a:lnTo>
                  <a:pt x="162363" y="0"/>
                </a:lnTo>
                <a:close/>
              </a:path>
            </a:pathLst>
          </a:custGeom>
          <a:solidFill>
            <a:srgbClr val="2A9D8F"/>
          </a:solidFill>
          <a:ln w="15875">
            <a:solidFill>
              <a:srgbClr val="1F2937"/>
            </a:solidFill>
            <a:prstDash val="solid"/>
          </a:ln>
        </p:spPr>
      </p:sp>
      <p:sp>
        <p:nvSpPr>
          <p:cNvPr id="20" name="S04-mark81"/>
          <p:cNvSpPr/>
          <p:nvPr/>
        </p:nvSpPr>
        <p:spPr>
          <a:xfrm>
            <a:off x="2329674" y="3786458"/>
            <a:ext cx="172511" cy="131920"/>
          </a:xfrm>
          <a:custGeom>
            <a:avLst/>
            <a:gdLst/>
            <a:ahLst/>
            <a:cxnLst/>
            <a:rect l="l" t="t" r="r" b="b"/>
            <a:pathLst>
              <a:path w="172511" h="131920">
                <a:moveTo>
                  <a:pt x="172511" y="131920"/>
                </a:moveTo>
                <a:lnTo>
                  <a:pt x="160841" y="65960"/>
                </a:lnTo>
                <a:lnTo>
                  <a:pt x="129383" y="17758"/>
                </a:lnTo>
                <a:lnTo>
                  <a:pt x="86256" y="0"/>
                </a:lnTo>
                <a:lnTo>
                  <a:pt x="43128" y="17758"/>
                </a:lnTo>
                <a:lnTo>
                  <a:pt x="11670" y="65960"/>
                </a:lnTo>
                <a:lnTo>
                  <a:pt x="0" y="131920"/>
                </a:lnTo>
              </a:path>
            </a:pathLst>
          </a:custGeom>
          <a:noFill/>
          <a:ln w="25400">
            <a:solidFill>
              <a:srgbClr val="1F2937"/>
            </a:solidFill>
            <a:prstDash val="solid"/>
          </a:ln>
        </p:spPr>
      </p:sp>
      <p:sp>
        <p:nvSpPr>
          <p:cNvPr id="21" name="S04-mark82"/>
          <p:cNvSpPr/>
          <p:nvPr/>
        </p:nvSpPr>
        <p:spPr>
          <a:xfrm>
            <a:off x="2248493" y="3918378"/>
            <a:ext cx="334875" cy="223250"/>
          </a:xfrm>
          <a:custGeom>
            <a:avLst/>
            <a:gdLst/>
            <a:ahLst/>
            <a:cxnLst/>
            <a:rect l="l" t="t" r="r" b="b"/>
            <a:pathLst>
              <a:path w="334875" h="223250">
                <a:moveTo>
                  <a:pt x="0" y="0"/>
                </a:moveTo>
                <a:lnTo>
                  <a:pt x="334875" y="0"/>
                </a:lnTo>
                <a:lnTo>
                  <a:pt x="294284" y="223250"/>
                </a:lnTo>
                <a:lnTo>
                  <a:pt x="40591" y="223250"/>
                </a:lnTo>
                <a:close/>
              </a:path>
            </a:pathLst>
          </a:custGeom>
          <a:solidFill>
            <a:srgbClr val="F2C14E"/>
          </a:solidFill>
          <a:ln w="15875">
            <a:solidFill>
              <a:srgbClr val="1F2937"/>
            </a:solidFill>
            <a:prstDash val="solid"/>
          </a:ln>
        </p:spPr>
      </p:sp>
      <p:sp>
        <p:nvSpPr>
          <p:cNvPr id="22" name="S04-mark83"/>
          <p:cNvSpPr/>
          <p:nvPr/>
        </p:nvSpPr>
        <p:spPr>
          <a:xfrm>
            <a:off x="2771100" y="3766163"/>
            <a:ext cx="304431" cy="375465"/>
          </a:xfrm>
          <a:custGeom>
            <a:avLst/>
            <a:gdLst/>
            <a:ahLst/>
            <a:cxnLst/>
            <a:rect l="l" t="t" r="r" b="b"/>
            <a:pathLst>
              <a:path w="304431" h="375465">
                <a:moveTo>
                  <a:pt x="0" y="375465"/>
                </a:moveTo>
                <a:lnTo>
                  <a:pt x="304431" y="375465"/>
                </a:lnTo>
                <a:lnTo>
                  <a:pt x="304431" y="172511"/>
                </a:lnTo>
                <a:lnTo>
                  <a:pt x="152216" y="0"/>
                </a:lnTo>
                <a:lnTo>
                  <a:pt x="0" y="172511"/>
                </a:lnTo>
                <a:close/>
              </a:path>
            </a:pathLst>
          </a:custGeom>
          <a:solidFill>
            <a:srgbClr val="FDEBDD"/>
          </a:solidFill>
          <a:ln w="19050">
            <a:solidFill>
              <a:srgbClr val="1F2937"/>
            </a:solidFill>
            <a:prstDash val="solid"/>
          </a:ln>
        </p:spPr>
      </p:sp>
      <p:sp>
        <p:nvSpPr>
          <p:cNvPr id="23" name="S04-mark84"/>
          <p:cNvSpPr/>
          <p:nvPr/>
        </p:nvSpPr>
        <p:spPr>
          <a:xfrm>
            <a:off x="4785421" y="3791532"/>
            <a:ext cx="334875" cy="334875"/>
          </a:xfrm>
          <a:custGeom>
            <a:avLst/>
            <a:gdLst/>
            <a:ahLst/>
            <a:cxnLst/>
            <a:rect l="l" t="t" r="r" b="b"/>
            <a:pathLst>
              <a:path w="334875" h="334875">
                <a:moveTo>
                  <a:pt x="116699" y="334875"/>
                </a:moveTo>
                <a:lnTo>
                  <a:pt x="218176" y="334875"/>
                </a:lnTo>
                <a:lnTo>
                  <a:pt x="218176" y="218176"/>
                </a:lnTo>
                <a:lnTo>
                  <a:pt x="334875" y="218176"/>
                </a:lnTo>
                <a:lnTo>
                  <a:pt x="334875" y="116699"/>
                </a:lnTo>
                <a:lnTo>
                  <a:pt x="218176" y="116699"/>
                </a:lnTo>
                <a:lnTo>
                  <a:pt x="218176" y="0"/>
                </a:lnTo>
                <a:lnTo>
                  <a:pt x="116699" y="0"/>
                </a:lnTo>
                <a:lnTo>
                  <a:pt x="116699" y="116699"/>
                </a:lnTo>
                <a:lnTo>
                  <a:pt x="0" y="116699"/>
                </a:lnTo>
                <a:lnTo>
                  <a:pt x="0" y="218176"/>
                </a:lnTo>
                <a:lnTo>
                  <a:pt x="116699" y="218176"/>
                </a:lnTo>
                <a:close/>
              </a:path>
            </a:pathLst>
          </a:custGeom>
          <a:solidFill>
            <a:srgbClr val="C8434E"/>
          </a:solidFill>
          <a:ln w="12700">
            <a:solidFill>
              <a:srgbClr val="1F2937"/>
            </a:solidFill>
            <a:prstDash val="solid"/>
          </a:ln>
        </p:spPr>
      </p:sp>
      <p:sp>
        <p:nvSpPr>
          <p:cNvPr id="24" name="S04-mark85"/>
          <p:cNvSpPr/>
          <p:nvPr/>
        </p:nvSpPr>
        <p:spPr>
          <a:xfrm>
            <a:off x="640080" y="2183119"/>
            <a:ext cx="5073857" cy="2029543"/>
          </a:xfrm>
          <a:custGeom>
            <a:avLst/>
            <a:gdLst/>
            <a:ahLst/>
            <a:cxnLst/>
            <a:rect l="l" t="t" r="r" b="b"/>
            <a:pathLst>
              <a:path w="5073857" h="2029543">
                <a:moveTo>
                  <a:pt x="0" y="2029543"/>
                </a:moveTo>
                <a:lnTo>
                  <a:pt x="5073857" y="2029543"/>
                </a:lnTo>
                <a:lnTo>
                  <a:pt x="5073857" y="0"/>
                </a:lnTo>
                <a:lnTo>
                  <a:pt x="0" y="0"/>
                </a:lnTo>
                <a:close/>
              </a:path>
            </a:pathLst>
          </a:custGeom>
          <a:noFill/>
          <a:ln w="19050">
            <a:solidFill>
              <a:srgbClr val="1F2937"/>
            </a:solidFill>
            <a:prstDash val="solid"/>
          </a:ln>
        </p:spPr>
      </p:sp>
      <p:sp>
        <p:nvSpPr>
          <p:cNvPr id="25" name="S04-mark86"/>
          <p:cNvSpPr/>
          <p:nvPr/>
        </p:nvSpPr>
        <p:spPr>
          <a:xfrm>
            <a:off x="7692741" y="2081642"/>
            <a:ext cx="3856131" cy="2283236"/>
          </a:xfrm>
          <a:custGeom>
            <a:avLst/>
            <a:gdLst/>
            <a:ahLst/>
            <a:cxnLst/>
            <a:rect l="l" t="t" r="r" b="b"/>
            <a:pathLst>
              <a:path w="3856131" h="2283236">
                <a:moveTo>
                  <a:pt x="0" y="2283236"/>
                </a:moveTo>
                <a:lnTo>
                  <a:pt x="3856131" y="2283236"/>
                </a:lnTo>
                <a:lnTo>
                  <a:pt x="3856131" y="0"/>
                </a:lnTo>
                <a:lnTo>
                  <a:pt x="0" y="0"/>
                </a:lnTo>
                <a:close/>
              </a:path>
            </a:pathLst>
          </a:custGeom>
          <a:solidFill>
            <a:srgbClr val="FFFFFF"/>
          </a:solidFill>
          <a:ln w="15875">
            <a:solidFill>
              <a:srgbClr val="1F2937"/>
            </a:solidFill>
            <a:prstDash val="solid"/>
          </a:ln>
        </p:spPr>
      </p:sp>
      <p:sp>
        <p:nvSpPr>
          <p:cNvPr id="26" name="S04-mark87"/>
          <p:cNvSpPr/>
          <p:nvPr/>
        </p:nvSpPr>
        <p:spPr>
          <a:xfrm>
            <a:off x="7692741" y="2081642"/>
            <a:ext cx="3856131" cy="380539"/>
          </a:xfrm>
          <a:custGeom>
            <a:avLst/>
            <a:gdLst/>
            <a:ahLst/>
            <a:cxnLst/>
            <a:rect l="l" t="t" r="r" b="b"/>
            <a:pathLst>
              <a:path w="3856131" h="380539">
                <a:moveTo>
                  <a:pt x="0" y="380539"/>
                </a:moveTo>
                <a:lnTo>
                  <a:pt x="3856131" y="380539"/>
                </a:lnTo>
                <a:lnTo>
                  <a:pt x="3856131" y="0"/>
                </a:lnTo>
                <a:lnTo>
                  <a:pt x="0" y="0"/>
                </a:lnTo>
                <a:close/>
              </a:path>
            </a:pathLst>
          </a:custGeom>
          <a:solidFill>
            <a:srgbClr val="EAF3F1"/>
          </a:solidFill>
          <a:ln w="15875">
            <a:solidFill>
              <a:srgbClr val="1F2937"/>
            </a:solidFill>
            <a:prstDash val="solid"/>
          </a:ln>
        </p:spPr>
      </p:sp>
      <p:sp>
        <p:nvSpPr>
          <p:cNvPr id="27" name="S04-mark88"/>
          <p:cNvSpPr/>
          <p:nvPr/>
        </p:nvSpPr>
        <p:spPr>
          <a:xfrm>
            <a:off x="7972818" y="2490595"/>
            <a:ext cx="246589" cy="146127"/>
          </a:xfrm>
          <a:custGeom>
            <a:avLst/>
            <a:gdLst/>
            <a:ahLst/>
            <a:cxnLst/>
            <a:rect l="l" t="t" r="r" b="b"/>
            <a:pathLst>
              <a:path w="246589" h="146127">
                <a:moveTo>
                  <a:pt x="0" y="0"/>
                </a:moveTo>
                <a:lnTo>
                  <a:pt x="246589" y="73064"/>
                </a:lnTo>
                <a:lnTo>
                  <a:pt x="0" y="146127"/>
                </a:lnTo>
                <a:close/>
              </a:path>
            </a:pathLst>
          </a:custGeom>
          <a:solidFill>
            <a:srgbClr val="E9762B"/>
          </a:solidFill>
          <a:ln w="15875">
            <a:solidFill>
              <a:srgbClr val="1F2937"/>
            </a:solidFill>
            <a:prstDash val="solid"/>
          </a:ln>
        </p:spPr>
      </p:sp>
      <p:sp>
        <p:nvSpPr>
          <p:cNvPr id="28" name="S04-mark89"/>
          <p:cNvSpPr/>
          <p:nvPr/>
        </p:nvSpPr>
        <p:spPr>
          <a:xfrm>
            <a:off x="9850652" y="2504294"/>
            <a:ext cx="301387" cy="301387"/>
          </a:xfrm>
          <a:custGeom>
            <a:avLst/>
            <a:gdLst/>
            <a:ahLst/>
            <a:cxnLst/>
            <a:rect l="l" t="t" r="r" b="b"/>
            <a:pathLst>
              <a:path w="301387" h="301387">
                <a:moveTo>
                  <a:pt x="105029" y="301387"/>
                </a:moveTo>
                <a:lnTo>
                  <a:pt x="196358" y="301387"/>
                </a:lnTo>
                <a:lnTo>
                  <a:pt x="196358" y="196358"/>
                </a:lnTo>
                <a:lnTo>
                  <a:pt x="301387" y="196358"/>
                </a:lnTo>
                <a:lnTo>
                  <a:pt x="301387" y="105029"/>
                </a:lnTo>
                <a:lnTo>
                  <a:pt x="196358" y="105029"/>
                </a:lnTo>
                <a:lnTo>
                  <a:pt x="196358" y="0"/>
                </a:lnTo>
                <a:lnTo>
                  <a:pt x="105029" y="0"/>
                </a:lnTo>
                <a:lnTo>
                  <a:pt x="105029" y="105029"/>
                </a:lnTo>
                <a:lnTo>
                  <a:pt x="0" y="105029"/>
                </a:lnTo>
                <a:lnTo>
                  <a:pt x="0" y="196358"/>
                </a:lnTo>
                <a:lnTo>
                  <a:pt x="105029" y="196358"/>
                </a:lnTo>
                <a:close/>
              </a:path>
            </a:pathLst>
          </a:custGeom>
          <a:solidFill>
            <a:srgbClr val="C8434E"/>
          </a:solidFill>
          <a:ln w="12700">
            <a:solidFill>
              <a:srgbClr val="1F2937"/>
            </a:solidFill>
            <a:prstDash val="solid"/>
          </a:ln>
        </p:spPr>
      </p:sp>
      <p:sp>
        <p:nvSpPr>
          <p:cNvPr id="29" name="S04-mark90"/>
          <p:cNvSpPr/>
          <p:nvPr/>
        </p:nvSpPr>
        <p:spPr>
          <a:xfrm>
            <a:off x="8041315" y="3166433"/>
            <a:ext cx="63931" cy="118728"/>
          </a:xfrm>
          <a:custGeom>
            <a:avLst/>
            <a:gdLst/>
            <a:ahLst/>
            <a:cxnLst/>
            <a:rect l="l" t="t" r="r" b="b"/>
            <a:pathLst>
              <a:path w="63931" h="118728">
                <a:moveTo>
                  <a:pt x="0" y="118728"/>
                </a:moveTo>
                <a:lnTo>
                  <a:pt x="63931" y="118728"/>
                </a:lnTo>
                <a:lnTo>
                  <a:pt x="63931" y="0"/>
                </a:lnTo>
                <a:lnTo>
                  <a:pt x="0" y="0"/>
                </a:lnTo>
                <a:close/>
              </a:path>
            </a:pathLst>
          </a:custGeom>
          <a:solidFill>
            <a:srgbClr val="8B5A2B"/>
          </a:solidFill>
          <a:ln w="12700">
            <a:solidFill>
              <a:srgbClr val="1F2937"/>
            </a:solidFill>
            <a:prstDash val="solid"/>
          </a:ln>
        </p:spPr>
      </p:sp>
      <p:sp>
        <p:nvSpPr>
          <p:cNvPr id="30" name="S04-mark91"/>
          <p:cNvSpPr/>
          <p:nvPr/>
        </p:nvSpPr>
        <p:spPr>
          <a:xfrm>
            <a:off x="7927153" y="2928976"/>
            <a:ext cx="292254" cy="237456"/>
          </a:xfrm>
          <a:custGeom>
            <a:avLst/>
            <a:gdLst/>
            <a:ahLst/>
            <a:cxnLst/>
            <a:rect l="l" t="t" r="r" b="b"/>
            <a:pathLst>
              <a:path w="292254" h="237456">
                <a:moveTo>
                  <a:pt x="0" y="237456"/>
                </a:moveTo>
                <a:lnTo>
                  <a:pt x="292254" y="237456"/>
                </a:lnTo>
                <a:lnTo>
                  <a:pt x="146127" y="0"/>
                </a:lnTo>
                <a:close/>
              </a:path>
            </a:pathLst>
          </a:custGeom>
          <a:solidFill>
            <a:srgbClr val="2A9D8F"/>
          </a:solidFill>
          <a:ln w="15875">
            <a:solidFill>
              <a:srgbClr val="1F2937"/>
            </a:solidFill>
            <a:prstDash val="solid"/>
          </a:ln>
        </p:spPr>
      </p:sp>
      <p:sp>
        <p:nvSpPr>
          <p:cNvPr id="31" name="S04-mark92"/>
          <p:cNvSpPr/>
          <p:nvPr/>
        </p:nvSpPr>
        <p:spPr>
          <a:xfrm>
            <a:off x="9836953" y="2965508"/>
            <a:ext cx="164393" cy="283121"/>
          </a:xfrm>
          <a:custGeom>
            <a:avLst/>
            <a:gdLst/>
            <a:ahLst/>
            <a:cxnLst/>
            <a:rect l="l" t="t" r="r" b="b"/>
            <a:pathLst>
              <a:path w="164393" h="283121">
                <a:moveTo>
                  <a:pt x="0" y="246589"/>
                </a:moveTo>
                <a:lnTo>
                  <a:pt x="164393" y="283121"/>
                </a:lnTo>
                <a:lnTo>
                  <a:pt x="164393" y="36532"/>
                </a:lnTo>
                <a:lnTo>
                  <a:pt x="0" y="0"/>
                </a:lnTo>
                <a:close/>
              </a:path>
            </a:pathLst>
          </a:custGeom>
          <a:solidFill>
            <a:srgbClr val="3D5A80"/>
          </a:solidFill>
          <a:ln w="15875">
            <a:solidFill>
              <a:srgbClr val="1F2937"/>
            </a:solidFill>
            <a:prstDash val="solid"/>
          </a:ln>
        </p:spPr>
      </p:sp>
      <p:sp>
        <p:nvSpPr>
          <p:cNvPr id="32" name="S04-mark93"/>
          <p:cNvSpPr/>
          <p:nvPr/>
        </p:nvSpPr>
        <p:spPr>
          <a:xfrm>
            <a:off x="10001346" y="2965508"/>
            <a:ext cx="164393" cy="283121"/>
          </a:xfrm>
          <a:custGeom>
            <a:avLst/>
            <a:gdLst/>
            <a:ahLst/>
            <a:cxnLst/>
            <a:rect l="l" t="t" r="r" b="b"/>
            <a:pathLst>
              <a:path w="164393" h="283121">
                <a:moveTo>
                  <a:pt x="164393" y="246589"/>
                </a:moveTo>
                <a:lnTo>
                  <a:pt x="0" y="283121"/>
                </a:lnTo>
                <a:lnTo>
                  <a:pt x="0" y="36532"/>
                </a:lnTo>
                <a:lnTo>
                  <a:pt x="164393" y="0"/>
                </a:lnTo>
                <a:close/>
              </a:path>
            </a:pathLst>
          </a:custGeom>
          <a:solidFill>
            <a:srgbClr val="3D5A80"/>
          </a:solidFill>
          <a:ln w="15875">
            <a:solidFill>
              <a:srgbClr val="1F2937"/>
            </a:solidFill>
            <a:prstDash val="solid"/>
          </a:ln>
        </p:spPr>
      </p:sp>
      <p:sp>
        <p:nvSpPr>
          <p:cNvPr id="33" name="S04-mark94"/>
          <p:cNvSpPr/>
          <p:nvPr/>
        </p:nvSpPr>
        <p:spPr>
          <a:xfrm>
            <a:off x="9923716" y="3413022"/>
            <a:ext cx="155260" cy="118728"/>
          </a:xfrm>
          <a:custGeom>
            <a:avLst/>
            <a:gdLst/>
            <a:ahLst/>
            <a:cxnLst/>
            <a:rect l="l" t="t" r="r" b="b"/>
            <a:pathLst>
              <a:path w="155260" h="118728">
                <a:moveTo>
                  <a:pt x="155260" y="118728"/>
                </a:moveTo>
                <a:lnTo>
                  <a:pt x="145112" y="59364"/>
                </a:lnTo>
                <a:lnTo>
                  <a:pt x="116191" y="15729"/>
                </a:lnTo>
                <a:lnTo>
                  <a:pt x="77630" y="0"/>
                </a:lnTo>
                <a:lnTo>
                  <a:pt x="38561" y="15729"/>
                </a:lnTo>
                <a:lnTo>
                  <a:pt x="10148" y="59364"/>
                </a:lnTo>
                <a:lnTo>
                  <a:pt x="0" y="118728"/>
                </a:lnTo>
              </a:path>
            </a:pathLst>
          </a:custGeom>
          <a:noFill/>
          <a:ln w="25400">
            <a:solidFill>
              <a:srgbClr val="1F2937"/>
            </a:solidFill>
            <a:prstDash val="solid"/>
          </a:ln>
        </p:spPr>
      </p:sp>
      <p:sp>
        <p:nvSpPr>
          <p:cNvPr id="34" name="S04-mark95"/>
          <p:cNvSpPr/>
          <p:nvPr/>
        </p:nvSpPr>
        <p:spPr>
          <a:xfrm>
            <a:off x="9850652" y="3531750"/>
            <a:ext cx="301387" cy="200925"/>
          </a:xfrm>
          <a:custGeom>
            <a:avLst/>
            <a:gdLst/>
            <a:ahLst/>
            <a:cxnLst/>
            <a:rect l="l" t="t" r="r" b="b"/>
            <a:pathLst>
              <a:path w="301387" h="200925">
                <a:moveTo>
                  <a:pt x="0" y="0"/>
                </a:moveTo>
                <a:lnTo>
                  <a:pt x="301387" y="0"/>
                </a:lnTo>
                <a:lnTo>
                  <a:pt x="264855" y="200925"/>
                </a:lnTo>
                <a:lnTo>
                  <a:pt x="36532" y="200925"/>
                </a:lnTo>
                <a:close/>
              </a:path>
            </a:pathLst>
          </a:custGeom>
          <a:solidFill>
            <a:srgbClr val="F2C14E"/>
          </a:solidFill>
          <a:ln w="15875">
            <a:solidFill>
              <a:srgbClr val="1F2937"/>
            </a:solidFill>
            <a:prstDash val="solid"/>
          </a:ln>
        </p:spPr>
      </p:sp>
      <p:sp>
        <p:nvSpPr>
          <p:cNvPr id="35" name="S04-mark96"/>
          <p:cNvSpPr/>
          <p:nvPr/>
        </p:nvSpPr>
        <p:spPr>
          <a:xfrm>
            <a:off x="7936286" y="3851403"/>
            <a:ext cx="273988" cy="337919"/>
          </a:xfrm>
          <a:custGeom>
            <a:avLst/>
            <a:gdLst/>
            <a:ahLst/>
            <a:cxnLst/>
            <a:rect l="l" t="t" r="r" b="b"/>
            <a:pathLst>
              <a:path w="273988" h="337919">
                <a:moveTo>
                  <a:pt x="0" y="337919"/>
                </a:moveTo>
                <a:lnTo>
                  <a:pt x="273988" y="337919"/>
                </a:lnTo>
                <a:lnTo>
                  <a:pt x="273988" y="155260"/>
                </a:lnTo>
                <a:lnTo>
                  <a:pt x="136994" y="0"/>
                </a:lnTo>
                <a:lnTo>
                  <a:pt x="0" y="155260"/>
                </a:lnTo>
                <a:close/>
              </a:path>
            </a:pathLst>
          </a:custGeom>
          <a:solidFill>
            <a:srgbClr val="FDEBDD"/>
          </a:solidFill>
          <a:ln w="19050">
            <a:solidFill>
              <a:srgbClr val="1F2937"/>
            </a:solidFill>
            <a:prstDash val="solid"/>
          </a:ln>
        </p:spPr>
      </p:sp>
      <p:sp>
        <p:nvSpPr>
          <p:cNvPr id="36" name="S04-mark97"/>
          <p:cNvSpPr/>
          <p:nvPr/>
        </p:nvSpPr>
        <p:spPr>
          <a:xfrm>
            <a:off x="4785421" y="2776761"/>
            <a:ext cx="334875" cy="334875"/>
          </a:xfrm>
          <a:prstGeom prst="ellipse">
            <a:avLst/>
          </a:prstGeom>
          <a:solidFill>
            <a:srgbClr val="FFFFFF"/>
          </a:solidFill>
          <a:ln w="25400">
            <a:solidFill>
              <a:srgbClr val="1F2937"/>
            </a:solidFill>
            <a:prstDash val="solid"/>
          </a:ln>
        </p:spPr>
      </p:sp>
      <p:sp>
        <p:nvSpPr>
          <p:cNvPr id="37" name="S04-mark98"/>
          <p:cNvSpPr/>
          <p:nvPr/>
        </p:nvSpPr>
        <p:spPr>
          <a:xfrm>
            <a:off x="4881824" y="2873164"/>
            <a:ext cx="142068" cy="142068"/>
          </a:xfrm>
          <a:prstGeom prst="ellipse">
            <a:avLst/>
          </a:prstGeom>
          <a:solidFill>
            <a:srgbClr val="264653"/>
          </a:solidFill>
          <a:ln w="12700">
            <a:solidFill>
              <a:srgbClr val="1F2937"/>
            </a:solidFill>
            <a:prstDash val="solid"/>
          </a:ln>
        </p:spPr>
      </p:sp>
      <p:sp>
        <p:nvSpPr>
          <p:cNvPr id="38" name="S04-mark99"/>
          <p:cNvSpPr/>
          <p:nvPr/>
        </p:nvSpPr>
        <p:spPr>
          <a:xfrm>
            <a:off x="7922587" y="3417589"/>
            <a:ext cx="301387" cy="301387"/>
          </a:xfrm>
          <a:prstGeom prst="ellipse">
            <a:avLst/>
          </a:prstGeom>
          <a:solidFill>
            <a:srgbClr val="FFFFFF"/>
          </a:solidFill>
          <a:ln w="25400">
            <a:solidFill>
              <a:srgbClr val="1F2937"/>
            </a:solidFill>
            <a:prstDash val="solid"/>
          </a:ln>
        </p:spPr>
      </p:sp>
      <p:sp>
        <p:nvSpPr>
          <p:cNvPr id="39" name="S04-mark100"/>
          <p:cNvSpPr/>
          <p:nvPr/>
        </p:nvSpPr>
        <p:spPr>
          <a:xfrm>
            <a:off x="8009350" y="3504352"/>
            <a:ext cx="127861" cy="127861"/>
          </a:xfrm>
          <a:prstGeom prst="ellipse">
            <a:avLst/>
          </a:prstGeom>
          <a:solidFill>
            <a:srgbClr val="264653"/>
          </a:solidFill>
          <a:ln w="12700">
            <a:solidFill>
              <a:srgbClr val="1F2937"/>
            </a:solidFill>
            <a:prstDash val="solid"/>
          </a:ln>
        </p:spPr>
      </p:sp>
      <p:sp>
        <p:nvSpPr>
          <p:cNvPr id="40" name="S04-mark101"/>
          <p:cNvSpPr/>
          <p:nvPr/>
        </p:nvSpPr>
        <p:spPr>
          <a:xfrm flipV="1">
            <a:off x="2811691" y="2761539"/>
            <a:ext cx="0" cy="365318"/>
          </a:xfrm>
          <a:prstGeom prst="line">
            <a:avLst/>
          </a:prstGeom>
          <a:noFill/>
          <a:ln w="28575">
            <a:solidFill>
              <a:srgbClr val="1F2937"/>
            </a:solidFill>
            <a:prstDash val="solid"/>
          </a:ln>
        </p:spPr>
      </p:sp>
      <p:sp>
        <p:nvSpPr>
          <p:cNvPr id="41" name="S04-mark102"/>
          <p:cNvSpPr/>
          <p:nvPr/>
        </p:nvSpPr>
        <p:spPr>
          <a:xfrm flipV="1">
            <a:off x="640080" y="2183119"/>
            <a:ext cx="0" cy="2029543"/>
          </a:xfrm>
          <a:prstGeom prst="line">
            <a:avLst/>
          </a:prstGeom>
          <a:noFill/>
          <a:ln w="9525">
            <a:solidFill>
              <a:srgbClr val="B8C2CC"/>
            </a:solidFill>
            <a:prstDash val="solid"/>
          </a:ln>
        </p:spPr>
      </p:sp>
      <p:sp>
        <p:nvSpPr>
          <p:cNvPr id="42" name="S04-mark103"/>
          <p:cNvSpPr/>
          <p:nvPr/>
        </p:nvSpPr>
        <p:spPr>
          <a:xfrm flipV="1">
            <a:off x="1147466" y="2183119"/>
            <a:ext cx="0" cy="2029543"/>
          </a:xfrm>
          <a:prstGeom prst="line">
            <a:avLst/>
          </a:prstGeom>
          <a:noFill/>
          <a:ln w="9525">
            <a:solidFill>
              <a:srgbClr val="B8C2CC"/>
            </a:solidFill>
            <a:prstDash val="solid"/>
          </a:ln>
        </p:spPr>
      </p:sp>
      <p:sp>
        <p:nvSpPr>
          <p:cNvPr id="43" name="S04-mark104"/>
          <p:cNvSpPr/>
          <p:nvPr/>
        </p:nvSpPr>
        <p:spPr>
          <a:xfrm flipV="1">
            <a:off x="1654851" y="2183119"/>
            <a:ext cx="0" cy="2029543"/>
          </a:xfrm>
          <a:prstGeom prst="line">
            <a:avLst/>
          </a:prstGeom>
          <a:noFill/>
          <a:ln w="9525">
            <a:solidFill>
              <a:srgbClr val="B8C2CC"/>
            </a:solidFill>
            <a:prstDash val="solid"/>
          </a:ln>
        </p:spPr>
      </p:sp>
      <p:sp>
        <p:nvSpPr>
          <p:cNvPr id="44" name="S04-mark105"/>
          <p:cNvSpPr/>
          <p:nvPr/>
        </p:nvSpPr>
        <p:spPr>
          <a:xfrm flipV="1">
            <a:off x="2162237" y="2183119"/>
            <a:ext cx="0" cy="2029543"/>
          </a:xfrm>
          <a:prstGeom prst="line">
            <a:avLst/>
          </a:prstGeom>
          <a:noFill/>
          <a:ln w="9525">
            <a:solidFill>
              <a:srgbClr val="B8C2CC"/>
            </a:solidFill>
            <a:prstDash val="solid"/>
          </a:ln>
        </p:spPr>
      </p:sp>
      <p:sp>
        <p:nvSpPr>
          <p:cNvPr id="45" name="S04-mark106"/>
          <p:cNvSpPr/>
          <p:nvPr/>
        </p:nvSpPr>
        <p:spPr>
          <a:xfrm flipV="1">
            <a:off x="2669623" y="2183119"/>
            <a:ext cx="0" cy="2029543"/>
          </a:xfrm>
          <a:prstGeom prst="line">
            <a:avLst/>
          </a:prstGeom>
          <a:noFill/>
          <a:ln w="9525">
            <a:solidFill>
              <a:srgbClr val="B8C2CC"/>
            </a:solidFill>
            <a:prstDash val="solid"/>
          </a:ln>
        </p:spPr>
      </p:sp>
      <p:sp>
        <p:nvSpPr>
          <p:cNvPr id="46" name="S04-mark107"/>
          <p:cNvSpPr/>
          <p:nvPr/>
        </p:nvSpPr>
        <p:spPr>
          <a:xfrm flipV="1">
            <a:off x="3177008" y="2183119"/>
            <a:ext cx="0" cy="2029543"/>
          </a:xfrm>
          <a:prstGeom prst="line">
            <a:avLst/>
          </a:prstGeom>
          <a:noFill/>
          <a:ln w="9525">
            <a:solidFill>
              <a:srgbClr val="B8C2CC"/>
            </a:solidFill>
            <a:prstDash val="solid"/>
          </a:ln>
        </p:spPr>
      </p:sp>
      <p:sp>
        <p:nvSpPr>
          <p:cNvPr id="47" name="S04-mark108"/>
          <p:cNvSpPr/>
          <p:nvPr/>
        </p:nvSpPr>
        <p:spPr>
          <a:xfrm flipV="1">
            <a:off x="3684394" y="2183119"/>
            <a:ext cx="0" cy="2029543"/>
          </a:xfrm>
          <a:prstGeom prst="line">
            <a:avLst/>
          </a:prstGeom>
          <a:noFill/>
          <a:ln w="9525">
            <a:solidFill>
              <a:srgbClr val="B8C2CC"/>
            </a:solidFill>
            <a:prstDash val="solid"/>
          </a:ln>
        </p:spPr>
      </p:sp>
      <p:sp>
        <p:nvSpPr>
          <p:cNvPr id="48" name="S04-mark109"/>
          <p:cNvSpPr/>
          <p:nvPr/>
        </p:nvSpPr>
        <p:spPr>
          <a:xfrm flipV="1">
            <a:off x="4191780" y="2183119"/>
            <a:ext cx="0" cy="2029543"/>
          </a:xfrm>
          <a:prstGeom prst="line">
            <a:avLst/>
          </a:prstGeom>
          <a:noFill/>
          <a:ln w="9525">
            <a:solidFill>
              <a:srgbClr val="B8C2CC"/>
            </a:solidFill>
            <a:prstDash val="solid"/>
          </a:ln>
        </p:spPr>
      </p:sp>
      <p:sp>
        <p:nvSpPr>
          <p:cNvPr id="49" name="S04-mark110"/>
          <p:cNvSpPr/>
          <p:nvPr/>
        </p:nvSpPr>
        <p:spPr>
          <a:xfrm flipV="1">
            <a:off x="4699165" y="2183119"/>
            <a:ext cx="0" cy="2029543"/>
          </a:xfrm>
          <a:prstGeom prst="line">
            <a:avLst/>
          </a:prstGeom>
          <a:noFill/>
          <a:ln w="9525">
            <a:solidFill>
              <a:srgbClr val="B8C2CC"/>
            </a:solidFill>
            <a:prstDash val="solid"/>
          </a:ln>
        </p:spPr>
      </p:sp>
      <p:sp>
        <p:nvSpPr>
          <p:cNvPr id="50" name="S04-mark111"/>
          <p:cNvSpPr/>
          <p:nvPr/>
        </p:nvSpPr>
        <p:spPr>
          <a:xfrm flipV="1">
            <a:off x="5206551" y="2183119"/>
            <a:ext cx="0" cy="2029543"/>
          </a:xfrm>
          <a:prstGeom prst="line">
            <a:avLst/>
          </a:prstGeom>
          <a:noFill/>
          <a:ln w="9525">
            <a:solidFill>
              <a:srgbClr val="B8C2CC"/>
            </a:solidFill>
            <a:prstDash val="solid"/>
          </a:ln>
        </p:spPr>
      </p:sp>
      <p:sp>
        <p:nvSpPr>
          <p:cNvPr id="51" name="S04-mark112"/>
          <p:cNvSpPr/>
          <p:nvPr/>
        </p:nvSpPr>
        <p:spPr>
          <a:xfrm flipV="1">
            <a:off x="5713937" y="2183119"/>
            <a:ext cx="0" cy="2029543"/>
          </a:xfrm>
          <a:prstGeom prst="line">
            <a:avLst/>
          </a:prstGeom>
          <a:noFill/>
          <a:ln w="9525">
            <a:solidFill>
              <a:srgbClr val="B8C2CC"/>
            </a:solidFill>
            <a:prstDash val="solid"/>
          </a:ln>
        </p:spPr>
      </p:sp>
      <p:sp>
        <p:nvSpPr>
          <p:cNvPr id="52" name="S04-mark113"/>
          <p:cNvSpPr/>
          <p:nvPr/>
        </p:nvSpPr>
        <p:spPr>
          <a:xfrm>
            <a:off x="640080" y="4212662"/>
            <a:ext cx="5073857" cy="0"/>
          </a:xfrm>
          <a:prstGeom prst="line">
            <a:avLst/>
          </a:prstGeom>
          <a:noFill/>
          <a:ln w="9525">
            <a:solidFill>
              <a:srgbClr val="B8C2CC"/>
            </a:solidFill>
            <a:prstDash val="solid"/>
          </a:ln>
        </p:spPr>
      </p:sp>
      <p:sp>
        <p:nvSpPr>
          <p:cNvPr id="53" name="S04-mark114"/>
          <p:cNvSpPr/>
          <p:nvPr/>
        </p:nvSpPr>
        <p:spPr>
          <a:xfrm>
            <a:off x="640080" y="3705276"/>
            <a:ext cx="5073857" cy="0"/>
          </a:xfrm>
          <a:prstGeom prst="line">
            <a:avLst/>
          </a:prstGeom>
          <a:noFill/>
          <a:ln w="9525">
            <a:solidFill>
              <a:srgbClr val="B8C2CC"/>
            </a:solidFill>
            <a:prstDash val="solid"/>
          </a:ln>
        </p:spPr>
      </p:sp>
      <p:sp>
        <p:nvSpPr>
          <p:cNvPr id="54" name="S04-mark115"/>
          <p:cNvSpPr/>
          <p:nvPr/>
        </p:nvSpPr>
        <p:spPr>
          <a:xfrm>
            <a:off x="640080" y="3197891"/>
            <a:ext cx="5073857" cy="0"/>
          </a:xfrm>
          <a:prstGeom prst="line">
            <a:avLst/>
          </a:prstGeom>
          <a:noFill/>
          <a:ln w="9525">
            <a:solidFill>
              <a:srgbClr val="B8C2CC"/>
            </a:solidFill>
            <a:prstDash val="solid"/>
          </a:ln>
        </p:spPr>
      </p:sp>
      <p:sp>
        <p:nvSpPr>
          <p:cNvPr id="55" name="S04-mark116"/>
          <p:cNvSpPr/>
          <p:nvPr/>
        </p:nvSpPr>
        <p:spPr>
          <a:xfrm>
            <a:off x="640080" y="2690505"/>
            <a:ext cx="5073857" cy="0"/>
          </a:xfrm>
          <a:prstGeom prst="line">
            <a:avLst/>
          </a:prstGeom>
          <a:noFill/>
          <a:ln w="9525">
            <a:solidFill>
              <a:srgbClr val="B8C2CC"/>
            </a:solidFill>
            <a:prstDash val="solid"/>
          </a:ln>
        </p:spPr>
      </p:sp>
      <p:sp>
        <p:nvSpPr>
          <p:cNvPr id="56" name="S04-mark117"/>
          <p:cNvSpPr/>
          <p:nvPr/>
        </p:nvSpPr>
        <p:spPr>
          <a:xfrm>
            <a:off x="640080" y="2183119"/>
            <a:ext cx="5073857" cy="0"/>
          </a:xfrm>
          <a:prstGeom prst="line">
            <a:avLst/>
          </a:prstGeom>
          <a:noFill/>
          <a:ln w="9525">
            <a:solidFill>
              <a:srgbClr val="B8C2CC"/>
            </a:solidFill>
            <a:prstDash val="solid"/>
          </a:ln>
        </p:spPr>
      </p:sp>
      <p:sp>
        <p:nvSpPr>
          <p:cNvPr id="57" name="S04-mark118"/>
          <p:cNvSpPr/>
          <p:nvPr/>
        </p:nvSpPr>
        <p:spPr>
          <a:xfrm flipV="1">
            <a:off x="6677970" y="2766613"/>
            <a:ext cx="0" cy="862556"/>
          </a:xfrm>
          <a:prstGeom prst="line">
            <a:avLst/>
          </a:prstGeom>
          <a:noFill/>
          <a:ln w="38100">
            <a:solidFill>
              <a:srgbClr val="1F2937"/>
            </a:solidFill>
            <a:prstDash val="solid"/>
            <a:tailEnd type="triangle"/>
          </a:ln>
        </p:spPr>
      </p:sp>
      <p:sp>
        <p:nvSpPr>
          <p:cNvPr id="58" name="S04-mark119"/>
          <p:cNvSpPr/>
          <p:nvPr/>
        </p:nvSpPr>
        <p:spPr>
          <a:xfrm>
            <a:off x="6246692" y="3197891"/>
            <a:ext cx="862556" cy="0"/>
          </a:xfrm>
          <a:prstGeom prst="line">
            <a:avLst/>
          </a:prstGeom>
          <a:noFill/>
          <a:ln w="25400">
            <a:solidFill>
              <a:srgbClr val="1F2937"/>
            </a:solidFill>
            <a:prstDash val="solid"/>
          </a:ln>
        </p:spPr>
      </p:sp>
      <p:sp>
        <p:nvSpPr>
          <p:cNvPr id="59" name="S04-mark120"/>
          <p:cNvSpPr/>
          <p:nvPr/>
        </p:nvSpPr>
        <p:spPr>
          <a:xfrm flipV="1">
            <a:off x="7972818" y="2490595"/>
            <a:ext cx="0" cy="328786"/>
          </a:xfrm>
          <a:prstGeom prst="line">
            <a:avLst/>
          </a:prstGeom>
          <a:noFill/>
          <a:ln w="28575">
            <a:solidFill>
              <a:srgbClr val="1F2937"/>
            </a:solidFill>
            <a:prstDash val="solid"/>
          </a:ln>
        </p:spPr>
      </p:sp>
      <p:sp>
        <p:nvSpPr>
          <p:cNvPr id="60" name="S04-label122"/>
          <p:cNvSpPr txBox="1"/>
          <p:nvPr/>
        </p:nvSpPr>
        <p:spPr>
          <a:xfrm>
            <a:off x="6473754" y="2347789"/>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북</a:t>
            </a:r>
            <a:endParaRPr lang="ko-KR" sz="2400" dirty="0"/>
          </a:p>
        </p:txBody>
      </p:sp>
      <p:sp>
        <p:nvSpPr>
          <p:cNvPr id="61" name="S04-label124"/>
          <p:cNvSpPr txBox="1"/>
          <p:nvPr/>
        </p:nvSpPr>
        <p:spPr>
          <a:xfrm>
            <a:off x="6473754" y="3666992"/>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남</a:t>
            </a:r>
            <a:endParaRPr lang="ko-KR" sz="2400" dirty="0"/>
          </a:p>
        </p:txBody>
      </p:sp>
      <p:sp>
        <p:nvSpPr>
          <p:cNvPr id="62" name="S04-label126"/>
          <p:cNvSpPr txBox="1"/>
          <p:nvPr/>
        </p:nvSpPr>
        <p:spPr>
          <a:xfrm>
            <a:off x="7133355" y="3007391"/>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동</a:t>
            </a:r>
            <a:endParaRPr lang="ko-KR" sz="2400" dirty="0"/>
          </a:p>
        </p:txBody>
      </p:sp>
      <p:sp>
        <p:nvSpPr>
          <p:cNvPr id="63" name="S04-label128"/>
          <p:cNvSpPr txBox="1"/>
          <p:nvPr/>
        </p:nvSpPr>
        <p:spPr>
          <a:xfrm>
            <a:off x="5814152" y="3007391"/>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서</a:t>
            </a:r>
            <a:endParaRPr lang="ko-KR" sz="2400" dirty="0"/>
          </a:p>
        </p:txBody>
      </p:sp>
      <p:sp>
        <p:nvSpPr>
          <p:cNvPr id="64" name="S04-label130"/>
          <p:cNvSpPr txBox="1"/>
          <p:nvPr/>
        </p:nvSpPr>
        <p:spPr>
          <a:xfrm>
            <a:off x="9267238" y="2081412"/>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범례</a:t>
            </a:r>
            <a:endParaRPr lang="ko-KR" sz="2400" dirty="0"/>
          </a:p>
        </p:txBody>
      </p:sp>
      <p:sp>
        <p:nvSpPr>
          <p:cNvPr id="65" name="S04-label132"/>
          <p:cNvSpPr txBox="1"/>
          <p:nvPr/>
        </p:nvSpPr>
        <p:spPr>
          <a:xfrm>
            <a:off x="8556898" y="2464488"/>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학교</a:t>
            </a:r>
            <a:endParaRPr lang="ko-KR" sz="2400" dirty="0"/>
          </a:p>
        </p:txBody>
      </p:sp>
      <p:sp>
        <p:nvSpPr>
          <p:cNvPr id="66" name="S04-label134"/>
          <p:cNvSpPr txBox="1"/>
          <p:nvPr/>
        </p:nvSpPr>
        <p:spPr>
          <a:xfrm>
            <a:off x="10484964" y="2464488"/>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병원</a:t>
            </a:r>
            <a:endParaRPr lang="ko-KR" sz="2400" dirty="0"/>
          </a:p>
        </p:txBody>
      </p:sp>
      <p:sp>
        <p:nvSpPr>
          <p:cNvPr id="67" name="S04-label136"/>
          <p:cNvSpPr txBox="1"/>
          <p:nvPr/>
        </p:nvSpPr>
        <p:spPr>
          <a:xfrm>
            <a:off x="8556898" y="2921135"/>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공원</a:t>
            </a:r>
            <a:endParaRPr lang="ko-KR" sz="2400" dirty="0"/>
          </a:p>
        </p:txBody>
      </p:sp>
      <p:sp>
        <p:nvSpPr>
          <p:cNvPr id="68" name="S04-label138"/>
          <p:cNvSpPr txBox="1"/>
          <p:nvPr/>
        </p:nvSpPr>
        <p:spPr>
          <a:xfrm>
            <a:off x="10335612" y="2921135"/>
            <a:ext cx="1005840"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도서관</a:t>
            </a:r>
            <a:endParaRPr lang="ko-KR" sz="2400" dirty="0"/>
          </a:p>
        </p:txBody>
      </p:sp>
      <p:sp>
        <p:nvSpPr>
          <p:cNvPr id="69" name="S04-label140"/>
          <p:cNvSpPr txBox="1"/>
          <p:nvPr/>
        </p:nvSpPr>
        <p:spPr>
          <a:xfrm>
            <a:off x="8258194" y="3377782"/>
            <a:ext cx="1304544"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주민센터</a:t>
            </a:r>
            <a:endParaRPr lang="ko-KR" sz="2400" dirty="0"/>
          </a:p>
        </p:txBody>
      </p:sp>
      <p:sp>
        <p:nvSpPr>
          <p:cNvPr id="70" name="S04-label142"/>
          <p:cNvSpPr txBox="1"/>
          <p:nvPr/>
        </p:nvSpPr>
        <p:spPr>
          <a:xfrm>
            <a:off x="10484964" y="3377782"/>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시장</a:t>
            </a:r>
            <a:endParaRPr lang="ko-KR" sz="2400" dirty="0"/>
          </a:p>
        </p:txBody>
      </p:sp>
      <p:sp>
        <p:nvSpPr>
          <p:cNvPr id="71" name="S04-label144"/>
          <p:cNvSpPr txBox="1"/>
          <p:nvPr/>
        </p:nvSpPr>
        <p:spPr>
          <a:xfrm>
            <a:off x="8706250" y="3834429"/>
            <a:ext cx="408432"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집</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기호가 나타내는 곳</a:t>
            </a:r>
            <a:endParaRPr lang="ko-KR" sz="4000" dirty="0"/>
          </a:p>
        </p:txBody>
      </p:sp>
      <p:sp>
        <p:nvSpPr>
          <p:cNvPr id="3" name="S05-card145"/>
          <p:cNvSpPr/>
          <p:nvPr/>
        </p:nvSpPr>
        <p:spPr>
          <a:xfrm>
            <a:off x="548640" y="4494276"/>
            <a:ext cx="11091672" cy="1723644"/>
          </a:xfrm>
          <a:prstGeom prst="roundRect">
            <a:avLst>
              <a:gd name="adj" fmla="val 6366"/>
            </a:avLst>
          </a:prstGeom>
          <a:solidFill>
            <a:srgbClr val="FDEBDD"/>
          </a:solidFill>
          <a:ln w="12700">
            <a:solidFill>
              <a:srgbClr val="FDEBDD"/>
            </a:solidFill>
            <a:prstDash val="solid"/>
          </a:ln>
        </p:spPr>
      </p:sp>
      <p:sp>
        <p:nvSpPr>
          <p:cNvPr id="4" name="S05-cardtext146"/>
          <p:cNvSpPr txBox="1"/>
          <p:nvPr/>
        </p:nvSpPr>
        <p:spPr>
          <a:xfrm>
            <a:off x="822960" y="4631436"/>
            <a:ext cx="10543032" cy="144932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① 나무 기호는 무엇을 나타내나요?</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② 펼친 책 기호는 무엇을 나타내나요?</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③ 시장 바로 옆에 있는 곳은?</a:t>
            </a:r>
            <a:endParaRPr lang="ko-KR" sz="3000" dirty="0"/>
          </a:p>
        </p:txBody>
      </p:sp>
      <p:sp>
        <p:nvSpPr>
          <p:cNvPr id="5" name="S05-figure147" descr="별빛마을 그림지도(모눈 10×4칸, 위쪽이 북쪽). 가운데 줄에 동서로 큰길. 큰길 북쪽 줄에 서쪽부터 도서관(책 기호), 학교(깃발 기호), 주민센터(겹동그라미 기호). 학교 바로 북쪽에 공원(나무 기호). 큰길 남쪽 줄에 시장(장바구니 기호), 그 바로 동쪽에 지호네 집(집 기호, 학교의 남쪽), 더 동쪽 멀리 병원(더하기 기호, 주민센터의 남쪽). 오른쪽에 방위표와 범례."/>
          <p:cNvSpPr/>
          <p:nvPr/>
        </p:nvSpPr>
        <p:spPr>
          <a:xfrm>
            <a:off x="640080" y="2770409"/>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6" name="S05-mark148"/>
          <p:cNvSpPr/>
          <p:nvPr/>
        </p:nvSpPr>
        <p:spPr>
          <a:xfrm>
            <a:off x="1147466" y="2770409"/>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7" name="S05-mark149"/>
          <p:cNvSpPr/>
          <p:nvPr/>
        </p:nvSpPr>
        <p:spPr>
          <a:xfrm>
            <a:off x="1654851" y="2770409"/>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8" name="S05-mark150"/>
          <p:cNvSpPr/>
          <p:nvPr/>
        </p:nvSpPr>
        <p:spPr>
          <a:xfrm>
            <a:off x="2162237" y="2770409"/>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9" name="S05-mark151"/>
          <p:cNvSpPr/>
          <p:nvPr/>
        </p:nvSpPr>
        <p:spPr>
          <a:xfrm>
            <a:off x="2669623" y="2770409"/>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10" name="S05-mark152"/>
          <p:cNvSpPr/>
          <p:nvPr/>
        </p:nvSpPr>
        <p:spPr>
          <a:xfrm>
            <a:off x="3177008" y="2770409"/>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11" name="S05-mark153"/>
          <p:cNvSpPr/>
          <p:nvPr/>
        </p:nvSpPr>
        <p:spPr>
          <a:xfrm>
            <a:off x="3684394" y="2770409"/>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12" name="S05-mark154"/>
          <p:cNvSpPr/>
          <p:nvPr/>
        </p:nvSpPr>
        <p:spPr>
          <a:xfrm>
            <a:off x="4191780" y="2770409"/>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13" name="S05-mark155"/>
          <p:cNvSpPr/>
          <p:nvPr/>
        </p:nvSpPr>
        <p:spPr>
          <a:xfrm>
            <a:off x="4699165" y="2770409"/>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14" name="S05-mark156"/>
          <p:cNvSpPr/>
          <p:nvPr/>
        </p:nvSpPr>
        <p:spPr>
          <a:xfrm>
            <a:off x="5206551" y="2770409"/>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15" name="S05-mark157"/>
          <p:cNvSpPr/>
          <p:nvPr/>
        </p:nvSpPr>
        <p:spPr>
          <a:xfrm>
            <a:off x="1218500" y="2354352"/>
            <a:ext cx="182659" cy="314579"/>
          </a:xfrm>
          <a:custGeom>
            <a:avLst/>
            <a:gdLst/>
            <a:ahLst/>
            <a:cxnLst/>
            <a:rect l="l" t="t" r="r" b="b"/>
            <a:pathLst>
              <a:path w="182659" h="314579">
                <a:moveTo>
                  <a:pt x="0" y="273988"/>
                </a:moveTo>
                <a:lnTo>
                  <a:pt x="182659" y="314579"/>
                </a:lnTo>
                <a:lnTo>
                  <a:pt x="182659" y="40591"/>
                </a:lnTo>
                <a:lnTo>
                  <a:pt x="0" y="0"/>
                </a:lnTo>
                <a:close/>
              </a:path>
            </a:pathLst>
          </a:custGeom>
          <a:solidFill>
            <a:srgbClr val="3D5A80"/>
          </a:solidFill>
          <a:ln w="15875">
            <a:solidFill>
              <a:srgbClr val="1F2937"/>
            </a:solidFill>
            <a:prstDash val="solid"/>
          </a:ln>
        </p:spPr>
      </p:sp>
      <p:sp>
        <p:nvSpPr>
          <p:cNvPr id="16" name="S05-mark158"/>
          <p:cNvSpPr/>
          <p:nvPr/>
        </p:nvSpPr>
        <p:spPr>
          <a:xfrm>
            <a:off x="1401159" y="2354352"/>
            <a:ext cx="182659" cy="314579"/>
          </a:xfrm>
          <a:custGeom>
            <a:avLst/>
            <a:gdLst/>
            <a:ahLst/>
            <a:cxnLst/>
            <a:rect l="l" t="t" r="r" b="b"/>
            <a:pathLst>
              <a:path w="182659" h="314579">
                <a:moveTo>
                  <a:pt x="182659" y="273988"/>
                </a:moveTo>
                <a:lnTo>
                  <a:pt x="0" y="314579"/>
                </a:lnTo>
                <a:lnTo>
                  <a:pt x="0" y="40591"/>
                </a:lnTo>
                <a:lnTo>
                  <a:pt x="182659" y="0"/>
                </a:lnTo>
                <a:close/>
              </a:path>
            </a:pathLst>
          </a:custGeom>
          <a:solidFill>
            <a:srgbClr val="3D5A80"/>
          </a:solidFill>
          <a:ln w="15875">
            <a:solidFill>
              <a:srgbClr val="1F2937"/>
            </a:solidFill>
            <a:prstDash val="solid"/>
          </a:ln>
        </p:spPr>
      </p:sp>
      <p:sp>
        <p:nvSpPr>
          <p:cNvPr id="17" name="S05-mark159"/>
          <p:cNvSpPr/>
          <p:nvPr/>
        </p:nvSpPr>
        <p:spPr>
          <a:xfrm>
            <a:off x="2811691" y="2334057"/>
            <a:ext cx="273988" cy="162363"/>
          </a:xfrm>
          <a:custGeom>
            <a:avLst/>
            <a:gdLst/>
            <a:ahLst/>
            <a:cxnLst/>
            <a:rect l="l" t="t" r="r" b="b"/>
            <a:pathLst>
              <a:path w="273988" h="162363">
                <a:moveTo>
                  <a:pt x="0" y="0"/>
                </a:moveTo>
                <a:lnTo>
                  <a:pt x="273988" y="81182"/>
                </a:lnTo>
                <a:lnTo>
                  <a:pt x="0" y="162363"/>
                </a:lnTo>
                <a:close/>
              </a:path>
            </a:pathLst>
          </a:custGeom>
          <a:solidFill>
            <a:srgbClr val="E9762B"/>
          </a:solidFill>
          <a:ln w="15875">
            <a:solidFill>
              <a:srgbClr val="1F2937"/>
            </a:solidFill>
            <a:prstDash val="solid"/>
          </a:ln>
        </p:spPr>
      </p:sp>
      <p:sp>
        <p:nvSpPr>
          <p:cNvPr id="18" name="S05-mark160"/>
          <p:cNvSpPr/>
          <p:nvPr/>
        </p:nvSpPr>
        <p:spPr>
          <a:xfrm>
            <a:off x="2887799" y="2070216"/>
            <a:ext cx="71034" cy="131920"/>
          </a:xfrm>
          <a:custGeom>
            <a:avLst/>
            <a:gdLst/>
            <a:ahLst/>
            <a:cxnLst/>
            <a:rect l="l" t="t" r="r" b="b"/>
            <a:pathLst>
              <a:path w="71034" h="131920">
                <a:moveTo>
                  <a:pt x="0" y="131920"/>
                </a:moveTo>
                <a:lnTo>
                  <a:pt x="71034" y="131920"/>
                </a:lnTo>
                <a:lnTo>
                  <a:pt x="71034" y="0"/>
                </a:lnTo>
                <a:lnTo>
                  <a:pt x="0" y="0"/>
                </a:lnTo>
                <a:close/>
              </a:path>
            </a:pathLst>
          </a:custGeom>
          <a:solidFill>
            <a:srgbClr val="8B5A2B"/>
          </a:solidFill>
          <a:ln w="12700">
            <a:solidFill>
              <a:srgbClr val="1F2937"/>
            </a:solidFill>
            <a:prstDash val="solid"/>
          </a:ln>
        </p:spPr>
      </p:sp>
      <p:sp>
        <p:nvSpPr>
          <p:cNvPr id="19" name="S05-mark161"/>
          <p:cNvSpPr/>
          <p:nvPr/>
        </p:nvSpPr>
        <p:spPr>
          <a:xfrm>
            <a:off x="2760952" y="1806376"/>
            <a:ext cx="324727" cy="263841"/>
          </a:xfrm>
          <a:custGeom>
            <a:avLst/>
            <a:gdLst/>
            <a:ahLst/>
            <a:cxnLst/>
            <a:rect l="l" t="t" r="r" b="b"/>
            <a:pathLst>
              <a:path w="324727" h="263841">
                <a:moveTo>
                  <a:pt x="0" y="263841"/>
                </a:moveTo>
                <a:lnTo>
                  <a:pt x="324727" y="263841"/>
                </a:lnTo>
                <a:lnTo>
                  <a:pt x="162363" y="0"/>
                </a:lnTo>
                <a:close/>
              </a:path>
            </a:pathLst>
          </a:custGeom>
          <a:solidFill>
            <a:srgbClr val="2A9D8F"/>
          </a:solidFill>
          <a:ln w="15875">
            <a:solidFill>
              <a:srgbClr val="1F2937"/>
            </a:solidFill>
            <a:prstDash val="solid"/>
          </a:ln>
        </p:spPr>
      </p:sp>
      <p:sp>
        <p:nvSpPr>
          <p:cNvPr id="20" name="S05-mark162"/>
          <p:cNvSpPr/>
          <p:nvPr/>
        </p:nvSpPr>
        <p:spPr>
          <a:xfrm>
            <a:off x="2329674" y="3358976"/>
            <a:ext cx="172511" cy="131920"/>
          </a:xfrm>
          <a:custGeom>
            <a:avLst/>
            <a:gdLst/>
            <a:ahLst/>
            <a:cxnLst/>
            <a:rect l="l" t="t" r="r" b="b"/>
            <a:pathLst>
              <a:path w="172511" h="131920">
                <a:moveTo>
                  <a:pt x="172511" y="131920"/>
                </a:moveTo>
                <a:lnTo>
                  <a:pt x="160841" y="65960"/>
                </a:lnTo>
                <a:lnTo>
                  <a:pt x="129383" y="17758"/>
                </a:lnTo>
                <a:lnTo>
                  <a:pt x="86256" y="0"/>
                </a:lnTo>
                <a:lnTo>
                  <a:pt x="43128" y="17758"/>
                </a:lnTo>
                <a:lnTo>
                  <a:pt x="11670" y="65960"/>
                </a:lnTo>
                <a:lnTo>
                  <a:pt x="0" y="131920"/>
                </a:lnTo>
              </a:path>
            </a:pathLst>
          </a:custGeom>
          <a:noFill/>
          <a:ln w="25400">
            <a:solidFill>
              <a:srgbClr val="1F2937"/>
            </a:solidFill>
            <a:prstDash val="solid"/>
          </a:ln>
        </p:spPr>
      </p:sp>
      <p:sp>
        <p:nvSpPr>
          <p:cNvPr id="21" name="S05-mark163"/>
          <p:cNvSpPr/>
          <p:nvPr/>
        </p:nvSpPr>
        <p:spPr>
          <a:xfrm>
            <a:off x="2248493" y="3490896"/>
            <a:ext cx="334875" cy="223250"/>
          </a:xfrm>
          <a:custGeom>
            <a:avLst/>
            <a:gdLst/>
            <a:ahLst/>
            <a:cxnLst/>
            <a:rect l="l" t="t" r="r" b="b"/>
            <a:pathLst>
              <a:path w="334875" h="223250">
                <a:moveTo>
                  <a:pt x="0" y="0"/>
                </a:moveTo>
                <a:lnTo>
                  <a:pt x="334875" y="0"/>
                </a:lnTo>
                <a:lnTo>
                  <a:pt x="294284" y="223250"/>
                </a:lnTo>
                <a:lnTo>
                  <a:pt x="40591" y="223250"/>
                </a:lnTo>
                <a:close/>
              </a:path>
            </a:pathLst>
          </a:custGeom>
          <a:solidFill>
            <a:srgbClr val="F2C14E"/>
          </a:solidFill>
          <a:ln w="15875">
            <a:solidFill>
              <a:srgbClr val="1F2937"/>
            </a:solidFill>
            <a:prstDash val="solid"/>
          </a:ln>
        </p:spPr>
      </p:sp>
      <p:sp>
        <p:nvSpPr>
          <p:cNvPr id="22" name="S05-mark164"/>
          <p:cNvSpPr/>
          <p:nvPr/>
        </p:nvSpPr>
        <p:spPr>
          <a:xfrm>
            <a:off x="2771100" y="3338681"/>
            <a:ext cx="304431" cy="375465"/>
          </a:xfrm>
          <a:custGeom>
            <a:avLst/>
            <a:gdLst/>
            <a:ahLst/>
            <a:cxnLst/>
            <a:rect l="l" t="t" r="r" b="b"/>
            <a:pathLst>
              <a:path w="304431" h="375465">
                <a:moveTo>
                  <a:pt x="0" y="375465"/>
                </a:moveTo>
                <a:lnTo>
                  <a:pt x="304431" y="375465"/>
                </a:lnTo>
                <a:lnTo>
                  <a:pt x="304431" y="172511"/>
                </a:lnTo>
                <a:lnTo>
                  <a:pt x="152216" y="0"/>
                </a:lnTo>
                <a:lnTo>
                  <a:pt x="0" y="172511"/>
                </a:lnTo>
                <a:close/>
              </a:path>
            </a:pathLst>
          </a:custGeom>
          <a:solidFill>
            <a:srgbClr val="FDEBDD"/>
          </a:solidFill>
          <a:ln w="19050">
            <a:solidFill>
              <a:srgbClr val="1F2937"/>
            </a:solidFill>
            <a:prstDash val="solid"/>
          </a:ln>
        </p:spPr>
      </p:sp>
      <p:sp>
        <p:nvSpPr>
          <p:cNvPr id="23" name="S05-mark165"/>
          <p:cNvSpPr/>
          <p:nvPr/>
        </p:nvSpPr>
        <p:spPr>
          <a:xfrm>
            <a:off x="4785421" y="3364050"/>
            <a:ext cx="334875" cy="334875"/>
          </a:xfrm>
          <a:custGeom>
            <a:avLst/>
            <a:gdLst/>
            <a:ahLst/>
            <a:cxnLst/>
            <a:rect l="l" t="t" r="r" b="b"/>
            <a:pathLst>
              <a:path w="334875" h="334875">
                <a:moveTo>
                  <a:pt x="116699" y="334875"/>
                </a:moveTo>
                <a:lnTo>
                  <a:pt x="218176" y="334875"/>
                </a:lnTo>
                <a:lnTo>
                  <a:pt x="218176" y="218176"/>
                </a:lnTo>
                <a:lnTo>
                  <a:pt x="334875" y="218176"/>
                </a:lnTo>
                <a:lnTo>
                  <a:pt x="334875" y="116699"/>
                </a:lnTo>
                <a:lnTo>
                  <a:pt x="218176" y="116699"/>
                </a:lnTo>
                <a:lnTo>
                  <a:pt x="218176" y="0"/>
                </a:lnTo>
                <a:lnTo>
                  <a:pt x="116699" y="0"/>
                </a:lnTo>
                <a:lnTo>
                  <a:pt x="116699" y="116699"/>
                </a:lnTo>
                <a:lnTo>
                  <a:pt x="0" y="116699"/>
                </a:lnTo>
                <a:lnTo>
                  <a:pt x="0" y="218176"/>
                </a:lnTo>
                <a:lnTo>
                  <a:pt x="116699" y="218176"/>
                </a:lnTo>
                <a:close/>
              </a:path>
            </a:pathLst>
          </a:custGeom>
          <a:solidFill>
            <a:srgbClr val="C8434E"/>
          </a:solidFill>
          <a:ln w="12700">
            <a:solidFill>
              <a:srgbClr val="1F2937"/>
            </a:solidFill>
            <a:prstDash val="solid"/>
          </a:ln>
        </p:spPr>
      </p:sp>
      <p:sp>
        <p:nvSpPr>
          <p:cNvPr id="24" name="S05-mark166"/>
          <p:cNvSpPr/>
          <p:nvPr/>
        </p:nvSpPr>
        <p:spPr>
          <a:xfrm>
            <a:off x="640080" y="1755637"/>
            <a:ext cx="5073857" cy="2029543"/>
          </a:xfrm>
          <a:custGeom>
            <a:avLst/>
            <a:gdLst/>
            <a:ahLst/>
            <a:cxnLst/>
            <a:rect l="l" t="t" r="r" b="b"/>
            <a:pathLst>
              <a:path w="5073857" h="2029543">
                <a:moveTo>
                  <a:pt x="0" y="2029543"/>
                </a:moveTo>
                <a:lnTo>
                  <a:pt x="5073857" y="2029543"/>
                </a:lnTo>
                <a:lnTo>
                  <a:pt x="5073857" y="0"/>
                </a:lnTo>
                <a:lnTo>
                  <a:pt x="0" y="0"/>
                </a:lnTo>
                <a:close/>
              </a:path>
            </a:pathLst>
          </a:custGeom>
          <a:noFill/>
          <a:ln w="19050">
            <a:solidFill>
              <a:srgbClr val="1F2937"/>
            </a:solidFill>
            <a:prstDash val="solid"/>
          </a:ln>
        </p:spPr>
      </p:sp>
      <p:sp>
        <p:nvSpPr>
          <p:cNvPr id="25" name="S05-mark167"/>
          <p:cNvSpPr/>
          <p:nvPr/>
        </p:nvSpPr>
        <p:spPr>
          <a:xfrm>
            <a:off x="7692741" y="1654160"/>
            <a:ext cx="3856131" cy="2283236"/>
          </a:xfrm>
          <a:custGeom>
            <a:avLst/>
            <a:gdLst/>
            <a:ahLst/>
            <a:cxnLst/>
            <a:rect l="l" t="t" r="r" b="b"/>
            <a:pathLst>
              <a:path w="3856131" h="2283236">
                <a:moveTo>
                  <a:pt x="0" y="2283236"/>
                </a:moveTo>
                <a:lnTo>
                  <a:pt x="3856131" y="2283236"/>
                </a:lnTo>
                <a:lnTo>
                  <a:pt x="3856131" y="0"/>
                </a:lnTo>
                <a:lnTo>
                  <a:pt x="0" y="0"/>
                </a:lnTo>
                <a:close/>
              </a:path>
            </a:pathLst>
          </a:custGeom>
          <a:solidFill>
            <a:srgbClr val="FFFFFF"/>
          </a:solidFill>
          <a:ln w="15875">
            <a:solidFill>
              <a:srgbClr val="1F2937"/>
            </a:solidFill>
            <a:prstDash val="solid"/>
          </a:ln>
        </p:spPr>
      </p:sp>
      <p:sp>
        <p:nvSpPr>
          <p:cNvPr id="26" name="S05-mark168"/>
          <p:cNvSpPr/>
          <p:nvPr/>
        </p:nvSpPr>
        <p:spPr>
          <a:xfrm>
            <a:off x="7692741" y="1654160"/>
            <a:ext cx="3856131" cy="380539"/>
          </a:xfrm>
          <a:custGeom>
            <a:avLst/>
            <a:gdLst/>
            <a:ahLst/>
            <a:cxnLst/>
            <a:rect l="l" t="t" r="r" b="b"/>
            <a:pathLst>
              <a:path w="3856131" h="380539">
                <a:moveTo>
                  <a:pt x="0" y="380539"/>
                </a:moveTo>
                <a:lnTo>
                  <a:pt x="3856131" y="380539"/>
                </a:lnTo>
                <a:lnTo>
                  <a:pt x="3856131" y="0"/>
                </a:lnTo>
                <a:lnTo>
                  <a:pt x="0" y="0"/>
                </a:lnTo>
                <a:close/>
              </a:path>
            </a:pathLst>
          </a:custGeom>
          <a:solidFill>
            <a:srgbClr val="EAF3F1"/>
          </a:solidFill>
          <a:ln w="15875">
            <a:solidFill>
              <a:srgbClr val="1F2937"/>
            </a:solidFill>
            <a:prstDash val="solid"/>
          </a:ln>
        </p:spPr>
      </p:sp>
      <p:sp>
        <p:nvSpPr>
          <p:cNvPr id="27" name="S05-mark169"/>
          <p:cNvSpPr/>
          <p:nvPr/>
        </p:nvSpPr>
        <p:spPr>
          <a:xfrm>
            <a:off x="7972818" y="2063113"/>
            <a:ext cx="246589" cy="146127"/>
          </a:xfrm>
          <a:custGeom>
            <a:avLst/>
            <a:gdLst/>
            <a:ahLst/>
            <a:cxnLst/>
            <a:rect l="l" t="t" r="r" b="b"/>
            <a:pathLst>
              <a:path w="246589" h="146127">
                <a:moveTo>
                  <a:pt x="0" y="0"/>
                </a:moveTo>
                <a:lnTo>
                  <a:pt x="246589" y="73064"/>
                </a:lnTo>
                <a:lnTo>
                  <a:pt x="0" y="146127"/>
                </a:lnTo>
                <a:close/>
              </a:path>
            </a:pathLst>
          </a:custGeom>
          <a:solidFill>
            <a:srgbClr val="E9762B"/>
          </a:solidFill>
          <a:ln w="15875">
            <a:solidFill>
              <a:srgbClr val="1F2937"/>
            </a:solidFill>
            <a:prstDash val="solid"/>
          </a:ln>
        </p:spPr>
      </p:sp>
      <p:sp>
        <p:nvSpPr>
          <p:cNvPr id="28" name="S05-mark170"/>
          <p:cNvSpPr/>
          <p:nvPr/>
        </p:nvSpPr>
        <p:spPr>
          <a:xfrm>
            <a:off x="9850652" y="2076812"/>
            <a:ext cx="301387" cy="301387"/>
          </a:xfrm>
          <a:custGeom>
            <a:avLst/>
            <a:gdLst/>
            <a:ahLst/>
            <a:cxnLst/>
            <a:rect l="l" t="t" r="r" b="b"/>
            <a:pathLst>
              <a:path w="301387" h="301387">
                <a:moveTo>
                  <a:pt x="105029" y="301387"/>
                </a:moveTo>
                <a:lnTo>
                  <a:pt x="196358" y="301387"/>
                </a:lnTo>
                <a:lnTo>
                  <a:pt x="196358" y="196358"/>
                </a:lnTo>
                <a:lnTo>
                  <a:pt x="301387" y="196358"/>
                </a:lnTo>
                <a:lnTo>
                  <a:pt x="301387" y="105029"/>
                </a:lnTo>
                <a:lnTo>
                  <a:pt x="196358" y="105029"/>
                </a:lnTo>
                <a:lnTo>
                  <a:pt x="196358" y="0"/>
                </a:lnTo>
                <a:lnTo>
                  <a:pt x="105029" y="0"/>
                </a:lnTo>
                <a:lnTo>
                  <a:pt x="105029" y="105029"/>
                </a:lnTo>
                <a:lnTo>
                  <a:pt x="0" y="105029"/>
                </a:lnTo>
                <a:lnTo>
                  <a:pt x="0" y="196358"/>
                </a:lnTo>
                <a:lnTo>
                  <a:pt x="105029" y="196358"/>
                </a:lnTo>
                <a:close/>
              </a:path>
            </a:pathLst>
          </a:custGeom>
          <a:solidFill>
            <a:srgbClr val="C8434E"/>
          </a:solidFill>
          <a:ln w="12700">
            <a:solidFill>
              <a:srgbClr val="1F2937"/>
            </a:solidFill>
            <a:prstDash val="solid"/>
          </a:ln>
        </p:spPr>
      </p:sp>
      <p:sp>
        <p:nvSpPr>
          <p:cNvPr id="29" name="S05-mark171"/>
          <p:cNvSpPr/>
          <p:nvPr/>
        </p:nvSpPr>
        <p:spPr>
          <a:xfrm>
            <a:off x="8041315" y="2738951"/>
            <a:ext cx="63931" cy="118728"/>
          </a:xfrm>
          <a:custGeom>
            <a:avLst/>
            <a:gdLst/>
            <a:ahLst/>
            <a:cxnLst/>
            <a:rect l="l" t="t" r="r" b="b"/>
            <a:pathLst>
              <a:path w="63931" h="118728">
                <a:moveTo>
                  <a:pt x="0" y="118728"/>
                </a:moveTo>
                <a:lnTo>
                  <a:pt x="63931" y="118728"/>
                </a:lnTo>
                <a:lnTo>
                  <a:pt x="63931" y="0"/>
                </a:lnTo>
                <a:lnTo>
                  <a:pt x="0" y="0"/>
                </a:lnTo>
                <a:close/>
              </a:path>
            </a:pathLst>
          </a:custGeom>
          <a:solidFill>
            <a:srgbClr val="8B5A2B"/>
          </a:solidFill>
          <a:ln w="12700">
            <a:solidFill>
              <a:srgbClr val="1F2937"/>
            </a:solidFill>
            <a:prstDash val="solid"/>
          </a:ln>
        </p:spPr>
      </p:sp>
      <p:sp>
        <p:nvSpPr>
          <p:cNvPr id="30" name="S05-mark172"/>
          <p:cNvSpPr/>
          <p:nvPr/>
        </p:nvSpPr>
        <p:spPr>
          <a:xfrm>
            <a:off x="7927153" y="2501494"/>
            <a:ext cx="292254" cy="237456"/>
          </a:xfrm>
          <a:custGeom>
            <a:avLst/>
            <a:gdLst/>
            <a:ahLst/>
            <a:cxnLst/>
            <a:rect l="l" t="t" r="r" b="b"/>
            <a:pathLst>
              <a:path w="292254" h="237456">
                <a:moveTo>
                  <a:pt x="0" y="237456"/>
                </a:moveTo>
                <a:lnTo>
                  <a:pt x="292254" y="237456"/>
                </a:lnTo>
                <a:lnTo>
                  <a:pt x="146127" y="0"/>
                </a:lnTo>
                <a:close/>
              </a:path>
            </a:pathLst>
          </a:custGeom>
          <a:solidFill>
            <a:srgbClr val="2A9D8F"/>
          </a:solidFill>
          <a:ln w="15875">
            <a:solidFill>
              <a:srgbClr val="1F2937"/>
            </a:solidFill>
            <a:prstDash val="solid"/>
          </a:ln>
        </p:spPr>
      </p:sp>
      <p:sp>
        <p:nvSpPr>
          <p:cNvPr id="31" name="S05-mark173"/>
          <p:cNvSpPr/>
          <p:nvPr/>
        </p:nvSpPr>
        <p:spPr>
          <a:xfrm>
            <a:off x="9836953" y="2538026"/>
            <a:ext cx="164393" cy="283121"/>
          </a:xfrm>
          <a:custGeom>
            <a:avLst/>
            <a:gdLst/>
            <a:ahLst/>
            <a:cxnLst/>
            <a:rect l="l" t="t" r="r" b="b"/>
            <a:pathLst>
              <a:path w="164393" h="283121">
                <a:moveTo>
                  <a:pt x="0" y="246589"/>
                </a:moveTo>
                <a:lnTo>
                  <a:pt x="164393" y="283121"/>
                </a:lnTo>
                <a:lnTo>
                  <a:pt x="164393" y="36532"/>
                </a:lnTo>
                <a:lnTo>
                  <a:pt x="0" y="0"/>
                </a:lnTo>
                <a:close/>
              </a:path>
            </a:pathLst>
          </a:custGeom>
          <a:solidFill>
            <a:srgbClr val="3D5A80"/>
          </a:solidFill>
          <a:ln w="15875">
            <a:solidFill>
              <a:srgbClr val="1F2937"/>
            </a:solidFill>
            <a:prstDash val="solid"/>
          </a:ln>
        </p:spPr>
      </p:sp>
      <p:sp>
        <p:nvSpPr>
          <p:cNvPr id="32" name="S05-mark174"/>
          <p:cNvSpPr/>
          <p:nvPr/>
        </p:nvSpPr>
        <p:spPr>
          <a:xfrm>
            <a:off x="10001346" y="2538026"/>
            <a:ext cx="164393" cy="283121"/>
          </a:xfrm>
          <a:custGeom>
            <a:avLst/>
            <a:gdLst/>
            <a:ahLst/>
            <a:cxnLst/>
            <a:rect l="l" t="t" r="r" b="b"/>
            <a:pathLst>
              <a:path w="164393" h="283121">
                <a:moveTo>
                  <a:pt x="164393" y="246589"/>
                </a:moveTo>
                <a:lnTo>
                  <a:pt x="0" y="283121"/>
                </a:lnTo>
                <a:lnTo>
                  <a:pt x="0" y="36532"/>
                </a:lnTo>
                <a:lnTo>
                  <a:pt x="164393" y="0"/>
                </a:lnTo>
                <a:close/>
              </a:path>
            </a:pathLst>
          </a:custGeom>
          <a:solidFill>
            <a:srgbClr val="3D5A80"/>
          </a:solidFill>
          <a:ln w="15875">
            <a:solidFill>
              <a:srgbClr val="1F2937"/>
            </a:solidFill>
            <a:prstDash val="solid"/>
          </a:ln>
        </p:spPr>
      </p:sp>
      <p:sp>
        <p:nvSpPr>
          <p:cNvPr id="33" name="S05-mark175"/>
          <p:cNvSpPr/>
          <p:nvPr/>
        </p:nvSpPr>
        <p:spPr>
          <a:xfrm>
            <a:off x="9923716" y="2985540"/>
            <a:ext cx="155260" cy="118728"/>
          </a:xfrm>
          <a:custGeom>
            <a:avLst/>
            <a:gdLst/>
            <a:ahLst/>
            <a:cxnLst/>
            <a:rect l="l" t="t" r="r" b="b"/>
            <a:pathLst>
              <a:path w="155260" h="118728">
                <a:moveTo>
                  <a:pt x="155260" y="118728"/>
                </a:moveTo>
                <a:lnTo>
                  <a:pt x="145112" y="59364"/>
                </a:lnTo>
                <a:lnTo>
                  <a:pt x="116191" y="15729"/>
                </a:lnTo>
                <a:lnTo>
                  <a:pt x="77630" y="0"/>
                </a:lnTo>
                <a:lnTo>
                  <a:pt x="38561" y="15729"/>
                </a:lnTo>
                <a:lnTo>
                  <a:pt x="10148" y="59364"/>
                </a:lnTo>
                <a:lnTo>
                  <a:pt x="0" y="118728"/>
                </a:lnTo>
              </a:path>
            </a:pathLst>
          </a:custGeom>
          <a:noFill/>
          <a:ln w="25400">
            <a:solidFill>
              <a:srgbClr val="1F2937"/>
            </a:solidFill>
            <a:prstDash val="solid"/>
          </a:ln>
        </p:spPr>
      </p:sp>
      <p:sp>
        <p:nvSpPr>
          <p:cNvPr id="34" name="S05-mark176"/>
          <p:cNvSpPr/>
          <p:nvPr/>
        </p:nvSpPr>
        <p:spPr>
          <a:xfrm>
            <a:off x="9850652" y="3104268"/>
            <a:ext cx="301387" cy="200925"/>
          </a:xfrm>
          <a:custGeom>
            <a:avLst/>
            <a:gdLst/>
            <a:ahLst/>
            <a:cxnLst/>
            <a:rect l="l" t="t" r="r" b="b"/>
            <a:pathLst>
              <a:path w="301387" h="200925">
                <a:moveTo>
                  <a:pt x="0" y="0"/>
                </a:moveTo>
                <a:lnTo>
                  <a:pt x="301387" y="0"/>
                </a:lnTo>
                <a:lnTo>
                  <a:pt x="264855" y="200925"/>
                </a:lnTo>
                <a:lnTo>
                  <a:pt x="36532" y="200925"/>
                </a:lnTo>
                <a:close/>
              </a:path>
            </a:pathLst>
          </a:custGeom>
          <a:solidFill>
            <a:srgbClr val="F2C14E"/>
          </a:solidFill>
          <a:ln w="15875">
            <a:solidFill>
              <a:srgbClr val="1F2937"/>
            </a:solidFill>
            <a:prstDash val="solid"/>
          </a:ln>
        </p:spPr>
      </p:sp>
      <p:sp>
        <p:nvSpPr>
          <p:cNvPr id="35" name="S05-mark177"/>
          <p:cNvSpPr/>
          <p:nvPr/>
        </p:nvSpPr>
        <p:spPr>
          <a:xfrm>
            <a:off x="7936286" y="3423921"/>
            <a:ext cx="273988" cy="337919"/>
          </a:xfrm>
          <a:custGeom>
            <a:avLst/>
            <a:gdLst/>
            <a:ahLst/>
            <a:cxnLst/>
            <a:rect l="l" t="t" r="r" b="b"/>
            <a:pathLst>
              <a:path w="273988" h="337919">
                <a:moveTo>
                  <a:pt x="0" y="337919"/>
                </a:moveTo>
                <a:lnTo>
                  <a:pt x="273988" y="337919"/>
                </a:lnTo>
                <a:lnTo>
                  <a:pt x="273988" y="155260"/>
                </a:lnTo>
                <a:lnTo>
                  <a:pt x="136994" y="0"/>
                </a:lnTo>
                <a:lnTo>
                  <a:pt x="0" y="155260"/>
                </a:lnTo>
                <a:close/>
              </a:path>
            </a:pathLst>
          </a:custGeom>
          <a:solidFill>
            <a:srgbClr val="FDEBDD"/>
          </a:solidFill>
          <a:ln w="19050">
            <a:solidFill>
              <a:srgbClr val="1F2937"/>
            </a:solidFill>
            <a:prstDash val="solid"/>
          </a:ln>
        </p:spPr>
      </p:sp>
      <p:sp>
        <p:nvSpPr>
          <p:cNvPr id="36" name="S05-mark178"/>
          <p:cNvSpPr/>
          <p:nvPr/>
        </p:nvSpPr>
        <p:spPr>
          <a:xfrm>
            <a:off x="4785421" y="2349279"/>
            <a:ext cx="334875" cy="334875"/>
          </a:xfrm>
          <a:prstGeom prst="ellipse">
            <a:avLst/>
          </a:prstGeom>
          <a:solidFill>
            <a:srgbClr val="FFFFFF"/>
          </a:solidFill>
          <a:ln w="25400">
            <a:solidFill>
              <a:srgbClr val="1F2937"/>
            </a:solidFill>
            <a:prstDash val="solid"/>
          </a:ln>
        </p:spPr>
      </p:sp>
      <p:sp>
        <p:nvSpPr>
          <p:cNvPr id="37" name="S05-mark179"/>
          <p:cNvSpPr/>
          <p:nvPr/>
        </p:nvSpPr>
        <p:spPr>
          <a:xfrm>
            <a:off x="4881824" y="2445682"/>
            <a:ext cx="142068" cy="142068"/>
          </a:xfrm>
          <a:prstGeom prst="ellipse">
            <a:avLst/>
          </a:prstGeom>
          <a:solidFill>
            <a:srgbClr val="264653"/>
          </a:solidFill>
          <a:ln w="12700">
            <a:solidFill>
              <a:srgbClr val="1F2937"/>
            </a:solidFill>
            <a:prstDash val="solid"/>
          </a:ln>
        </p:spPr>
      </p:sp>
      <p:sp>
        <p:nvSpPr>
          <p:cNvPr id="38" name="S05-mark180"/>
          <p:cNvSpPr/>
          <p:nvPr/>
        </p:nvSpPr>
        <p:spPr>
          <a:xfrm>
            <a:off x="7922587" y="2990107"/>
            <a:ext cx="301387" cy="301387"/>
          </a:xfrm>
          <a:prstGeom prst="ellipse">
            <a:avLst/>
          </a:prstGeom>
          <a:solidFill>
            <a:srgbClr val="FFFFFF"/>
          </a:solidFill>
          <a:ln w="25400">
            <a:solidFill>
              <a:srgbClr val="1F2937"/>
            </a:solidFill>
            <a:prstDash val="solid"/>
          </a:ln>
        </p:spPr>
      </p:sp>
      <p:sp>
        <p:nvSpPr>
          <p:cNvPr id="39" name="S05-mark181"/>
          <p:cNvSpPr/>
          <p:nvPr/>
        </p:nvSpPr>
        <p:spPr>
          <a:xfrm>
            <a:off x="8009350" y="3076870"/>
            <a:ext cx="127861" cy="127861"/>
          </a:xfrm>
          <a:prstGeom prst="ellipse">
            <a:avLst/>
          </a:prstGeom>
          <a:solidFill>
            <a:srgbClr val="264653"/>
          </a:solidFill>
          <a:ln w="12700">
            <a:solidFill>
              <a:srgbClr val="1F2937"/>
            </a:solidFill>
            <a:prstDash val="solid"/>
          </a:ln>
        </p:spPr>
      </p:sp>
      <p:sp>
        <p:nvSpPr>
          <p:cNvPr id="40" name="S05-mark182"/>
          <p:cNvSpPr/>
          <p:nvPr/>
        </p:nvSpPr>
        <p:spPr>
          <a:xfrm flipV="1">
            <a:off x="2811691" y="2334057"/>
            <a:ext cx="0" cy="365318"/>
          </a:xfrm>
          <a:prstGeom prst="line">
            <a:avLst/>
          </a:prstGeom>
          <a:noFill/>
          <a:ln w="28575">
            <a:solidFill>
              <a:srgbClr val="1F2937"/>
            </a:solidFill>
            <a:prstDash val="solid"/>
          </a:ln>
        </p:spPr>
      </p:sp>
      <p:sp>
        <p:nvSpPr>
          <p:cNvPr id="41" name="S05-mark183"/>
          <p:cNvSpPr/>
          <p:nvPr/>
        </p:nvSpPr>
        <p:spPr>
          <a:xfrm flipV="1">
            <a:off x="640080" y="1755637"/>
            <a:ext cx="0" cy="2029543"/>
          </a:xfrm>
          <a:prstGeom prst="line">
            <a:avLst/>
          </a:prstGeom>
          <a:noFill/>
          <a:ln w="9525">
            <a:solidFill>
              <a:srgbClr val="B8C2CC"/>
            </a:solidFill>
            <a:prstDash val="solid"/>
          </a:ln>
        </p:spPr>
      </p:sp>
      <p:sp>
        <p:nvSpPr>
          <p:cNvPr id="42" name="S05-mark184"/>
          <p:cNvSpPr/>
          <p:nvPr/>
        </p:nvSpPr>
        <p:spPr>
          <a:xfrm flipV="1">
            <a:off x="1147466" y="1755637"/>
            <a:ext cx="0" cy="2029543"/>
          </a:xfrm>
          <a:prstGeom prst="line">
            <a:avLst/>
          </a:prstGeom>
          <a:noFill/>
          <a:ln w="9525">
            <a:solidFill>
              <a:srgbClr val="B8C2CC"/>
            </a:solidFill>
            <a:prstDash val="solid"/>
          </a:ln>
        </p:spPr>
      </p:sp>
      <p:sp>
        <p:nvSpPr>
          <p:cNvPr id="43" name="S05-mark185"/>
          <p:cNvSpPr/>
          <p:nvPr/>
        </p:nvSpPr>
        <p:spPr>
          <a:xfrm flipV="1">
            <a:off x="1654851" y="1755637"/>
            <a:ext cx="0" cy="2029543"/>
          </a:xfrm>
          <a:prstGeom prst="line">
            <a:avLst/>
          </a:prstGeom>
          <a:noFill/>
          <a:ln w="9525">
            <a:solidFill>
              <a:srgbClr val="B8C2CC"/>
            </a:solidFill>
            <a:prstDash val="solid"/>
          </a:ln>
        </p:spPr>
      </p:sp>
      <p:sp>
        <p:nvSpPr>
          <p:cNvPr id="44" name="S05-mark186"/>
          <p:cNvSpPr/>
          <p:nvPr/>
        </p:nvSpPr>
        <p:spPr>
          <a:xfrm flipV="1">
            <a:off x="2162237" y="1755637"/>
            <a:ext cx="0" cy="2029543"/>
          </a:xfrm>
          <a:prstGeom prst="line">
            <a:avLst/>
          </a:prstGeom>
          <a:noFill/>
          <a:ln w="9525">
            <a:solidFill>
              <a:srgbClr val="B8C2CC"/>
            </a:solidFill>
            <a:prstDash val="solid"/>
          </a:ln>
        </p:spPr>
      </p:sp>
      <p:sp>
        <p:nvSpPr>
          <p:cNvPr id="45" name="S05-mark187"/>
          <p:cNvSpPr/>
          <p:nvPr/>
        </p:nvSpPr>
        <p:spPr>
          <a:xfrm flipV="1">
            <a:off x="2669623" y="1755637"/>
            <a:ext cx="0" cy="2029543"/>
          </a:xfrm>
          <a:prstGeom prst="line">
            <a:avLst/>
          </a:prstGeom>
          <a:noFill/>
          <a:ln w="9525">
            <a:solidFill>
              <a:srgbClr val="B8C2CC"/>
            </a:solidFill>
            <a:prstDash val="solid"/>
          </a:ln>
        </p:spPr>
      </p:sp>
      <p:sp>
        <p:nvSpPr>
          <p:cNvPr id="46" name="S05-mark188"/>
          <p:cNvSpPr/>
          <p:nvPr/>
        </p:nvSpPr>
        <p:spPr>
          <a:xfrm flipV="1">
            <a:off x="3177008" y="1755637"/>
            <a:ext cx="0" cy="2029543"/>
          </a:xfrm>
          <a:prstGeom prst="line">
            <a:avLst/>
          </a:prstGeom>
          <a:noFill/>
          <a:ln w="9525">
            <a:solidFill>
              <a:srgbClr val="B8C2CC"/>
            </a:solidFill>
            <a:prstDash val="solid"/>
          </a:ln>
        </p:spPr>
      </p:sp>
      <p:sp>
        <p:nvSpPr>
          <p:cNvPr id="47" name="S05-mark189"/>
          <p:cNvSpPr/>
          <p:nvPr/>
        </p:nvSpPr>
        <p:spPr>
          <a:xfrm flipV="1">
            <a:off x="3684394" y="1755637"/>
            <a:ext cx="0" cy="2029543"/>
          </a:xfrm>
          <a:prstGeom prst="line">
            <a:avLst/>
          </a:prstGeom>
          <a:noFill/>
          <a:ln w="9525">
            <a:solidFill>
              <a:srgbClr val="B8C2CC"/>
            </a:solidFill>
            <a:prstDash val="solid"/>
          </a:ln>
        </p:spPr>
      </p:sp>
      <p:sp>
        <p:nvSpPr>
          <p:cNvPr id="48" name="S05-mark190"/>
          <p:cNvSpPr/>
          <p:nvPr/>
        </p:nvSpPr>
        <p:spPr>
          <a:xfrm flipV="1">
            <a:off x="4191780" y="1755637"/>
            <a:ext cx="0" cy="2029543"/>
          </a:xfrm>
          <a:prstGeom prst="line">
            <a:avLst/>
          </a:prstGeom>
          <a:noFill/>
          <a:ln w="9525">
            <a:solidFill>
              <a:srgbClr val="B8C2CC"/>
            </a:solidFill>
            <a:prstDash val="solid"/>
          </a:ln>
        </p:spPr>
      </p:sp>
      <p:sp>
        <p:nvSpPr>
          <p:cNvPr id="49" name="S05-mark191"/>
          <p:cNvSpPr/>
          <p:nvPr/>
        </p:nvSpPr>
        <p:spPr>
          <a:xfrm flipV="1">
            <a:off x="4699165" y="1755637"/>
            <a:ext cx="0" cy="2029543"/>
          </a:xfrm>
          <a:prstGeom prst="line">
            <a:avLst/>
          </a:prstGeom>
          <a:noFill/>
          <a:ln w="9525">
            <a:solidFill>
              <a:srgbClr val="B8C2CC"/>
            </a:solidFill>
            <a:prstDash val="solid"/>
          </a:ln>
        </p:spPr>
      </p:sp>
      <p:sp>
        <p:nvSpPr>
          <p:cNvPr id="50" name="S05-mark192"/>
          <p:cNvSpPr/>
          <p:nvPr/>
        </p:nvSpPr>
        <p:spPr>
          <a:xfrm flipV="1">
            <a:off x="5206551" y="1755637"/>
            <a:ext cx="0" cy="2029543"/>
          </a:xfrm>
          <a:prstGeom prst="line">
            <a:avLst/>
          </a:prstGeom>
          <a:noFill/>
          <a:ln w="9525">
            <a:solidFill>
              <a:srgbClr val="B8C2CC"/>
            </a:solidFill>
            <a:prstDash val="solid"/>
          </a:ln>
        </p:spPr>
      </p:sp>
      <p:sp>
        <p:nvSpPr>
          <p:cNvPr id="51" name="S05-mark193"/>
          <p:cNvSpPr/>
          <p:nvPr/>
        </p:nvSpPr>
        <p:spPr>
          <a:xfrm flipV="1">
            <a:off x="5713937" y="1755637"/>
            <a:ext cx="0" cy="2029543"/>
          </a:xfrm>
          <a:prstGeom prst="line">
            <a:avLst/>
          </a:prstGeom>
          <a:noFill/>
          <a:ln w="9525">
            <a:solidFill>
              <a:srgbClr val="B8C2CC"/>
            </a:solidFill>
            <a:prstDash val="solid"/>
          </a:ln>
        </p:spPr>
      </p:sp>
      <p:sp>
        <p:nvSpPr>
          <p:cNvPr id="52" name="S05-mark194"/>
          <p:cNvSpPr/>
          <p:nvPr/>
        </p:nvSpPr>
        <p:spPr>
          <a:xfrm>
            <a:off x="640080" y="3785180"/>
            <a:ext cx="5073857" cy="0"/>
          </a:xfrm>
          <a:prstGeom prst="line">
            <a:avLst/>
          </a:prstGeom>
          <a:noFill/>
          <a:ln w="9525">
            <a:solidFill>
              <a:srgbClr val="B8C2CC"/>
            </a:solidFill>
            <a:prstDash val="solid"/>
          </a:ln>
        </p:spPr>
      </p:sp>
      <p:sp>
        <p:nvSpPr>
          <p:cNvPr id="53" name="S05-mark195"/>
          <p:cNvSpPr/>
          <p:nvPr/>
        </p:nvSpPr>
        <p:spPr>
          <a:xfrm>
            <a:off x="640080" y="3277794"/>
            <a:ext cx="5073857" cy="0"/>
          </a:xfrm>
          <a:prstGeom prst="line">
            <a:avLst/>
          </a:prstGeom>
          <a:noFill/>
          <a:ln w="9525">
            <a:solidFill>
              <a:srgbClr val="B8C2CC"/>
            </a:solidFill>
            <a:prstDash val="solid"/>
          </a:ln>
        </p:spPr>
      </p:sp>
      <p:sp>
        <p:nvSpPr>
          <p:cNvPr id="54" name="S05-mark196"/>
          <p:cNvSpPr/>
          <p:nvPr/>
        </p:nvSpPr>
        <p:spPr>
          <a:xfrm>
            <a:off x="640080" y="2770409"/>
            <a:ext cx="5073857" cy="0"/>
          </a:xfrm>
          <a:prstGeom prst="line">
            <a:avLst/>
          </a:prstGeom>
          <a:noFill/>
          <a:ln w="9525">
            <a:solidFill>
              <a:srgbClr val="B8C2CC"/>
            </a:solidFill>
            <a:prstDash val="solid"/>
          </a:ln>
        </p:spPr>
      </p:sp>
      <p:sp>
        <p:nvSpPr>
          <p:cNvPr id="55" name="S05-mark197"/>
          <p:cNvSpPr/>
          <p:nvPr/>
        </p:nvSpPr>
        <p:spPr>
          <a:xfrm>
            <a:off x="640080" y="2263023"/>
            <a:ext cx="5073857" cy="0"/>
          </a:xfrm>
          <a:prstGeom prst="line">
            <a:avLst/>
          </a:prstGeom>
          <a:noFill/>
          <a:ln w="9525">
            <a:solidFill>
              <a:srgbClr val="B8C2CC"/>
            </a:solidFill>
            <a:prstDash val="solid"/>
          </a:ln>
        </p:spPr>
      </p:sp>
      <p:sp>
        <p:nvSpPr>
          <p:cNvPr id="56" name="S05-mark198"/>
          <p:cNvSpPr/>
          <p:nvPr/>
        </p:nvSpPr>
        <p:spPr>
          <a:xfrm>
            <a:off x="640080" y="1755637"/>
            <a:ext cx="5073857" cy="0"/>
          </a:xfrm>
          <a:prstGeom prst="line">
            <a:avLst/>
          </a:prstGeom>
          <a:noFill/>
          <a:ln w="9525">
            <a:solidFill>
              <a:srgbClr val="B8C2CC"/>
            </a:solidFill>
            <a:prstDash val="solid"/>
          </a:ln>
        </p:spPr>
      </p:sp>
      <p:sp>
        <p:nvSpPr>
          <p:cNvPr id="57" name="S05-mark199"/>
          <p:cNvSpPr/>
          <p:nvPr/>
        </p:nvSpPr>
        <p:spPr>
          <a:xfrm flipV="1">
            <a:off x="6677970" y="2339131"/>
            <a:ext cx="0" cy="862556"/>
          </a:xfrm>
          <a:prstGeom prst="line">
            <a:avLst/>
          </a:prstGeom>
          <a:noFill/>
          <a:ln w="38100">
            <a:solidFill>
              <a:srgbClr val="1F2937"/>
            </a:solidFill>
            <a:prstDash val="solid"/>
            <a:tailEnd type="triangle"/>
          </a:ln>
        </p:spPr>
      </p:sp>
      <p:sp>
        <p:nvSpPr>
          <p:cNvPr id="58" name="S05-mark200"/>
          <p:cNvSpPr/>
          <p:nvPr/>
        </p:nvSpPr>
        <p:spPr>
          <a:xfrm>
            <a:off x="6246692" y="2770409"/>
            <a:ext cx="862556" cy="0"/>
          </a:xfrm>
          <a:prstGeom prst="line">
            <a:avLst/>
          </a:prstGeom>
          <a:noFill/>
          <a:ln w="25400">
            <a:solidFill>
              <a:srgbClr val="1F2937"/>
            </a:solidFill>
            <a:prstDash val="solid"/>
          </a:ln>
        </p:spPr>
      </p:sp>
      <p:sp>
        <p:nvSpPr>
          <p:cNvPr id="59" name="S05-mark201"/>
          <p:cNvSpPr/>
          <p:nvPr/>
        </p:nvSpPr>
        <p:spPr>
          <a:xfrm flipV="1">
            <a:off x="7972818" y="2063113"/>
            <a:ext cx="0" cy="328786"/>
          </a:xfrm>
          <a:prstGeom prst="line">
            <a:avLst/>
          </a:prstGeom>
          <a:noFill/>
          <a:ln w="28575">
            <a:solidFill>
              <a:srgbClr val="1F2937"/>
            </a:solidFill>
            <a:prstDash val="solid"/>
          </a:ln>
        </p:spPr>
      </p:sp>
      <p:sp>
        <p:nvSpPr>
          <p:cNvPr id="60" name="S05-label203"/>
          <p:cNvSpPr txBox="1"/>
          <p:nvPr/>
        </p:nvSpPr>
        <p:spPr>
          <a:xfrm>
            <a:off x="6473754" y="1920307"/>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북</a:t>
            </a:r>
            <a:endParaRPr lang="ko-KR" sz="2400" dirty="0"/>
          </a:p>
        </p:txBody>
      </p:sp>
      <p:sp>
        <p:nvSpPr>
          <p:cNvPr id="61" name="S05-label205"/>
          <p:cNvSpPr txBox="1"/>
          <p:nvPr/>
        </p:nvSpPr>
        <p:spPr>
          <a:xfrm>
            <a:off x="6473754" y="323951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남</a:t>
            </a:r>
            <a:endParaRPr lang="ko-KR" sz="2400" dirty="0"/>
          </a:p>
        </p:txBody>
      </p:sp>
      <p:sp>
        <p:nvSpPr>
          <p:cNvPr id="62" name="S05-label207"/>
          <p:cNvSpPr txBox="1"/>
          <p:nvPr/>
        </p:nvSpPr>
        <p:spPr>
          <a:xfrm>
            <a:off x="7133355" y="2579909"/>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동</a:t>
            </a:r>
            <a:endParaRPr lang="ko-KR" sz="2400" dirty="0"/>
          </a:p>
        </p:txBody>
      </p:sp>
      <p:sp>
        <p:nvSpPr>
          <p:cNvPr id="63" name="S05-label209"/>
          <p:cNvSpPr txBox="1"/>
          <p:nvPr/>
        </p:nvSpPr>
        <p:spPr>
          <a:xfrm>
            <a:off x="5814152" y="2579909"/>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서</a:t>
            </a:r>
            <a:endParaRPr lang="ko-KR" sz="2400" dirty="0"/>
          </a:p>
        </p:txBody>
      </p:sp>
      <p:sp>
        <p:nvSpPr>
          <p:cNvPr id="64" name="S05-label211"/>
          <p:cNvSpPr txBox="1"/>
          <p:nvPr/>
        </p:nvSpPr>
        <p:spPr>
          <a:xfrm>
            <a:off x="9267238" y="1653930"/>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범례</a:t>
            </a:r>
            <a:endParaRPr lang="ko-KR" sz="2400" dirty="0"/>
          </a:p>
        </p:txBody>
      </p:sp>
      <p:sp>
        <p:nvSpPr>
          <p:cNvPr id="65" name="S05-label213"/>
          <p:cNvSpPr txBox="1"/>
          <p:nvPr/>
        </p:nvSpPr>
        <p:spPr>
          <a:xfrm>
            <a:off x="8556898" y="2037006"/>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학교</a:t>
            </a:r>
            <a:endParaRPr lang="ko-KR" sz="2400" dirty="0"/>
          </a:p>
        </p:txBody>
      </p:sp>
      <p:sp>
        <p:nvSpPr>
          <p:cNvPr id="66" name="S05-label215"/>
          <p:cNvSpPr txBox="1"/>
          <p:nvPr/>
        </p:nvSpPr>
        <p:spPr>
          <a:xfrm>
            <a:off x="10484964" y="2037006"/>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병원</a:t>
            </a:r>
            <a:endParaRPr lang="ko-KR" sz="2400" dirty="0"/>
          </a:p>
        </p:txBody>
      </p:sp>
      <p:sp>
        <p:nvSpPr>
          <p:cNvPr id="67" name="S05-label217"/>
          <p:cNvSpPr txBox="1"/>
          <p:nvPr/>
        </p:nvSpPr>
        <p:spPr>
          <a:xfrm>
            <a:off x="8556898" y="2493653"/>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공원</a:t>
            </a:r>
            <a:endParaRPr lang="ko-KR" sz="2400" dirty="0"/>
          </a:p>
        </p:txBody>
      </p:sp>
      <p:sp>
        <p:nvSpPr>
          <p:cNvPr id="68" name="S05-label219"/>
          <p:cNvSpPr txBox="1"/>
          <p:nvPr/>
        </p:nvSpPr>
        <p:spPr>
          <a:xfrm>
            <a:off x="10335612" y="2493653"/>
            <a:ext cx="1005840"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도서관</a:t>
            </a:r>
            <a:endParaRPr lang="ko-KR" sz="2400" dirty="0"/>
          </a:p>
        </p:txBody>
      </p:sp>
      <p:sp>
        <p:nvSpPr>
          <p:cNvPr id="69" name="S05-label221"/>
          <p:cNvSpPr txBox="1"/>
          <p:nvPr/>
        </p:nvSpPr>
        <p:spPr>
          <a:xfrm>
            <a:off x="8258194" y="2950300"/>
            <a:ext cx="1304544"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주민센터</a:t>
            </a:r>
            <a:endParaRPr lang="ko-KR" sz="2400" dirty="0"/>
          </a:p>
        </p:txBody>
      </p:sp>
      <p:sp>
        <p:nvSpPr>
          <p:cNvPr id="70" name="S05-label223"/>
          <p:cNvSpPr txBox="1"/>
          <p:nvPr/>
        </p:nvSpPr>
        <p:spPr>
          <a:xfrm>
            <a:off x="10484964" y="2950300"/>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시장</a:t>
            </a:r>
            <a:endParaRPr lang="ko-KR" sz="2400" dirty="0"/>
          </a:p>
        </p:txBody>
      </p:sp>
      <p:sp>
        <p:nvSpPr>
          <p:cNvPr id="71" name="S05-label225"/>
          <p:cNvSpPr txBox="1"/>
          <p:nvPr/>
        </p:nvSpPr>
        <p:spPr>
          <a:xfrm>
            <a:off x="8706250" y="3406947"/>
            <a:ext cx="408432"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집</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기호를 만들어 봐요</a:t>
            </a:r>
            <a:endParaRPr lang="ko-KR" sz="4000" dirty="0"/>
          </a:p>
        </p:txBody>
      </p:sp>
      <p:sp>
        <p:nvSpPr>
          <p:cNvPr id="3" name="S06-text226"/>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종이에 기호를 그리고 뜻도 적어요.</a:t>
            </a:r>
            <a:endParaRPr lang="ko-KR" sz="3000" dirty="0"/>
          </a:p>
        </p:txBody>
      </p:sp>
      <p:sp>
        <p:nvSpPr>
          <p:cNvPr id="4" name="S06-card227"/>
          <p:cNvSpPr/>
          <p:nvPr/>
        </p:nvSpPr>
        <p:spPr>
          <a:xfrm>
            <a:off x="548640" y="5349240"/>
            <a:ext cx="11091672" cy="868680"/>
          </a:xfrm>
          <a:prstGeom prst="roundRect">
            <a:avLst>
              <a:gd name="adj" fmla="val 12632"/>
            </a:avLst>
          </a:prstGeom>
          <a:solidFill>
            <a:srgbClr val="E6ECF4"/>
          </a:solidFill>
          <a:ln w="12700">
            <a:solidFill>
              <a:srgbClr val="E6ECF4"/>
            </a:solidFill>
            <a:prstDash val="solid"/>
          </a:ln>
        </p:spPr>
      </p:sp>
      <p:sp>
        <p:nvSpPr>
          <p:cNvPr id="5" name="S06-cardtext228"/>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간단하게 · 특징이 드러나게 · 헷갈리지 않게</a:t>
            </a:r>
            <a:endParaRPr lang="ko-KR" sz="3000" dirty="0"/>
          </a:p>
        </p:txBody>
      </p:sp>
      <p:sp>
        <p:nvSpPr>
          <p:cNvPr id="6" name="S06-chip229"/>
          <p:cNvSpPr txBox="1"/>
          <p:nvPr/>
        </p:nvSpPr>
        <p:spPr>
          <a:xfrm>
            <a:off x="548640" y="21854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7" name="S06-text230"/>
          <p:cNvSpPr txBox="1"/>
          <p:nvPr/>
        </p:nvSpPr>
        <p:spPr>
          <a:xfrm>
            <a:off x="1344168" y="2011680"/>
            <a:ext cx="10296144" cy="9144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소방서</a:t>
            </a:r>
            <a:endParaRPr lang="ko-KR" sz="3000" dirty="0"/>
          </a:p>
        </p:txBody>
      </p:sp>
      <p:sp>
        <p:nvSpPr>
          <p:cNvPr id="8" name="S06-chip231"/>
          <p:cNvSpPr txBox="1"/>
          <p:nvPr/>
        </p:nvSpPr>
        <p:spPr>
          <a:xfrm>
            <a:off x="548640" y="32826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9" name="S06-text232"/>
          <p:cNvSpPr txBox="1"/>
          <p:nvPr/>
        </p:nvSpPr>
        <p:spPr>
          <a:xfrm>
            <a:off x="1344168" y="3108960"/>
            <a:ext cx="10296144" cy="9144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우체국</a:t>
            </a:r>
            <a:endParaRPr lang="ko-KR" sz="3000" dirty="0"/>
          </a:p>
        </p:txBody>
      </p:sp>
      <p:sp>
        <p:nvSpPr>
          <p:cNvPr id="10" name="S06-chip233"/>
          <p:cNvSpPr txBox="1"/>
          <p:nvPr/>
        </p:nvSpPr>
        <p:spPr>
          <a:xfrm>
            <a:off x="548640" y="43799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11" name="S06-text234"/>
          <p:cNvSpPr txBox="1"/>
          <p:nvPr/>
        </p:nvSpPr>
        <p:spPr>
          <a:xfrm>
            <a:off x="1344168" y="4206240"/>
            <a:ext cx="10296144" cy="9144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놀이터</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방위표와 동서남북</a:t>
            </a:r>
            <a:endParaRPr lang="ko-KR" sz="4000" dirty="0"/>
          </a:p>
        </p:txBody>
      </p:sp>
      <p:sp>
        <p:nvSpPr>
          <p:cNvPr id="3" name="S07-card235"/>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7-cardtext236"/>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그림지도에서는 보통 위쪽이 북쪽이에요.</a:t>
            </a:r>
            <a:endParaRPr lang="ko-KR" sz="3000" dirty="0"/>
          </a:p>
        </p:txBody>
      </p:sp>
      <p:sp>
        <p:nvSpPr>
          <p:cNvPr id="5" name="S07-figure237" descr="방위표: 위쪽 화살표 끝이 북, 아래가 남, 오른쪽이 동, 왼쪽이 서"/>
          <p:cNvSpPr/>
          <p:nvPr/>
        </p:nvSpPr>
        <p:spPr>
          <a:xfrm flipV="1">
            <a:off x="3230118" y="1959102"/>
            <a:ext cx="0" cy="2528316"/>
          </a:xfrm>
          <a:prstGeom prst="line">
            <a:avLst/>
          </a:prstGeom>
          <a:noFill/>
          <a:ln w="38100">
            <a:solidFill>
              <a:srgbClr val="1F2937"/>
            </a:solidFill>
            <a:prstDash val="solid"/>
            <a:tailEnd type="triangle"/>
          </a:ln>
        </p:spPr>
      </p:sp>
      <p:sp>
        <p:nvSpPr>
          <p:cNvPr id="6" name="S07-mark238"/>
          <p:cNvSpPr/>
          <p:nvPr/>
        </p:nvSpPr>
        <p:spPr>
          <a:xfrm>
            <a:off x="1965960" y="3223260"/>
            <a:ext cx="2528316" cy="0"/>
          </a:xfrm>
          <a:prstGeom prst="line">
            <a:avLst/>
          </a:prstGeom>
          <a:noFill/>
          <a:ln w="25400">
            <a:solidFill>
              <a:srgbClr val="1F2937"/>
            </a:solidFill>
            <a:prstDash val="solid"/>
          </a:ln>
        </p:spPr>
      </p:sp>
      <p:sp>
        <p:nvSpPr>
          <p:cNvPr id="7" name="S07-label240"/>
          <p:cNvSpPr txBox="1"/>
          <p:nvPr/>
        </p:nvSpPr>
        <p:spPr>
          <a:xfrm>
            <a:off x="3025902" y="122682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북</a:t>
            </a:r>
            <a:endParaRPr lang="ko-KR" sz="2400" dirty="0"/>
          </a:p>
        </p:txBody>
      </p:sp>
      <p:sp>
        <p:nvSpPr>
          <p:cNvPr id="8" name="S07-label242"/>
          <p:cNvSpPr txBox="1"/>
          <p:nvPr/>
        </p:nvSpPr>
        <p:spPr>
          <a:xfrm>
            <a:off x="3025902" y="483870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남</a:t>
            </a:r>
            <a:endParaRPr lang="ko-KR" sz="2400" dirty="0"/>
          </a:p>
        </p:txBody>
      </p:sp>
      <p:sp>
        <p:nvSpPr>
          <p:cNvPr id="9" name="S07-label244"/>
          <p:cNvSpPr txBox="1"/>
          <p:nvPr/>
        </p:nvSpPr>
        <p:spPr>
          <a:xfrm>
            <a:off x="4831842" y="303276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동</a:t>
            </a:r>
            <a:endParaRPr lang="ko-KR" sz="2400" dirty="0"/>
          </a:p>
        </p:txBody>
      </p:sp>
      <p:sp>
        <p:nvSpPr>
          <p:cNvPr id="10" name="S07-label246"/>
          <p:cNvSpPr txBox="1"/>
          <p:nvPr/>
        </p:nvSpPr>
        <p:spPr>
          <a:xfrm>
            <a:off x="1219962" y="303276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서</a:t>
            </a:r>
            <a:endParaRPr lang="ko-KR" sz="2400" dirty="0"/>
          </a:p>
        </p:txBody>
      </p:sp>
      <p:sp>
        <p:nvSpPr>
          <p:cNvPr id="11" name="S07-card247"/>
          <p:cNvSpPr/>
          <p:nvPr/>
        </p:nvSpPr>
        <p:spPr>
          <a:xfrm>
            <a:off x="6277356" y="1496568"/>
            <a:ext cx="5362956" cy="868680"/>
          </a:xfrm>
          <a:prstGeom prst="roundRect">
            <a:avLst>
              <a:gd name="adj" fmla="val 12632"/>
            </a:avLst>
          </a:prstGeom>
          <a:solidFill>
            <a:srgbClr val="EAF3F1"/>
          </a:solidFill>
          <a:ln w="12700">
            <a:solidFill>
              <a:srgbClr val="EAF3F1"/>
            </a:solidFill>
            <a:prstDash val="solid"/>
          </a:ln>
        </p:spPr>
      </p:sp>
      <p:sp>
        <p:nvSpPr>
          <p:cNvPr id="12" name="S07-cardtext248"/>
          <p:cNvSpPr txBox="1"/>
          <p:nvPr/>
        </p:nvSpPr>
        <p:spPr>
          <a:xfrm>
            <a:off x="6551676" y="1633728"/>
            <a:ext cx="4814316"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화살표 쪽이 북쪽</a:t>
            </a:r>
            <a:endParaRPr lang="ko-KR" sz="3000" dirty="0"/>
          </a:p>
        </p:txBody>
      </p:sp>
      <p:sp>
        <p:nvSpPr>
          <p:cNvPr id="13" name="S07-card249"/>
          <p:cNvSpPr/>
          <p:nvPr/>
        </p:nvSpPr>
        <p:spPr>
          <a:xfrm>
            <a:off x="6277356" y="2593848"/>
            <a:ext cx="5362956" cy="1258824"/>
          </a:xfrm>
          <a:prstGeom prst="roundRect">
            <a:avLst>
              <a:gd name="adj" fmla="val 8717"/>
            </a:avLst>
          </a:prstGeom>
          <a:solidFill>
            <a:srgbClr val="EAF3F1"/>
          </a:solidFill>
          <a:ln w="12700">
            <a:solidFill>
              <a:srgbClr val="EAF3F1"/>
            </a:solidFill>
            <a:prstDash val="solid"/>
          </a:ln>
        </p:spPr>
      </p:sp>
      <p:sp>
        <p:nvSpPr>
          <p:cNvPr id="14" name="S07-cardtext250"/>
          <p:cNvSpPr txBox="1"/>
          <p:nvPr/>
        </p:nvSpPr>
        <p:spPr>
          <a:xfrm>
            <a:off x="6551676" y="2731008"/>
            <a:ext cx="4814316"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북쪽을 보고 서면 오른쪽이 동쪽</a:t>
            </a:r>
            <a:endParaRPr lang="ko-KR" sz="3000" dirty="0"/>
          </a:p>
        </p:txBody>
      </p:sp>
      <p:sp>
        <p:nvSpPr>
          <p:cNvPr id="15" name="S07-card251"/>
          <p:cNvSpPr/>
          <p:nvPr/>
        </p:nvSpPr>
        <p:spPr>
          <a:xfrm>
            <a:off x="6277356" y="4081272"/>
            <a:ext cx="5362956" cy="868680"/>
          </a:xfrm>
          <a:prstGeom prst="roundRect">
            <a:avLst>
              <a:gd name="adj" fmla="val 12632"/>
            </a:avLst>
          </a:prstGeom>
          <a:solidFill>
            <a:srgbClr val="EAF3F1"/>
          </a:solidFill>
          <a:ln w="12700">
            <a:solidFill>
              <a:srgbClr val="EAF3F1"/>
            </a:solidFill>
            <a:prstDash val="solid"/>
          </a:ln>
        </p:spPr>
      </p:sp>
      <p:sp>
        <p:nvSpPr>
          <p:cNvPr id="16" name="S07-cardtext252"/>
          <p:cNvSpPr txBox="1"/>
          <p:nvPr/>
        </p:nvSpPr>
        <p:spPr>
          <a:xfrm>
            <a:off x="6551676" y="4218432"/>
            <a:ext cx="4814316"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왼쪽은 서쪽, 뒤는 남쪽</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방위로 위치 말하기</a:t>
            </a:r>
            <a:endParaRPr lang="ko-KR" sz="4000" dirty="0"/>
          </a:p>
        </p:txBody>
      </p:sp>
      <p:sp>
        <p:nvSpPr>
          <p:cNvPr id="3" name="S08-card253"/>
          <p:cNvSpPr/>
          <p:nvPr/>
        </p:nvSpPr>
        <p:spPr>
          <a:xfrm>
            <a:off x="548640" y="4959096"/>
            <a:ext cx="11091672" cy="1258824"/>
          </a:xfrm>
          <a:prstGeom prst="roundRect">
            <a:avLst>
              <a:gd name="adj" fmla="val 8717"/>
            </a:avLst>
          </a:prstGeom>
          <a:solidFill>
            <a:srgbClr val="FDEBDD"/>
          </a:solidFill>
          <a:ln w="12700">
            <a:solidFill>
              <a:srgbClr val="FDEBDD"/>
            </a:solidFill>
            <a:prstDash val="solid"/>
          </a:ln>
        </p:spPr>
      </p:sp>
      <p:sp>
        <p:nvSpPr>
          <p:cNvPr id="4" name="S08-cardtext254"/>
          <p:cNvSpPr txBox="1"/>
          <p:nvPr/>
        </p:nvSpPr>
        <p:spPr>
          <a:xfrm>
            <a:off x="822960" y="5096256"/>
            <a:ext cx="10543032"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기준 장소 → 방위 → 있어요</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예: 공원은 학교의 북쪽에 있어요.</a:t>
            </a:r>
            <a:endParaRPr lang="ko-KR" sz="3000" dirty="0"/>
          </a:p>
        </p:txBody>
      </p:sp>
      <p:sp>
        <p:nvSpPr>
          <p:cNvPr id="5" name="S08-figure255" descr="별빛마을 그림지도(모눈 10×4칸, 위쪽이 북쪽). 가운데 줄에 동서로 큰길. 큰길 북쪽 줄에 서쪽부터 도서관(책 기호), 학교(깃발 기호), 주민센터(겹동그라미 기호). 학교 바로 북쪽에 공원(나무 기호). 큰길 남쪽 줄에 시장(장바구니 기호), 그 바로 동쪽에 지호네 집(집 기호, 학교의 남쪽), 더 동쪽 멀리 병원(더하기 기호, 주민센터의 남쪽). 오른쪽에 방위표와 범례."/>
          <p:cNvSpPr/>
          <p:nvPr/>
        </p:nvSpPr>
        <p:spPr>
          <a:xfrm>
            <a:off x="640080" y="3002819"/>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6" name="S08-mark256"/>
          <p:cNvSpPr/>
          <p:nvPr/>
        </p:nvSpPr>
        <p:spPr>
          <a:xfrm>
            <a:off x="1147466" y="3002819"/>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7" name="S08-mark257"/>
          <p:cNvSpPr/>
          <p:nvPr/>
        </p:nvSpPr>
        <p:spPr>
          <a:xfrm>
            <a:off x="1654851" y="3002819"/>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8" name="S08-mark258"/>
          <p:cNvSpPr/>
          <p:nvPr/>
        </p:nvSpPr>
        <p:spPr>
          <a:xfrm>
            <a:off x="2162237" y="3002819"/>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9" name="S08-mark259"/>
          <p:cNvSpPr/>
          <p:nvPr/>
        </p:nvSpPr>
        <p:spPr>
          <a:xfrm>
            <a:off x="2669623" y="3002819"/>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10" name="S08-mark260"/>
          <p:cNvSpPr/>
          <p:nvPr/>
        </p:nvSpPr>
        <p:spPr>
          <a:xfrm>
            <a:off x="3177008" y="3002819"/>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11" name="S08-mark261"/>
          <p:cNvSpPr/>
          <p:nvPr/>
        </p:nvSpPr>
        <p:spPr>
          <a:xfrm>
            <a:off x="3684394" y="3002819"/>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12" name="S08-mark262"/>
          <p:cNvSpPr/>
          <p:nvPr/>
        </p:nvSpPr>
        <p:spPr>
          <a:xfrm>
            <a:off x="4191780" y="3002819"/>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13" name="S08-mark263"/>
          <p:cNvSpPr/>
          <p:nvPr/>
        </p:nvSpPr>
        <p:spPr>
          <a:xfrm>
            <a:off x="4699165" y="3002819"/>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14" name="S08-mark264"/>
          <p:cNvSpPr/>
          <p:nvPr/>
        </p:nvSpPr>
        <p:spPr>
          <a:xfrm>
            <a:off x="5206551" y="3002819"/>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15" name="S08-mark265"/>
          <p:cNvSpPr/>
          <p:nvPr/>
        </p:nvSpPr>
        <p:spPr>
          <a:xfrm>
            <a:off x="1218500" y="2586762"/>
            <a:ext cx="182659" cy="314579"/>
          </a:xfrm>
          <a:custGeom>
            <a:avLst/>
            <a:gdLst/>
            <a:ahLst/>
            <a:cxnLst/>
            <a:rect l="l" t="t" r="r" b="b"/>
            <a:pathLst>
              <a:path w="182659" h="314579">
                <a:moveTo>
                  <a:pt x="0" y="273988"/>
                </a:moveTo>
                <a:lnTo>
                  <a:pt x="182659" y="314579"/>
                </a:lnTo>
                <a:lnTo>
                  <a:pt x="182659" y="40591"/>
                </a:lnTo>
                <a:lnTo>
                  <a:pt x="0" y="0"/>
                </a:lnTo>
                <a:close/>
              </a:path>
            </a:pathLst>
          </a:custGeom>
          <a:solidFill>
            <a:srgbClr val="3D5A80"/>
          </a:solidFill>
          <a:ln w="15875">
            <a:solidFill>
              <a:srgbClr val="1F2937"/>
            </a:solidFill>
            <a:prstDash val="solid"/>
          </a:ln>
        </p:spPr>
      </p:sp>
      <p:sp>
        <p:nvSpPr>
          <p:cNvPr id="16" name="S08-mark266"/>
          <p:cNvSpPr/>
          <p:nvPr/>
        </p:nvSpPr>
        <p:spPr>
          <a:xfrm>
            <a:off x="1401159" y="2586762"/>
            <a:ext cx="182659" cy="314579"/>
          </a:xfrm>
          <a:custGeom>
            <a:avLst/>
            <a:gdLst/>
            <a:ahLst/>
            <a:cxnLst/>
            <a:rect l="l" t="t" r="r" b="b"/>
            <a:pathLst>
              <a:path w="182659" h="314579">
                <a:moveTo>
                  <a:pt x="182659" y="273988"/>
                </a:moveTo>
                <a:lnTo>
                  <a:pt x="0" y="314579"/>
                </a:lnTo>
                <a:lnTo>
                  <a:pt x="0" y="40591"/>
                </a:lnTo>
                <a:lnTo>
                  <a:pt x="182659" y="0"/>
                </a:lnTo>
                <a:close/>
              </a:path>
            </a:pathLst>
          </a:custGeom>
          <a:solidFill>
            <a:srgbClr val="3D5A80"/>
          </a:solidFill>
          <a:ln w="15875">
            <a:solidFill>
              <a:srgbClr val="1F2937"/>
            </a:solidFill>
            <a:prstDash val="solid"/>
          </a:ln>
        </p:spPr>
      </p:sp>
      <p:sp>
        <p:nvSpPr>
          <p:cNvPr id="17" name="S08-mark267"/>
          <p:cNvSpPr/>
          <p:nvPr/>
        </p:nvSpPr>
        <p:spPr>
          <a:xfrm>
            <a:off x="2811691" y="2566467"/>
            <a:ext cx="273988" cy="162363"/>
          </a:xfrm>
          <a:custGeom>
            <a:avLst/>
            <a:gdLst/>
            <a:ahLst/>
            <a:cxnLst/>
            <a:rect l="l" t="t" r="r" b="b"/>
            <a:pathLst>
              <a:path w="273988" h="162363">
                <a:moveTo>
                  <a:pt x="0" y="0"/>
                </a:moveTo>
                <a:lnTo>
                  <a:pt x="273988" y="81182"/>
                </a:lnTo>
                <a:lnTo>
                  <a:pt x="0" y="162363"/>
                </a:lnTo>
                <a:close/>
              </a:path>
            </a:pathLst>
          </a:custGeom>
          <a:solidFill>
            <a:srgbClr val="E9762B"/>
          </a:solidFill>
          <a:ln w="15875">
            <a:solidFill>
              <a:srgbClr val="1F2937"/>
            </a:solidFill>
            <a:prstDash val="solid"/>
          </a:ln>
        </p:spPr>
      </p:sp>
      <p:sp>
        <p:nvSpPr>
          <p:cNvPr id="18" name="S08-mark268"/>
          <p:cNvSpPr/>
          <p:nvPr/>
        </p:nvSpPr>
        <p:spPr>
          <a:xfrm>
            <a:off x="2887799" y="2302626"/>
            <a:ext cx="71034" cy="131920"/>
          </a:xfrm>
          <a:custGeom>
            <a:avLst/>
            <a:gdLst/>
            <a:ahLst/>
            <a:cxnLst/>
            <a:rect l="l" t="t" r="r" b="b"/>
            <a:pathLst>
              <a:path w="71034" h="131920">
                <a:moveTo>
                  <a:pt x="0" y="131920"/>
                </a:moveTo>
                <a:lnTo>
                  <a:pt x="71034" y="131920"/>
                </a:lnTo>
                <a:lnTo>
                  <a:pt x="71034" y="0"/>
                </a:lnTo>
                <a:lnTo>
                  <a:pt x="0" y="0"/>
                </a:lnTo>
                <a:close/>
              </a:path>
            </a:pathLst>
          </a:custGeom>
          <a:solidFill>
            <a:srgbClr val="8B5A2B"/>
          </a:solidFill>
          <a:ln w="12700">
            <a:solidFill>
              <a:srgbClr val="1F2937"/>
            </a:solidFill>
            <a:prstDash val="solid"/>
          </a:ln>
        </p:spPr>
      </p:sp>
      <p:sp>
        <p:nvSpPr>
          <p:cNvPr id="19" name="S08-mark269"/>
          <p:cNvSpPr/>
          <p:nvPr/>
        </p:nvSpPr>
        <p:spPr>
          <a:xfrm>
            <a:off x="2760952" y="2038786"/>
            <a:ext cx="324727" cy="263841"/>
          </a:xfrm>
          <a:custGeom>
            <a:avLst/>
            <a:gdLst/>
            <a:ahLst/>
            <a:cxnLst/>
            <a:rect l="l" t="t" r="r" b="b"/>
            <a:pathLst>
              <a:path w="324727" h="263841">
                <a:moveTo>
                  <a:pt x="0" y="263841"/>
                </a:moveTo>
                <a:lnTo>
                  <a:pt x="324727" y="263841"/>
                </a:lnTo>
                <a:lnTo>
                  <a:pt x="162363" y="0"/>
                </a:lnTo>
                <a:close/>
              </a:path>
            </a:pathLst>
          </a:custGeom>
          <a:solidFill>
            <a:srgbClr val="2A9D8F"/>
          </a:solidFill>
          <a:ln w="15875">
            <a:solidFill>
              <a:srgbClr val="1F2937"/>
            </a:solidFill>
            <a:prstDash val="solid"/>
          </a:ln>
        </p:spPr>
      </p:sp>
      <p:sp>
        <p:nvSpPr>
          <p:cNvPr id="20" name="S08-mark270"/>
          <p:cNvSpPr/>
          <p:nvPr/>
        </p:nvSpPr>
        <p:spPr>
          <a:xfrm>
            <a:off x="2329674" y="3591386"/>
            <a:ext cx="172511" cy="131920"/>
          </a:xfrm>
          <a:custGeom>
            <a:avLst/>
            <a:gdLst/>
            <a:ahLst/>
            <a:cxnLst/>
            <a:rect l="l" t="t" r="r" b="b"/>
            <a:pathLst>
              <a:path w="172511" h="131920">
                <a:moveTo>
                  <a:pt x="172511" y="131920"/>
                </a:moveTo>
                <a:lnTo>
                  <a:pt x="160841" y="65960"/>
                </a:lnTo>
                <a:lnTo>
                  <a:pt x="129383" y="17758"/>
                </a:lnTo>
                <a:lnTo>
                  <a:pt x="86256" y="0"/>
                </a:lnTo>
                <a:lnTo>
                  <a:pt x="43128" y="17758"/>
                </a:lnTo>
                <a:lnTo>
                  <a:pt x="11670" y="65960"/>
                </a:lnTo>
                <a:lnTo>
                  <a:pt x="0" y="131920"/>
                </a:lnTo>
              </a:path>
            </a:pathLst>
          </a:custGeom>
          <a:noFill/>
          <a:ln w="25400">
            <a:solidFill>
              <a:srgbClr val="1F2937"/>
            </a:solidFill>
            <a:prstDash val="solid"/>
          </a:ln>
        </p:spPr>
      </p:sp>
      <p:sp>
        <p:nvSpPr>
          <p:cNvPr id="21" name="S08-mark271"/>
          <p:cNvSpPr/>
          <p:nvPr/>
        </p:nvSpPr>
        <p:spPr>
          <a:xfrm>
            <a:off x="2248493" y="3723306"/>
            <a:ext cx="334875" cy="223250"/>
          </a:xfrm>
          <a:custGeom>
            <a:avLst/>
            <a:gdLst/>
            <a:ahLst/>
            <a:cxnLst/>
            <a:rect l="l" t="t" r="r" b="b"/>
            <a:pathLst>
              <a:path w="334875" h="223250">
                <a:moveTo>
                  <a:pt x="0" y="0"/>
                </a:moveTo>
                <a:lnTo>
                  <a:pt x="334875" y="0"/>
                </a:lnTo>
                <a:lnTo>
                  <a:pt x="294284" y="223250"/>
                </a:lnTo>
                <a:lnTo>
                  <a:pt x="40591" y="223250"/>
                </a:lnTo>
                <a:close/>
              </a:path>
            </a:pathLst>
          </a:custGeom>
          <a:solidFill>
            <a:srgbClr val="F2C14E"/>
          </a:solidFill>
          <a:ln w="15875">
            <a:solidFill>
              <a:srgbClr val="1F2937"/>
            </a:solidFill>
            <a:prstDash val="solid"/>
          </a:ln>
        </p:spPr>
      </p:sp>
      <p:sp>
        <p:nvSpPr>
          <p:cNvPr id="22" name="S08-mark272"/>
          <p:cNvSpPr/>
          <p:nvPr/>
        </p:nvSpPr>
        <p:spPr>
          <a:xfrm>
            <a:off x="2771100" y="3571091"/>
            <a:ext cx="304431" cy="375465"/>
          </a:xfrm>
          <a:custGeom>
            <a:avLst/>
            <a:gdLst/>
            <a:ahLst/>
            <a:cxnLst/>
            <a:rect l="l" t="t" r="r" b="b"/>
            <a:pathLst>
              <a:path w="304431" h="375465">
                <a:moveTo>
                  <a:pt x="0" y="375465"/>
                </a:moveTo>
                <a:lnTo>
                  <a:pt x="304431" y="375465"/>
                </a:lnTo>
                <a:lnTo>
                  <a:pt x="304431" y="172511"/>
                </a:lnTo>
                <a:lnTo>
                  <a:pt x="152216" y="0"/>
                </a:lnTo>
                <a:lnTo>
                  <a:pt x="0" y="172511"/>
                </a:lnTo>
                <a:close/>
              </a:path>
            </a:pathLst>
          </a:custGeom>
          <a:solidFill>
            <a:srgbClr val="FDEBDD"/>
          </a:solidFill>
          <a:ln w="19050">
            <a:solidFill>
              <a:srgbClr val="1F2937"/>
            </a:solidFill>
            <a:prstDash val="solid"/>
          </a:ln>
        </p:spPr>
      </p:sp>
      <p:sp>
        <p:nvSpPr>
          <p:cNvPr id="23" name="S08-mark273"/>
          <p:cNvSpPr/>
          <p:nvPr/>
        </p:nvSpPr>
        <p:spPr>
          <a:xfrm>
            <a:off x="4785421" y="3596460"/>
            <a:ext cx="334875" cy="334875"/>
          </a:xfrm>
          <a:custGeom>
            <a:avLst/>
            <a:gdLst/>
            <a:ahLst/>
            <a:cxnLst/>
            <a:rect l="l" t="t" r="r" b="b"/>
            <a:pathLst>
              <a:path w="334875" h="334875">
                <a:moveTo>
                  <a:pt x="116699" y="334875"/>
                </a:moveTo>
                <a:lnTo>
                  <a:pt x="218176" y="334875"/>
                </a:lnTo>
                <a:lnTo>
                  <a:pt x="218176" y="218176"/>
                </a:lnTo>
                <a:lnTo>
                  <a:pt x="334875" y="218176"/>
                </a:lnTo>
                <a:lnTo>
                  <a:pt x="334875" y="116699"/>
                </a:lnTo>
                <a:lnTo>
                  <a:pt x="218176" y="116699"/>
                </a:lnTo>
                <a:lnTo>
                  <a:pt x="218176" y="0"/>
                </a:lnTo>
                <a:lnTo>
                  <a:pt x="116699" y="0"/>
                </a:lnTo>
                <a:lnTo>
                  <a:pt x="116699" y="116699"/>
                </a:lnTo>
                <a:lnTo>
                  <a:pt x="0" y="116699"/>
                </a:lnTo>
                <a:lnTo>
                  <a:pt x="0" y="218176"/>
                </a:lnTo>
                <a:lnTo>
                  <a:pt x="116699" y="218176"/>
                </a:lnTo>
                <a:close/>
              </a:path>
            </a:pathLst>
          </a:custGeom>
          <a:solidFill>
            <a:srgbClr val="C8434E"/>
          </a:solidFill>
          <a:ln w="12700">
            <a:solidFill>
              <a:srgbClr val="1F2937"/>
            </a:solidFill>
            <a:prstDash val="solid"/>
          </a:ln>
        </p:spPr>
      </p:sp>
      <p:sp>
        <p:nvSpPr>
          <p:cNvPr id="24" name="S08-mark274"/>
          <p:cNvSpPr/>
          <p:nvPr/>
        </p:nvSpPr>
        <p:spPr>
          <a:xfrm>
            <a:off x="640080" y="1988047"/>
            <a:ext cx="5073857" cy="2029543"/>
          </a:xfrm>
          <a:custGeom>
            <a:avLst/>
            <a:gdLst/>
            <a:ahLst/>
            <a:cxnLst/>
            <a:rect l="l" t="t" r="r" b="b"/>
            <a:pathLst>
              <a:path w="5073857" h="2029543">
                <a:moveTo>
                  <a:pt x="0" y="2029543"/>
                </a:moveTo>
                <a:lnTo>
                  <a:pt x="5073857" y="2029543"/>
                </a:lnTo>
                <a:lnTo>
                  <a:pt x="5073857" y="0"/>
                </a:lnTo>
                <a:lnTo>
                  <a:pt x="0" y="0"/>
                </a:lnTo>
                <a:close/>
              </a:path>
            </a:pathLst>
          </a:custGeom>
          <a:noFill/>
          <a:ln w="19050">
            <a:solidFill>
              <a:srgbClr val="1F2937"/>
            </a:solidFill>
            <a:prstDash val="solid"/>
          </a:ln>
        </p:spPr>
      </p:sp>
      <p:sp>
        <p:nvSpPr>
          <p:cNvPr id="25" name="S08-mark275"/>
          <p:cNvSpPr/>
          <p:nvPr/>
        </p:nvSpPr>
        <p:spPr>
          <a:xfrm>
            <a:off x="7692741" y="1886570"/>
            <a:ext cx="3856131" cy="2283236"/>
          </a:xfrm>
          <a:custGeom>
            <a:avLst/>
            <a:gdLst/>
            <a:ahLst/>
            <a:cxnLst/>
            <a:rect l="l" t="t" r="r" b="b"/>
            <a:pathLst>
              <a:path w="3856131" h="2283236">
                <a:moveTo>
                  <a:pt x="0" y="2283236"/>
                </a:moveTo>
                <a:lnTo>
                  <a:pt x="3856131" y="2283236"/>
                </a:lnTo>
                <a:lnTo>
                  <a:pt x="3856131" y="0"/>
                </a:lnTo>
                <a:lnTo>
                  <a:pt x="0" y="0"/>
                </a:lnTo>
                <a:close/>
              </a:path>
            </a:pathLst>
          </a:custGeom>
          <a:solidFill>
            <a:srgbClr val="FFFFFF"/>
          </a:solidFill>
          <a:ln w="15875">
            <a:solidFill>
              <a:srgbClr val="1F2937"/>
            </a:solidFill>
            <a:prstDash val="solid"/>
          </a:ln>
        </p:spPr>
      </p:sp>
      <p:sp>
        <p:nvSpPr>
          <p:cNvPr id="26" name="S08-mark276"/>
          <p:cNvSpPr/>
          <p:nvPr/>
        </p:nvSpPr>
        <p:spPr>
          <a:xfrm>
            <a:off x="7692741" y="1886570"/>
            <a:ext cx="3856131" cy="380539"/>
          </a:xfrm>
          <a:custGeom>
            <a:avLst/>
            <a:gdLst/>
            <a:ahLst/>
            <a:cxnLst/>
            <a:rect l="l" t="t" r="r" b="b"/>
            <a:pathLst>
              <a:path w="3856131" h="380539">
                <a:moveTo>
                  <a:pt x="0" y="380539"/>
                </a:moveTo>
                <a:lnTo>
                  <a:pt x="3856131" y="380539"/>
                </a:lnTo>
                <a:lnTo>
                  <a:pt x="3856131" y="0"/>
                </a:lnTo>
                <a:lnTo>
                  <a:pt x="0" y="0"/>
                </a:lnTo>
                <a:close/>
              </a:path>
            </a:pathLst>
          </a:custGeom>
          <a:solidFill>
            <a:srgbClr val="EAF3F1"/>
          </a:solidFill>
          <a:ln w="15875">
            <a:solidFill>
              <a:srgbClr val="1F2937"/>
            </a:solidFill>
            <a:prstDash val="solid"/>
          </a:ln>
        </p:spPr>
      </p:sp>
      <p:sp>
        <p:nvSpPr>
          <p:cNvPr id="27" name="S08-mark277"/>
          <p:cNvSpPr/>
          <p:nvPr/>
        </p:nvSpPr>
        <p:spPr>
          <a:xfrm>
            <a:off x="7972818" y="2295523"/>
            <a:ext cx="246589" cy="146127"/>
          </a:xfrm>
          <a:custGeom>
            <a:avLst/>
            <a:gdLst/>
            <a:ahLst/>
            <a:cxnLst/>
            <a:rect l="l" t="t" r="r" b="b"/>
            <a:pathLst>
              <a:path w="246589" h="146127">
                <a:moveTo>
                  <a:pt x="0" y="0"/>
                </a:moveTo>
                <a:lnTo>
                  <a:pt x="246589" y="73064"/>
                </a:lnTo>
                <a:lnTo>
                  <a:pt x="0" y="146127"/>
                </a:lnTo>
                <a:close/>
              </a:path>
            </a:pathLst>
          </a:custGeom>
          <a:solidFill>
            <a:srgbClr val="E9762B"/>
          </a:solidFill>
          <a:ln w="15875">
            <a:solidFill>
              <a:srgbClr val="1F2937"/>
            </a:solidFill>
            <a:prstDash val="solid"/>
          </a:ln>
        </p:spPr>
      </p:sp>
      <p:sp>
        <p:nvSpPr>
          <p:cNvPr id="28" name="S08-mark278"/>
          <p:cNvSpPr/>
          <p:nvPr/>
        </p:nvSpPr>
        <p:spPr>
          <a:xfrm>
            <a:off x="9850652" y="2309222"/>
            <a:ext cx="301387" cy="301387"/>
          </a:xfrm>
          <a:custGeom>
            <a:avLst/>
            <a:gdLst/>
            <a:ahLst/>
            <a:cxnLst/>
            <a:rect l="l" t="t" r="r" b="b"/>
            <a:pathLst>
              <a:path w="301387" h="301387">
                <a:moveTo>
                  <a:pt x="105029" y="301387"/>
                </a:moveTo>
                <a:lnTo>
                  <a:pt x="196358" y="301387"/>
                </a:lnTo>
                <a:lnTo>
                  <a:pt x="196358" y="196358"/>
                </a:lnTo>
                <a:lnTo>
                  <a:pt x="301387" y="196358"/>
                </a:lnTo>
                <a:lnTo>
                  <a:pt x="301387" y="105029"/>
                </a:lnTo>
                <a:lnTo>
                  <a:pt x="196358" y="105029"/>
                </a:lnTo>
                <a:lnTo>
                  <a:pt x="196358" y="0"/>
                </a:lnTo>
                <a:lnTo>
                  <a:pt x="105029" y="0"/>
                </a:lnTo>
                <a:lnTo>
                  <a:pt x="105029" y="105029"/>
                </a:lnTo>
                <a:lnTo>
                  <a:pt x="0" y="105029"/>
                </a:lnTo>
                <a:lnTo>
                  <a:pt x="0" y="196358"/>
                </a:lnTo>
                <a:lnTo>
                  <a:pt x="105029" y="196358"/>
                </a:lnTo>
                <a:close/>
              </a:path>
            </a:pathLst>
          </a:custGeom>
          <a:solidFill>
            <a:srgbClr val="C8434E"/>
          </a:solidFill>
          <a:ln w="12700">
            <a:solidFill>
              <a:srgbClr val="1F2937"/>
            </a:solidFill>
            <a:prstDash val="solid"/>
          </a:ln>
        </p:spPr>
      </p:sp>
      <p:sp>
        <p:nvSpPr>
          <p:cNvPr id="29" name="S08-mark279"/>
          <p:cNvSpPr/>
          <p:nvPr/>
        </p:nvSpPr>
        <p:spPr>
          <a:xfrm>
            <a:off x="8041315" y="2971361"/>
            <a:ext cx="63931" cy="118728"/>
          </a:xfrm>
          <a:custGeom>
            <a:avLst/>
            <a:gdLst/>
            <a:ahLst/>
            <a:cxnLst/>
            <a:rect l="l" t="t" r="r" b="b"/>
            <a:pathLst>
              <a:path w="63931" h="118728">
                <a:moveTo>
                  <a:pt x="0" y="118728"/>
                </a:moveTo>
                <a:lnTo>
                  <a:pt x="63931" y="118728"/>
                </a:lnTo>
                <a:lnTo>
                  <a:pt x="63931" y="0"/>
                </a:lnTo>
                <a:lnTo>
                  <a:pt x="0" y="0"/>
                </a:lnTo>
                <a:close/>
              </a:path>
            </a:pathLst>
          </a:custGeom>
          <a:solidFill>
            <a:srgbClr val="8B5A2B"/>
          </a:solidFill>
          <a:ln w="12700">
            <a:solidFill>
              <a:srgbClr val="1F2937"/>
            </a:solidFill>
            <a:prstDash val="solid"/>
          </a:ln>
        </p:spPr>
      </p:sp>
      <p:sp>
        <p:nvSpPr>
          <p:cNvPr id="30" name="S08-mark280"/>
          <p:cNvSpPr/>
          <p:nvPr/>
        </p:nvSpPr>
        <p:spPr>
          <a:xfrm>
            <a:off x="7927153" y="2733904"/>
            <a:ext cx="292254" cy="237456"/>
          </a:xfrm>
          <a:custGeom>
            <a:avLst/>
            <a:gdLst/>
            <a:ahLst/>
            <a:cxnLst/>
            <a:rect l="l" t="t" r="r" b="b"/>
            <a:pathLst>
              <a:path w="292254" h="237456">
                <a:moveTo>
                  <a:pt x="0" y="237456"/>
                </a:moveTo>
                <a:lnTo>
                  <a:pt x="292254" y="237456"/>
                </a:lnTo>
                <a:lnTo>
                  <a:pt x="146127" y="0"/>
                </a:lnTo>
                <a:close/>
              </a:path>
            </a:pathLst>
          </a:custGeom>
          <a:solidFill>
            <a:srgbClr val="2A9D8F"/>
          </a:solidFill>
          <a:ln w="15875">
            <a:solidFill>
              <a:srgbClr val="1F2937"/>
            </a:solidFill>
            <a:prstDash val="solid"/>
          </a:ln>
        </p:spPr>
      </p:sp>
      <p:sp>
        <p:nvSpPr>
          <p:cNvPr id="31" name="S08-mark281"/>
          <p:cNvSpPr/>
          <p:nvPr/>
        </p:nvSpPr>
        <p:spPr>
          <a:xfrm>
            <a:off x="9836953" y="2770436"/>
            <a:ext cx="164393" cy="283121"/>
          </a:xfrm>
          <a:custGeom>
            <a:avLst/>
            <a:gdLst/>
            <a:ahLst/>
            <a:cxnLst/>
            <a:rect l="l" t="t" r="r" b="b"/>
            <a:pathLst>
              <a:path w="164393" h="283121">
                <a:moveTo>
                  <a:pt x="0" y="246589"/>
                </a:moveTo>
                <a:lnTo>
                  <a:pt x="164393" y="283121"/>
                </a:lnTo>
                <a:lnTo>
                  <a:pt x="164393" y="36532"/>
                </a:lnTo>
                <a:lnTo>
                  <a:pt x="0" y="0"/>
                </a:lnTo>
                <a:close/>
              </a:path>
            </a:pathLst>
          </a:custGeom>
          <a:solidFill>
            <a:srgbClr val="3D5A80"/>
          </a:solidFill>
          <a:ln w="15875">
            <a:solidFill>
              <a:srgbClr val="1F2937"/>
            </a:solidFill>
            <a:prstDash val="solid"/>
          </a:ln>
        </p:spPr>
      </p:sp>
      <p:sp>
        <p:nvSpPr>
          <p:cNvPr id="32" name="S08-mark282"/>
          <p:cNvSpPr/>
          <p:nvPr/>
        </p:nvSpPr>
        <p:spPr>
          <a:xfrm>
            <a:off x="10001346" y="2770436"/>
            <a:ext cx="164393" cy="283121"/>
          </a:xfrm>
          <a:custGeom>
            <a:avLst/>
            <a:gdLst/>
            <a:ahLst/>
            <a:cxnLst/>
            <a:rect l="l" t="t" r="r" b="b"/>
            <a:pathLst>
              <a:path w="164393" h="283121">
                <a:moveTo>
                  <a:pt x="164393" y="246589"/>
                </a:moveTo>
                <a:lnTo>
                  <a:pt x="0" y="283121"/>
                </a:lnTo>
                <a:lnTo>
                  <a:pt x="0" y="36532"/>
                </a:lnTo>
                <a:lnTo>
                  <a:pt x="164393" y="0"/>
                </a:lnTo>
                <a:close/>
              </a:path>
            </a:pathLst>
          </a:custGeom>
          <a:solidFill>
            <a:srgbClr val="3D5A80"/>
          </a:solidFill>
          <a:ln w="15875">
            <a:solidFill>
              <a:srgbClr val="1F2937"/>
            </a:solidFill>
            <a:prstDash val="solid"/>
          </a:ln>
        </p:spPr>
      </p:sp>
      <p:sp>
        <p:nvSpPr>
          <p:cNvPr id="33" name="S08-mark283"/>
          <p:cNvSpPr/>
          <p:nvPr/>
        </p:nvSpPr>
        <p:spPr>
          <a:xfrm>
            <a:off x="9923716" y="3217950"/>
            <a:ext cx="155260" cy="118728"/>
          </a:xfrm>
          <a:custGeom>
            <a:avLst/>
            <a:gdLst/>
            <a:ahLst/>
            <a:cxnLst/>
            <a:rect l="l" t="t" r="r" b="b"/>
            <a:pathLst>
              <a:path w="155260" h="118728">
                <a:moveTo>
                  <a:pt x="155260" y="118728"/>
                </a:moveTo>
                <a:lnTo>
                  <a:pt x="145112" y="59364"/>
                </a:lnTo>
                <a:lnTo>
                  <a:pt x="116191" y="15729"/>
                </a:lnTo>
                <a:lnTo>
                  <a:pt x="77630" y="0"/>
                </a:lnTo>
                <a:lnTo>
                  <a:pt x="38561" y="15729"/>
                </a:lnTo>
                <a:lnTo>
                  <a:pt x="10148" y="59364"/>
                </a:lnTo>
                <a:lnTo>
                  <a:pt x="0" y="118728"/>
                </a:lnTo>
              </a:path>
            </a:pathLst>
          </a:custGeom>
          <a:noFill/>
          <a:ln w="25400">
            <a:solidFill>
              <a:srgbClr val="1F2937"/>
            </a:solidFill>
            <a:prstDash val="solid"/>
          </a:ln>
        </p:spPr>
      </p:sp>
      <p:sp>
        <p:nvSpPr>
          <p:cNvPr id="34" name="S08-mark284"/>
          <p:cNvSpPr/>
          <p:nvPr/>
        </p:nvSpPr>
        <p:spPr>
          <a:xfrm>
            <a:off x="9850652" y="3336678"/>
            <a:ext cx="301387" cy="200925"/>
          </a:xfrm>
          <a:custGeom>
            <a:avLst/>
            <a:gdLst/>
            <a:ahLst/>
            <a:cxnLst/>
            <a:rect l="l" t="t" r="r" b="b"/>
            <a:pathLst>
              <a:path w="301387" h="200925">
                <a:moveTo>
                  <a:pt x="0" y="0"/>
                </a:moveTo>
                <a:lnTo>
                  <a:pt x="301387" y="0"/>
                </a:lnTo>
                <a:lnTo>
                  <a:pt x="264855" y="200925"/>
                </a:lnTo>
                <a:lnTo>
                  <a:pt x="36532" y="200925"/>
                </a:lnTo>
                <a:close/>
              </a:path>
            </a:pathLst>
          </a:custGeom>
          <a:solidFill>
            <a:srgbClr val="F2C14E"/>
          </a:solidFill>
          <a:ln w="15875">
            <a:solidFill>
              <a:srgbClr val="1F2937"/>
            </a:solidFill>
            <a:prstDash val="solid"/>
          </a:ln>
        </p:spPr>
      </p:sp>
      <p:sp>
        <p:nvSpPr>
          <p:cNvPr id="35" name="S08-mark285"/>
          <p:cNvSpPr/>
          <p:nvPr/>
        </p:nvSpPr>
        <p:spPr>
          <a:xfrm>
            <a:off x="7936286" y="3656331"/>
            <a:ext cx="273988" cy="337919"/>
          </a:xfrm>
          <a:custGeom>
            <a:avLst/>
            <a:gdLst/>
            <a:ahLst/>
            <a:cxnLst/>
            <a:rect l="l" t="t" r="r" b="b"/>
            <a:pathLst>
              <a:path w="273988" h="337919">
                <a:moveTo>
                  <a:pt x="0" y="337919"/>
                </a:moveTo>
                <a:lnTo>
                  <a:pt x="273988" y="337919"/>
                </a:lnTo>
                <a:lnTo>
                  <a:pt x="273988" y="155260"/>
                </a:lnTo>
                <a:lnTo>
                  <a:pt x="136994" y="0"/>
                </a:lnTo>
                <a:lnTo>
                  <a:pt x="0" y="155260"/>
                </a:lnTo>
                <a:close/>
              </a:path>
            </a:pathLst>
          </a:custGeom>
          <a:solidFill>
            <a:srgbClr val="FDEBDD"/>
          </a:solidFill>
          <a:ln w="19050">
            <a:solidFill>
              <a:srgbClr val="1F2937"/>
            </a:solidFill>
            <a:prstDash val="solid"/>
          </a:ln>
        </p:spPr>
      </p:sp>
      <p:sp>
        <p:nvSpPr>
          <p:cNvPr id="36" name="S08-mark286"/>
          <p:cNvSpPr/>
          <p:nvPr/>
        </p:nvSpPr>
        <p:spPr>
          <a:xfrm>
            <a:off x="4785421" y="2581689"/>
            <a:ext cx="334875" cy="334875"/>
          </a:xfrm>
          <a:prstGeom prst="ellipse">
            <a:avLst/>
          </a:prstGeom>
          <a:solidFill>
            <a:srgbClr val="FFFFFF"/>
          </a:solidFill>
          <a:ln w="25400">
            <a:solidFill>
              <a:srgbClr val="1F2937"/>
            </a:solidFill>
            <a:prstDash val="solid"/>
          </a:ln>
        </p:spPr>
      </p:sp>
      <p:sp>
        <p:nvSpPr>
          <p:cNvPr id="37" name="S08-mark287"/>
          <p:cNvSpPr/>
          <p:nvPr/>
        </p:nvSpPr>
        <p:spPr>
          <a:xfrm>
            <a:off x="4881824" y="2678092"/>
            <a:ext cx="142068" cy="142068"/>
          </a:xfrm>
          <a:prstGeom prst="ellipse">
            <a:avLst/>
          </a:prstGeom>
          <a:solidFill>
            <a:srgbClr val="264653"/>
          </a:solidFill>
          <a:ln w="12700">
            <a:solidFill>
              <a:srgbClr val="1F2937"/>
            </a:solidFill>
            <a:prstDash val="solid"/>
          </a:ln>
        </p:spPr>
      </p:sp>
      <p:sp>
        <p:nvSpPr>
          <p:cNvPr id="38" name="S08-mark288"/>
          <p:cNvSpPr/>
          <p:nvPr/>
        </p:nvSpPr>
        <p:spPr>
          <a:xfrm>
            <a:off x="7922587" y="3222517"/>
            <a:ext cx="301387" cy="301387"/>
          </a:xfrm>
          <a:prstGeom prst="ellipse">
            <a:avLst/>
          </a:prstGeom>
          <a:solidFill>
            <a:srgbClr val="FFFFFF"/>
          </a:solidFill>
          <a:ln w="25400">
            <a:solidFill>
              <a:srgbClr val="1F2937"/>
            </a:solidFill>
            <a:prstDash val="solid"/>
          </a:ln>
        </p:spPr>
      </p:sp>
      <p:sp>
        <p:nvSpPr>
          <p:cNvPr id="39" name="S08-mark289"/>
          <p:cNvSpPr/>
          <p:nvPr/>
        </p:nvSpPr>
        <p:spPr>
          <a:xfrm>
            <a:off x="8009350" y="3309280"/>
            <a:ext cx="127861" cy="127861"/>
          </a:xfrm>
          <a:prstGeom prst="ellipse">
            <a:avLst/>
          </a:prstGeom>
          <a:solidFill>
            <a:srgbClr val="264653"/>
          </a:solidFill>
          <a:ln w="12700">
            <a:solidFill>
              <a:srgbClr val="1F2937"/>
            </a:solidFill>
            <a:prstDash val="solid"/>
          </a:ln>
        </p:spPr>
      </p:sp>
      <p:sp>
        <p:nvSpPr>
          <p:cNvPr id="40" name="S08-mark290"/>
          <p:cNvSpPr/>
          <p:nvPr/>
        </p:nvSpPr>
        <p:spPr>
          <a:xfrm flipV="1">
            <a:off x="2811691" y="2566467"/>
            <a:ext cx="0" cy="365318"/>
          </a:xfrm>
          <a:prstGeom prst="line">
            <a:avLst/>
          </a:prstGeom>
          <a:noFill/>
          <a:ln w="28575">
            <a:solidFill>
              <a:srgbClr val="1F2937"/>
            </a:solidFill>
            <a:prstDash val="solid"/>
          </a:ln>
        </p:spPr>
      </p:sp>
      <p:sp>
        <p:nvSpPr>
          <p:cNvPr id="41" name="S08-mark291"/>
          <p:cNvSpPr/>
          <p:nvPr/>
        </p:nvSpPr>
        <p:spPr>
          <a:xfrm flipV="1">
            <a:off x="640080" y="1988047"/>
            <a:ext cx="0" cy="2029543"/>
          </a:xfrm>
          <a:prstGeom prst="line">
            <a:avLst/>
          </a:prstGeom>
          <a:noFill/>
          <a:ln w="9525">
            <a:solidFill>
              <a:srgbClr val="B8C2CC"/>
            </a:solidFill>
            <a:prstDash val="solid"/>
          </a:ln>
        </p:spPr>
      </p:sp>
      <p:sp>
        <p:nvSpPr>
          <p:cNvPr id="42" name="S08-mark292"/>
          <p:cNvSpPr/>
          <p:nvPr/>
        </p:nvSpPr>
        <p:spPr>
          <a:xfrm flipV="1">
            <a:off x="1147466" y="1988047"/>
            <a:ext cx="0" cy="2029543"/>
          </a:xfrm>
          <a:prstGeom prst="line">
            <a:avLst/>
          </a:prstGeom>
          <a:noFill/>
          <a:ln w="9525">
            <a:solidFill>
              <a:srgbClr val="B8C2CC"/>
            </a:solidFill>
            <a:prstDash val="solid"/>
          </a:ln>
        </p:spPr>
      </p:sp>
      <p:sp>
        <p:nvSpPr>
          <p:cNvPr id="43" name="S08-mark293"/>
          <p:cNvSpPr/>
          <p:nvPr/>
        </p:nvSpPr>
        <p:spPr>
          <a:xfrm flipV="1">
            <a:off x="1654851" y="1988047"/>
            <a:ext cx="0" cy="2029543"/>
          </a:xfrm>
          <a:prstGeom prst="line">
            <a:avLst/>
          </a:prstGeom>
          <a:noFill/>
          <a:ln w="9525">
            <a:solidFill>
              <a:srgbClr val="B8C2CC"/>
            </a:solidFill>
            <a:prstDash val="solid"/>
          </a:ln>
        </p:spPr>
      </p:sp>
      <p:sp>
        <p:nvSpPr>
          <p:cNvPr id="44" name="S08-mark294"/>
          <p:cNvSpPr/>
          <p:nvPr/>
        </p:nvSpPr>
        <p:spPr>
          <a:xfrm flipV="1">
            <a:off x="2162237" y="1988047"/>
            <a:ext cx="0" cy="2029543"/>
          </a:xfrm>
          <a:prstGeom prst="line">
            <a:avLst/>
          </a:prstGeom>
          <a:noFill/>
          <a:ln w="9525">
            <a:solidFill>
              <a:srgbClr val="B8C2CC"/>
            </a:solidFill>
            <a:prstDash val="solid"/>
          </a:ln>
        </p:spPr>
      </p:sp>
      <p:sp>
        <p:nvSpPr>
          <p:cNvPr id="45" name="S08-mark295"/>
          <p:cNvSpPr/>
          <p:nvPr/>
        </p:nvSpPr>
        <p:spPr>
          <a:xfrm flipV="1">
            <a:off x="2669623" y="1988047"/>
            <a:ext cx="0" cy="2029543"/>
          </a:xfrm>
          <a:prstGeom prst="line">
            <a:avLst/>
          </a:prstGeom>
          <a:noFill/>
          <a:ln w="9525">
            <a:solidFill>
              <a:srgbClr val="B8C2CC"/>
            </a:solidFill>
            <a:prstDash val="solid"/>
          </a:ln>
        </p:spPr>
      </p:sp>
      <p:sp>
        <p:nvSpPr>
          <p:cNvPr id="46" name="S08-mark296"/>
          <p:cNvSpPr/>
          <p:nvPr/>
        </p:nvSpPr>
        <p:spPr>
          <a:xfrm flipV="1">
            <a:off x="3177008" y="1988047"/>
            <a:ext cx="0" cy="2029543"/>
          </a:xfrm>
          <a:prstGeom prst="line">
            <a:avLst/>
          </a:prstGeom>
          <a:noFill/>
          <a:ln w="9525">
            <a:solidFill>
              <a:srgbClr val="B8C2CC"/>
            </a:solidFill>
            <a:prstDash val="solid"/>
          </a:ln>
        </p:spPr>
      </p:sp>
      <p:sp>
        <p:nvSpPr>
          <p:cNvPr id="47" name="S08-mark297"/>
          <p:cNvSpPr/>
          <p:nvPr/>
        </p:nvSpPr>
        <p:spPr>
          <a:xfrm flipV="1">
            <a:off x="3684394" y="1988047"/>
            <a:ext cx="0" cy="2029543"/>
          </a:xfrm>
          <a:prstGeom prst="line">
            <a:avLst/>
          </a:prstGeom>
          <a:noFill/>
          <a:ln w="9525">
            <a:solidFill>
              <a:srgbClr val="B8C2CC"/>
            </a:solidFill>
            <a:prstDash val="solid"/>
          </a:ln>
        </p:spPr>
      </p:sp>
      <p:sp>
        <p:nvSpPr>
          <p:cNvPr id="48" name="S08-mark298"/>
          <p:cNvSpPr/>
          <p:nvPr/>
        </p:nvSpPr>
        <p:spPr>
          <a:xfrm flipV="1">
            <a:off x="4191780" y="1988047"/>
            <a:ext cx="0" cy="2029543"/>
          </a:xfrm>
          <a:prstGeom prst="line">
            <a:avLst/>
          </a:prstGeom>
          <a:noFill/>
          <a:ln w="9525">
            <a:solidFill>
              <a:srgbClr val="B8C2CC"/>
            </a:solidFill>
            <a:prstDash val="solid"/>
          </a:ln>
        </p:spPr>
      </p:sp>
      <p:sp>
        <p:nvSpPr>
          <p:cNvPr id="49" name="S08-mark299"/>
          <p:cNvSpPr/>
          <p:nvPr/>
        </p:nvSpPr>
        <p:spPr>
          <a:xfrm flipV="1">
            <a:off x="4699165" y="1988047"/>
            <a:ext cx="0" cy="2029543"/>
          </a:xfrm>
          <a:prstGeom prst="line">
            <a:avLst/>
          </a:prstGeom>
          <a:noFill/>
          <a:ln w="9525">
            <a:solidFill>
              <a:srgbClr val="B8C2CC"/>
            </a:solidFill>
            <a:prstDash val="solid"/>
          </a:ln>
        </p:spPr>
      </p:sp>
      <p:sp>
        <p:nvSpPr>
          <p:cNvPr id="50" name="S08-mark300"/>
          <p:cNvSpPr/>
          <p:nvPr/>
        </p:nvSpPr>
        <p:spPr>
          <a:xfrm flipV="1">
            <a:off x="5206551" y="1988047"/>
            <a:ext cx="0" cy="2029543"/>
          </a:xfrm>
          <a:prstGeom prst="line">
            <a:avLst/>
          </a:prstGeom>
          <a:noFill/>
          <a:ln w="9525">
            <a:solidFill>
              <a:srgbClr val="B8C2CC"/>
            </a:solidFill>
            <a:prstDash val="solid"/>
          </a:ln>
        </p:spPr>
      </p:sp>
      <p:sp>
        <p:nvSpPr>
          <p:cNvPr id="51" name="S08-mark301"/>
          <p:cNvSpPr/>
          <p:nvPr/>
        </p:nvSpPr>
        <p:spPr>
          <a:xfrm flipV="1">
            <a:off x="5713937" y="1988047"/>
            <a:ext cx="0" cy="2029543"/>
          </a:xfrm>
          <a:prstGeom prst="line">
            <a:avLst/>
          </a:prstGeom>
          <a:noFill/>
          <a:ln w="9525">
            <a:solidFill>
              <a:srgbClr val="B8C2CC"/>
            </a:solidFill>
            <a:prstDash val="solid"/>
          </a:ln>
        </p:spPr>
      </p:sp>
      <p:sp>
        <p:nvSpPr>
          <p:cNvPr id="52" name="S08-mark302"/>
          <p:cNvSpPr/>
          <p:nvPr/>
        </p:nvSpPr>
        <p:spPr>
          <a:xfrm>
            <a:off x="640080" y="4017590"/>
            <a:ext cx="5073857" cy="0"/>
          </a:xfrm>
          <a:prstGeom prst="line">
            <a:avLst/>
          </a:prstGeom>
          <a:noFill/>
          <a:ln w="9525">
            <a:solidFill>
              <a:srgbClr val="B8C2CC"/>
            </a:solidFill>
            <a:prstDash val="solid"/>
          </a:ln>
        </p:spPr>
      </p:sp>
      <p:sp>
        <p:nvSpPr>
          <p:cNvPr id="53" name="S08-mark303"/>
          <p:cNvSpPr/>
          <p:nvPr/>
        </p:nvSpPr>
        <p:spPr>
          <a:xfrm>
            <a:off x="640080" y="3510204"/>
            <a:ext cx="5073857" cy="0"/>
          </a:xfrm>
          <a:prstGeom prst="line">
            <a:avLst/>
          </a:prstGeom>
          <a:noFill/>
          <a:ln w="9525">
            <a:solidFill>
              <a:srgbClr val="B8C2CC"/>
            </a:solidFill>
            <a:prstDash val="solid"/>
          </a:ln>
        </p:spPr>
      </p:sp>
      <p:sp>
        <p:nvSpPr>
          <p:cNvPr id="54" name="S08-mark304"/>
          <p:cNvSpPr/>
          <p:nvPr/>
        </p:nvSpPr>
        <p:spPr>
          <a:xfrm>
            <a:off x="640080" y="3002819"/>
            <a:ext cx="5073857" cy="0"/>
          </a:xfrm>
          <a:prstGeom prst="line">
            <a:avLst/>
          </a:prstGeom>
          <a:noFill/>
          <a:ln w="9525">
            <a:solidFill>
              <a:srgbClr val="B8C2CC"/>
            </a:solidFill>
            <a:prstDash val="solid"/>
          </a:ln>
        </p:spPr>
      </p:sp>
      <p:sp>
        <p:nvSpPr>
          <p:cNvPr id="55" name="S08-mark305"/>
          <p:cNvSpPr/>
          <p:nvPr/>
        </p:nvSpPr>
        <p:spPr>
          <a:xfrm>
            <a:off x="640080" y="2495433"/>
            <a:ext cx="5073857" cy="0"/>
          </a:xfrm>
          <a:prstGeom prst="line">
            <a:avLst/>
          </a:prstGeom>
          <a:noFill/>
          <a:ln w="9525">
            <a:solidFill>
              <a:srgbClr val="B8C2CC"/>
            </a:solidFill>
            <a:prstDash val="solid"/>
          </a:ln>
        </p:spPr>
      </p:sp>
      <p:sp>
        <p:nvSpPr>
          <p:cNvPr id="56" name="S08-mark306"/>
          <p:cNvSpPr/>
          <p:nvPr/>
        </p:nvSpPr>
        <p:spPr>
          <a:xfrm>
            <a:off x="640080" y="1988047"/>
            <a:ext cx="5073857" cy="0"/>
          </a:xfrm>
          <a:prstGeom prst="line">
            <a:avLst/>
          </a:prstGeom>
          <a:noFill/>
          <a:ln w="9525">
            <a:solidFill>
              <a:srgbClr val="B8C2CC"/>
            </a:solidFill>
            <a:prstDash val="solid"/>
          </a:ln>
        </p:spPr>
      </p:sp>
      <p:sp>
        <p:nvSpPr>
          <p:cNvPr id="57" name="S08-mark307"/>
          <p:cNvSpPr/>
          <p:nvPr/>
        </p:nvSpPr>
        <p:spPr>
          <a:xfrm flipV="1">
            <a:off x="6677970" y="2571541"/>
            <a:ext cx="0" cy="862556"/>
          </a:xfrm>
          <a:prstGeom prst="line">
            <a:avLst/>
          </a:prstGeom>
          <a:noFill/>
          <a:ln w="38100">
            <a:solidFill>
              <a:srgbClr val="1F2937"/>
            </a:solidFill>
            <a:prstDash val="solid"/>
            <a:tailEnd type="triangle"/>
          </a:ln>
        </p:spPr>
      </p:sp>
      <p:sp>
        <p:nvSpPr>
          <p:cNvPr id="58" name="S08-mark308"/>
          <p:cNvSpPr/>
          <p:nvPr/>
        </p:nvSpPr>
        <p:spPr>
          <a:xfrm>
            <a:off x="6246692" y="3002819"/>
            <a:ext cx="862556" cy="0"/>
          </a:xfrm>
          <a:prstGeom prst="line">
            <a:avLst/>
          </a:prstGeom>
          <a:noFill/>
          <a:ln w="25400">
            <a:solidFill>
              <a:srgbClr val="1F2937"/>
            </a:solidFill>
            <a:prstDash val="solid"/>
          </a:ln>
        </p:spPr>
      </p:sp>
      <p:sp>
        <p:nvSpPr>
          <p:cNvPr id="59" name="S08-mark309"/>
          <p:cNvSpPr/>
          <p:nvPr/>
        </p:nvSpPr>
        <p:spPr>
          <a:xfrm flipV="1">
            <a:off x="7972818" y="2295523"/>
            <a:ext cx="0" cy="328786"/>
          </a:xfrm>
          <a:prstGeom prst="line">
            <a:avLst/>
          </a:prstGeom>
          <a:noFill/>
          <a:ln w="28575">
            <a:solidFill>
              <a:srgbClr val="1F2937"/>
            </a:solidFill>
            <a:prstDash val="solid"/>
          </a:ln>
        </p:spPr>
      </p:sp>
      <p:sp>
        <p:nvSpPr>
          <p:cNvPr id="60" name="S08-label311"/>
          <p:cNvSpPr txBox="1"/>
          <p:nvPr/>
        </p:nvSpPr>
        <p:spPr>
          <a:xfrm>
            <a:off x="6473754" y="2152717"/>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북</a:t>
            </a:r>
            <a:endParaRPr lang="ko-KR" sz="2400" dirty="0"/>
          </a:p>
        </p:txBody>
      </p:sp>
      <p:sp>
        <p:nvSpPr>
          <p:cNvPr id="61" name="S08-label313"/>
          <p:cNvSpPr txBox="1"/>
          <p:nvPr/>
        </p:nvSpPr>
        <p:spPr>
          <a:xfrm>
            <a:off x="6473754" y="347192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남</a:t>
            </a:r>
            <a:endParaRPr lang="ko-KR" sz="2400" dirty="0"/>
          </a:p>
        </p:txBody>
      </p:sp>
      <p:sp>
        <p:nvSpPr>
          <p:cNvPr id="62" name="S08-label315"/>
          <p:cNvSpPr txBox="1"/>
          <p:nvPr/>
        </p:nvSpPr>
        <p:spPr>
          <a:xfrm>
            <a:off x="7133355" y="2812319"/>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동</a:t>
            </a:r>
            <a:endParaRPr lang="ko-KR" sz="2400" dirty="0"/>
          </a:p>
        </p:txBody>
      </p:sp>
      <p:sp>
        <p:nvSpPr>
          <p:cNvPr id="63" name="S08-label317"/>
          <p:cNvSpPr txBox="1"/>
          <p:nvPr/>
        </p:nvSpPr>
        <p:spPr>
          <a:xfrm>
            <a:off x="5814152" y="2812319"/>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서</a:t>
            </a:r>
            <a:endParaRPr lang="ko-KR" sz="2400" dirty="0"/>
          </a:p>
        </p:txBody>
      </p:sp>
      <p:sp>
        <p:nvSpPr>
          <p:cNvPr id="64" name="S08-label319"/>
          <p:cNvSpPr txBox="1"/>
          <p:nvPr/>
        </p:nvSpPr>
        <p:spPr>
          <a:xfrm>
            <a:off x="9267238" y="1886340"/>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범례</a:t>
            </a:r>
            <a:endParaRPr lang="ko-KR" sz="2400" dirty="0"/>
          </a:p>
        </p:txBody>
      </p:sp>
      <p:sp>
        <p:nvSpPr>
          <p:cNvPr id="65" name="S08-label321"/>
          <p:cNvSpPr txBox="1"/>
          <p:nvPr/>
        </p:nvSpPr>
        <p:spPr>
          <a:xfrm>
            <a:off x="8556898" y="2269416"/>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학교</a:t>
            </a:r>
            <a:endParaRPr lang="ko-KR" sz="2400" dirty="0"/>
          </a:p>
        </p:txBody>
      </p:sp>
      <p:sp>
        <p:nvSpPr>
          <p:cNvPr id="66" name="S08-label323"/>
          <p:cNvSpPr txBox="1"/>
          <p:nvPr/>
        </p:nvSpPr>
        <p:spPr>
          <a:xfrm>
            <a:off x="10484964" y="2269416"/>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병원</a:t>
            </a:r>
            <a:endParaRPr lang="ko-KR" sz="2400" dirty="0"/>
          </a:p>
        </p:txBody>
      </p:sp>
      <p:sp>
        <p:nvSpPr>
          <p:cNvPr id="67" name="S08-label325"/>
          <p:cNvSpPr txBox="1"/>
          <p:nvPr/>
        </p:nvSpPr>
        <p:spPr>
          <a:xfrm>
            <a:off x="8556898" y="2726063"/>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공원</a:t>
            </a:r>
            <a:endParaRPr lang="ko-KR" sz="2400" dirty="0"/>
          </a:p>
        </p:txBody>
      </p:sp>
      <p:sp>
        <p:nvSpPr>
          <p:cNvPr id="68" name="S08-label327"/>
          <p:cNvSpPr txBox="1"/>
          <p:nvPr/>
        </p:nvSpPr>
        <p:spPr>
          <a:xfrm>
            <a:off x="10335612" y="2726063"/>
            <a:ext cx="1005840"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도서관</a:t>
            </a:r>
            <a:endParaRPr lang="ko-KR" sz="2400" dirty="0"/>
          </a:p>
        </p:txBody>
      </p:sp>
      <p:sp>
        <p:nvSpPr>
          <p:cNvPr id="69" name="S08-label329"/>
          <p:cNvSpPr txBox="1"/>
          <p:nvPr/>
        </p:nvSpPr>
        <p:spPr>
          <a:xfrm>
            <a:off x="8258194" y="3182710"/>
            <a:ext cx="1304544"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주민센터</a:t>
            </a:r>
            <a:endParaRPr lang="ko-KR" sz="2400" dirty="0"/>
          </a:p>
        </p:txBody>
      </p:sp>
      <p:sp>
        <p:nvSpPr>
          <p:cNvPr id="70" name="S08-label331"/>
          <p:cNvSpPr txBox="1"/>
          <p:nvPr/>
        </p:nvSpPr>
        <p:spPr>
          <a:xfrm>
            <a:off x="10484964" y="3182710"/>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시장</a:t>
            </a:r>
            <a:endParaRPr lang="ko-KR" sz="2400" dirty="0"/>
          </a:p>
        </p:txBody>
      </p:sp>
      <p:sp>
        <p:nvSpPr>
          <p:cNvPr id="71" name="S08-label333"/>
          <p:cNvSpPr txBox="1"/>
          <p:nvPr/>
        </p:nvSpPr>
        <p:spPr>
          <a:xfrm>
            <a:off x="8706250" y="3639357"/>
            <a:ext cx="408432"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집</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별빛마을 방위 말하기</a:t>
            </a:r>
            <a:endParaRPr lang="ko-KR" sz="4000" dirty="0"/>
          </a:p>
        </p:txBody>
      </p:sp>
      <p:sp>
        <p:nvSpPr>
          <p:cNvPr id="3" name="S09-card334"/>
          <p:cNvSpPr/>
          <p:nvPr/>
        </p:nvSpPr>
        <p:spPr>
          <a:xfrm>
            <a:off x="548640" y="4494276"/>
            <a:ext cx="11091672" cy="1723644"/>
          </a:xfrm>
          <a:prstGeom prst="roundRect">
            <a:avLst>
              <a:gd name="adj" fmla="val 6366"/>
            </a:avLst>
          </a:prstGeom>
          <a:solidFill>
            <a:srgbClr val="FDEBDD"/>
          </a:solidFill>
          <a:ln w="12700">
            <a:solidFill>
              <a:srgbClr val="FDEBDD"/>
            </a:solidFill>
            <a:prstDash val="solid"/>
          </a:ln>
        </p:spPr>
      </p:sp>
      <p:sp>
        <p:nvSpPr>
          <p:cNvPr id="4" name="S09-cardtext335"/>
          <p:cNvSpPr txBox="1"/>
          <p:nvPr/>
        </p:nvSpPr>
        <p:spPr>
          <a:xfrm>
            <a:off x="822960" y="4631436"/>
            <a:ext cx="10543032" cy="144932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① 주민센터는 학교의 어느 쪽에 있나요?</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② 시장은 지호네 집의 어느 쪽에 있나요?</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③ 지호네 집은 학교의 어느 쪽에 있나요?</a:t>
            </a:r>
            <a:endParaRPr lang="ko-KR" sz="3000" dirty="0"/>
          </a:p>
        </p:txBody>
      </p:sp>
      <p:sp>
        <p:nvSpPr>
          <p:cNvPr id="5" name="S09-figure336" descr="별빛마을 그림지도(모눈 10×4칸, 위쪽이 북쪽). 가운데 줄에 동서로 큰길. 큰길 북쪽 줄에 서쪽부터 도서관(책 기호), 학교(깃발 기호), 주민센터(겹동그라미 기호). 학교 바로 북쪽에 공원(나무 기호). 큰길 남쪽 줄에 시장(장바구니 기호), 그 바로 동쪽에 지호네 집(집 기호, 학교의 남쪽), 더 동쪽 멀리 병원(더하기 기호, 주민센터의 남쪽). 오른쪽에 방위표와 범례."/>
          <p:cNvSpPr/>
          <p:nvPr/>
        </p:nvSpPr>
        <p:spPr>
          <a:xfrm>
            <a:off x="640080" y="2770409"/>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6" name="S09-mark337"/>
          <p:cNvSpPr/>
          <p:nvPr/>
        </p:nvSpPr>
        <p:spPr>
          <a:xfrm>
            <a:off x="1147466" y="2770409"/>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7" name="S09-mark338"/>
          <p:cNvSpPr/>
          <p:nvPr/>
        </p:nvSpPr>
        <p:spPr>
          <a:xfrm>
            <a:off x="1654851" y="2770409"/>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8" name="S09-mark339"/>
          <p:cNvSpPr/>
          <p:nvPr/>
        </p:nvSpPr>
        <p:spPr>
          <a:xfrm>
            <a:off x="2162237" y="2770409"/>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9" name="S09-mark340"/>
          <p:cNvSpPr/>
          <p:nvPr/>
        </p:nvSpPr>
        <p:spPr>
          <a:xfrm>
            <a:off x="2669623" y="2770409"/>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10" name="S09-mark341"/>
          <p:cNvSpPr/>
          <p:nvPr/>
        </p:nvSpPr>
        <p:spPr>
          <a:xfrm>
            <a:off x="3177008" y="2770409"/>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11" name="S09-mark342"/>
          <p:cNvSpPr/>
          <p:nvPr/>
        </p:nvSpPr>
        <p:spPr>
          <a:xfrm>
            <a:off x="3684394" y="2770409"/>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12" name="S09-mark343"/>
          <p:cNvSpPr/>
          <p:nvPr/>
        </p:nvSpPr>
        <p:spPr>
          <a:xfrm>
            <a:off x="4191780" y="2770409"/>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13" name="S09-mark344"/>
          <p:cNvSpPr/>
          <p:nvPr/>
        </p:nvSpPr>
        <p:spPr>
          <a:xfrm>
            <a:off x="4699165" y="2770409"/>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14" name="S09-mark345"/>
          <p:cNvSpPr/>
          <p:nvPr/>
        </p:nvSpPr>
        <p:spPr>
          <a:xfrm>
            <a:off x="5206551" y="2770409"/>
            <a:ext cx="507386" cy="507386"/>
          </a:xfrm>
          <a:custGeom>
            <a:avLst/>
            <a:gdLst/>
            <a:ahLst/>
            <a:cxnLst/>
            <a:rect l="l" t="t" r="r" b="b"/>
            <a:pathLst>
              <a:path w="507386" h="507386">
                <a:moveTo>
                  <a:pt x="0" y="507386"/>
                </a:moveTo>
                <a:lnTo>
                  <a:pt x="507386" y="507386"/>
                </a:lnTo>
                <a:lnTo>
                  <a:pt x="507386" y="0"/>
                </a:lnTo>
                <a:lnTo>
                  <a:pt x="0" y="0"/>
                </a:lnTo>
                <a:close/>
              </a:path>
            </a:pathLst>
          </a:custGeom>
          <a:solidFill>
            <a:srgbClr val="E5E7EB"/>
          </a:solidFill>
          <a:ln/>
        </p:spPr>
      </p:sp>
      <p:sp>
        <p:nvSpPr>
          <p:cNvPr id="15" name="S09-mark346"/>
          <p:cNvSpPr/>
          <p:nvPr/>
        </p:nvSpPr>
        <p:spPr>
          <a:xfrm>
            <a:off x="1218500" y="2354352"/>
            <a:ext cx="182659" cy="314579"/>
          </a:xfrm>
          <a:custGeom>
            <a:avLst/>
            <a:gdLst/>
            <a:ahLst/>
            <a:cxnLst/>
            <a:rect l="l" t="t" r="r" b="b"/>
            <a:pathLst>
              <a:path w="182659" h="314579">
                <a:moveTo>
                  <a:pt x="0" y="273988"/>
                </a:moveTo>
                <a:lnTo>
                  <a:pt x="182659" y="314579"/>
                </a:lnTo>
                <a:lnTo>
                  <a:pt x="182659" y="40591"/>
                </a:lnTo>
                <a:lnTo>
                  <a:pt x="0" y="0"/>
                </a:lnTo>
                <a:close/>
              </a:path>
            </a:pathLst>
          </a:custGeom>
          <a:solidFill>
            <a:srgbClr val="3D5A80"/>
          </a:solidFill>
          <a:ln w="15875">
            <a:solidFill>
              <a:srgbClr val="1F2937"/>
            </a:solidFill>
            <a:prstDash val="solid"/>
          </a:ln>
        </p:spPr>
      </p:sp>
      <p:sp>
        <p:nvSpPr>
          <p:cNvPr id="16" name="S09-mark347"/>
          <p:cNvSpPr/>
          <p:nvPr/>
        </p:nvSpPr>
        <p:spPr>
          <a:xfrm>
            <a:off x="1401159" y="2354352"/>
            <a:ext cx="182659" cy="314579"/>
          </a:xfrm>
          <a:custGeom>
            <a:avLst/>
            <a:gdLst/>
            <a:ahLst/>
            <a:cxnLst/>
            <a:rect l="l" t="t" r="r" b="b"/>
            <a:pathLst>
              <a:path w="182659" h="314579">
                <a:moveTo>
                  <a:pt x="182659" y="273988"/>
                </a:moveTo>
                <a:lnTo>
                  <a:pt x="0" y="314579"/>
                </a:lnTo>
                <a:lnTo>
                  <a:pt x="0" y="40591"/>
                </a:lnTo>
                <a:lnTo>
                  <a:pt x="182659" y="0"/>
                </a:lnTo>
                <a:close/>
              </a:path>
            </a:pathLst>
          </a:custGeom>
          <a:solidFill>
            <a:srgbClr val="3D5A80"/>
          </a:solidFill>
          <a:ln w="15875">
            <a:solidFill>
              <a:srgbClr val="1F2937"/>
            </a:solidFill>
            <a:prstDash val="solid"/>
          </a:ln>
        </p:spPr>
      </p:sp>
      <p:sp>
        <p:nvSpPr>
          <p:cNvPr id="17" name="S09-mark348"/>
          <p:cNvSpPr/>
          <p:nvPr/>
        </p:nvSpPr>
        <p:spPr>
          <a:xfrm>
            <a:off x="2811691" y="2334057"/>
            <a:ext cx="273988" cy="162363"/>
          </a:xfrm>
          <a:custGeom>
            <a:avLst/>
            <a:gdLst/>
            <a:ahLst/>
            <a:cxnLst/>
            <a:rect l="l" t="t" r="r" b="b"/>
            <a:pathLst>
              <a:path w="273988" h="162363">
                <a:moveTo>
                  <a:pt x="0" y="0"/>
                </a:moveTo>
                <a:lnTo>
                  <a:pt x="273988" y="81182"/>
                </a:lnTo>
                <a:lnTo>
                  <a:pt x="0" y="162363"/>
                </a:lnTo>
                <a:close/>
              </a:path>
            </a:pathLst>
          </a:custGeom>
          <a:solidFill>
            <a:srgbClr val="E9762B"/>
          </a:solidFill>
          <a:ln w="15875">
            <a:solidFill>
              <a:srgbClr val="1F2937"/>
            </a:solidFill>
            <a:prstDash val="solid"/>
          </a:ln>
        </p:spPr>
      </p:sp>
      <p:sp>
        <p:nvSpPr>
          <p:cNvPr id="18" name="S09-mark349"/>
          <p:cNvSpPr/>
          <p:nvPr/>
        </p:nvSpPr>
        <p:spPr>
          <a:xfrm>
            <a:off x="2887799" y="2070216"/>
            <a:ext cx="71034" cy="131920"/>
          </a:xfrm>
          <a:custGeom>
            <a:avLst/>
            <a:gdLst/>
            <a:ahLst/>
            <a:cxnLst/>
            <a:rect l="l" t="t" r="r" b="b"/>
            <a:pathLst>
              <a:path w="71034" h="131920">
                <a:moveTo>
                  <a:pt x="0" y="131920"/>
                </a:moveTo>
                <a:lnTo>
                  <a:pt x="71034" y="131920"/>
                </a:lnTo>
                <a:lnTo>
                  <a:pt x="71034" y="0"/>
                </a:lnTo>
                <a:lnTo>
                  <a:pt x="0" y="0"/>
                </a:lnTo>
                <a:close/>
              </a:path>
            </a:pathLst>
          </a:custGeom>
          <a:solidFill>
            <a:srgbClr val="8B5A2B"/>
          </a:solidFill>
          <a:ln w="12700">
            <a:solidFill>
              <a:srgbClr val="1F2937"/>
            </a:solidFill>
            <a:prstDash val="solid"/>
          </a:ln>
        </p:spPr>
      </p:sp>
      <p:sp>
        <p:nvSpPr>
          <p:cNvPr id="19" name="S09-mark350"/>
          <p:cNvSpPr/>
          <p:nvPr/>
        </p:nvSpPr>
        <p:spPr>
          <a:xfrm>
            <a:off x="2760952" y="1806376"/>
            <a:ext cx="324727" cy="263841"/>
          </a:xfrm>
          <a:custGeom>
            <a:avLst/>
            <a:gdLst/>
            <a:ahLst/>
            <a:cxnLst/>
            <a:rect l="l" t="t" r="r" b="b"/>
            <a:pathLst>
              <a:path w="324727" h="263841">
                <a:moveTo>
                  <a:pt x="0" y="263841"/>
                </a:moveTo>
                <a:lnTo>
                  <a:pt x="324727" y="263841"/>
                </a:lnTo>
                <a:lnTo>
                  <a:pt x="162363" y="0"/>
                </a:lnTo>
                <a:close/>
              </a:path>
            </a:pathLst>
          </a:custGeom>
          <a:solidFill>
            <a:srgbClr val="2A9D8F"/>
          </a:solidFill>
          <a:ln w="15875">
            <a:solidFill>
              <a:srgbClr val="1F2937"/>
            </a:solidFill>
            <a:prstDash val="solid"/>
          </a:ln>
        </p:spPr>
      </p:sp>
      <p:sp>
        <p:nvSpPr>
          <p:cNvPr id="20" name="S09-mark351"/>
          <p:cNvSpPr/>
          <p:nvPr/>
        </p:nvSpPr>
        <p:spPr>
          <a:xfrm>
            <a:off x="2329674" y="3358976"/>
            <a:ext cx="172511" cy="131920"/>
          </a:xfrm>
          <a:custGeom>
            <a:avLst/>
            <a:gdLst/>
            <a:ahLst/>
            <a:cxnLst/>
            <a:rect l="l" t="t" r="r" b="b"/>
            <a:pathLst>
              <a:path w="172511" h="131920">
                <a:moveTo>
                  <a:pt x="172511" y="131920"/>
                </a:moveTo>
                <a:lnTo>
                  <a:pt x="160841" y="65960"/>
                </a:lnTo>
                <a:lnTo>
                  <a:pt x="129383" y="17758"/>
                </a:lnTo>
                <a:lnTo>
                  <a:pt x="86256" y="0"/>
                </a:lnTo>
                <a:lnTo>
                  <a:pt x="43128" y="17758"/>
                </a:lnTo>
                <a:lnTo>
                  <a:pt x="11670" y="65960"/>
                </a:lnTo>
                <a:lnTo>
                  <a:pt x="0" y="131920"/>
                </a:lnTo>
              </a:path>
            </a:pathLst>
          </a:custGeom>
          <a:noFill/>
          <a:ln w="25400">
            <a:solidFill>
              <a:srgbClr val="1F2937"/>
            </a:solidFill>
            <a:prstDash val="solid"/>
          </a:ln>
        </p:spPr>
      </p:sp>
      <p:sp>
        <p:nvSpPr>
          <p:cNvPr id="21" name="S09-mark352"/>
          <p:cNvSpPr/>
          <p:nvPr/>
        </p:nvSpPr>
        <p:spPr>
          <a:xfrm>
            <a:off x="2248493" y="3490896"/>
            <a:ext cx="334875" cy="223250"/>
          </a:xfrm>
          <a:custGeom>
            <a:avLst/>
            <a:gdLst/>
            <a:ahLst/>
            <a:cxnLst/>
            <a:rect l="l" t="t" r="r" b="b"/>
            <a:pathLst>
              <a:path w="334875" h="223250">
                <a:moveTo>
                  <a:pt x="0" y="0"/>
                </a:moveTo>
                <a:lnTo>
                  <a:pt x="334875" y="0"/>
                </a:lnTo>
                <a:lnTo>
                  <a:pt x="294284" y="223250"/>
                </a:lnTo>
                <a:lnTo>
                  <a:pt x="40591" y="223250"/>
                </a:lnTo>
                <a:close/>
              </a:path>
            </a:pathLst>
          </a:custGeom>
          <a:solidFill>
            <a:srgbClr val="F2C14E"/>
          </a:solidFill>
          <a:ln w="15875">
            <a:solidFill>
              <a:srgbClr val="1F2937"/>
            </a:solidFill>
            <a:prstDash val="solid"/>
          </a:ln>
        </p:spPr>
      </p:sp>
      <p:sp>
        <p:nvSpPr>
          <p:cNvPr id="22" name="S09-mark353"/>
          <p:cNvSpPr/>
          <p:nvPr/>
        </p:nvSpPr>
        <p:spPr>
          <a:xfrm>
            <a:off x="2771100" y="3338681"/>
            <a:ext cx="304431" cy="375465"/>
          </a:xfrm>
          <a:custGeom>
            <a:avLst/>
            <a:gdLst/>
            <a:ahLst/>
            <a:cxnLst/>
            <a:rect l="l" t="t" r="r" b="b"/>
            <a:pathLst>
              <a:path w="304431" h="375465">
                <a:moveTo>
                  <a:pt x="0" y="375465"/>
                </a:moveTo>
                <a:lnTo>
                  <a:pt x="304431" y="375465"/>
                </a:lnTo>
                <a:lnTo>
                  <a:pt x="304431" y="172511"/>
                </a:lnTo>
                <a:lnTo>
                  <a:pt x="152216" y="0"/>
                </a:lnTo>
                <a:lnTo>
                  <a:pt x="0" y="172511"/>
                </a:lnTo>
                <a:close/>
              </a:path>
            </a:pathLst>
          </a:custGeom>
          <a:solidFill>
            <a:srgbClr val="FDEBDD"/>
          </a:solidFill>
          <a:ln w="19050">
            <a:solidFill>
              <a:srgbClr val="1F2937"/>
            </a:solidFill>
            <a:prstDash val="solid"/>
          </a:ln>
        </p:spPr>
      </p:sp>
      <p:sp>
        <p:nvSpPr>
          <p:cNvPr id="23" name="S09-mark354"/>
          <p:cNvSpPr/>
          <p:nvPr/>
        </p:nvSpPr>
        <p:spPr>
          <a:xfrm>
            <a:off x="4785421" y="3364050"/>
            <a:ext cx="334875" cy="334875"/>
          </a:xfrm>
          <a:custGeom>
            <a:avLst/>
            <a:gdLst/>
            <a:ahLst/>
            <a:cxnLst/>
            <a:rect l="l" t="t" r="r" b="b"/>
            <a:pathLst>
              <a:path w="334875" h="334875">
                <a:moveTo>
                  <a:pt x="116699" y="334875"/>
                </a:moveTo>
                <a:lnTo>
                  <a:pt x="218176" y="334875"/>
                </a:lnTo>
                <a:lnTo>
                  <a:pt x="218176" y="218176"/>
                </a:lnTo>
                <a:lnTo>
                  <a:pt x="334875" y="218176"/>
                </a:lnTo>
                <a:lnTo>
                  <a:pt x="334875" y="116699"/>
                </a:lnTo>
                <a:lnTo>
                  <a:pt x="218176" y="116699"/>
                </a:lnTo>
                <a:lnTo>
                  <a:pt x="218176" y="0"/>
                </a:lnTo>
                <a:lnTo>
                  <a:pt x="116699" y="0"/>
                </a:lnTo>
                <a:lnTo>
                  <a:pt x="116699" y="116699"/>
                </a:lnTo>
                <a:lnTo>
                  <a:pt x="0" y="116699"/>
                </a:lnTo>
                <a:lnTo>
                  <a:pt x="0" y="218176"/>
                </a:lnTo>
                <a:lnTo>
                  <a:pt x="116699" y="218176"/>
                </a:lnTo>
                <a:close/>
              </a:path>
            </a:pathLst>
          </a:custGeom>
          <a:solidFill>
            <a:srgbClr val="C8434E"/>
          </a:solidFill>
          <a:ln w="12700">
            <a:solidFill>
              <a:srgbClr val="1F2937"/>
            </a:solidFill>
            <a:prstDash val="solid"/>
          </a:ln>
        </p:spPr>
      </p:sp>
      <p:sp>
        <p:nvSpPr>
          <p:cNvPr id="24" name="S09-mark355"/>
          <p:cNvSpPr/>
          <p:nvPr/>
        </p:nvSpPr>
        <p:spPr>
          <a:xfrm>
            <a:off x="640080" y="1755637"/>
            <a:ext cx="5073857" cy="2029543"/>
          </a:xfrm>
          <a:custGeom>
            <a:avLst/>
            <a:gdLst/>
            <a:ahLst/>
            <a:cxnLst/>
            <a:rect l="l" t="t" r="r" b="b"/>
            <a:pathLst>
              <a:path w="5073857" h="2029543">
                <a:moveTo>
                  <a:pt x="0" y="2029543"/>
                </a:moveTo>
                <a:lnTo>
                  <a:pt x="5073857" y="2029543"/>
                </a:lnTo>
                <a:lnTo>
                  <a:pt x="5073857" y="0"/>
                </a:lnTo>
                <a:lnTo>
                  <a:pt x="0" y="0"/>
                </a:lnTo>
                <a:close/>
              </a:path>
            </a:pathLst>
          </a:custGeom>
          <a:noFill/>
          <a:ln w="19050">
            <a:solidFill>
              <a:srgbClr val="1F2937"/>
            </a:solidFill>
            <a:prstDash val="solid"/>
          </a:ln>
        </p:spPr>
      </p:sp>
      <p:sp>
        <p:nvSpPr>
          <p:cNvPr id="25" name="S09-mark356"/>
          <p:cNvSpPr/>
          <p:nvPr/>
        </p:nvSpPr>
        <p:spPr>
          <a:xfrm>
            <a:off x="7692741" y="1654160"/>
            <a:ext cx="3856131" cy="2283236"/>
          </a:xfrm>
          <a:custGeom>
            <a:avLst/>
            <a:gdLst/>
            <a:ahLst/>
            <a:cxnLst/>
            <a:rect l="l" t="t" r="r" b="b"/>
            <a:pathLst>
              <a:path w="3856131" h="2283236">
                <a:moveTo>
                  <a:pt x="0" y="2283236"/>
                </a:moveTo>
                <a:lnTo>
                  <a:pt x="3856131" y="2283236"/>
                </a:lnTo>
                <a:lnTo>
                  <a:pt x="3856131" y="0"/>
                </a:lnTo>
                <a:lnTo>
                  <a:pt x="0" y="0"/>
                </a:lnTo>
                <a:close/>
              </a:path>
            </a:pathLst>
          </a:custGeom>
          <a:solidFill>
            <a:srgbClr val="FFFFFF"/>
          </a:solidFill>
          <a:ln w="15875">
            <a:solidFill>
              <a:srgbClr val="1F2937"/>
            </a:solidFill>
            <a:prstDash val="solid"/>
          </a:ln>
        </p:spPr>
      </p:sp>
      <p:sp>
        <p:nvSpPr>
          <p:cNvPr id="26" name="S09-mark357"/>
          <p:cNvSpPr/>
          <p:nvPr/>
        </p:nvSpPr>
        <p:spPr>
          <a:xfrm>
            <a:off x="7692741" y="1654160"/>
            <a:ext cx="3856131" cy="380539"/>
          </a:xfrm>
          <a:custGeom>
            <a:avLst/>
            <a:gdLst/>
            <a:ahLst/>
            <a:cxnLst/>
            <a:rect l="l" t="t" r="r" b="b"/>
            <a:pathLst>
              <a:path w="3856131" h="380539">
                <a:moveTo>
                  <a:pt x="0" y="380539"/>
                </a:moveTo>
                <a:lnTo>
                  <a:pt x="3856131" y="380539"/>
                </a:lnTo>
                <a:lnTo>
                  <a:pt x="3856131" y="0"/>
                </a:lnTo>
                <a:lnTo>
                  <a:pt x="0" y="0"/>
                </a:lnTo>
                <a:close/>
              </a:path>
            </a:pathLst>
          </a:custGeom>
          <a:solidFill>
            <a:srgbClr val="EAF3F1"/>
          </a:solidFill>
          <a:ln w="15875">
            <a:solidFill>
              <a:srgbClr val="1F2937"/>
            </a:solidFill>
            <a:prstDash val="solid"/>
          </a:ln>
        </p:spPr>
      </p:sp>
      <p:sp>
        <p:nvSpPr>
          <p:cNvPr id="27" name="S09-mark358"/>
          <p:cNvSpPr/>
          <p:nvPr/>
        </p:nvSpPr>
        <p:spPr>
          <a:xfrm>
            <a:off x="7972818" y="2063113"/>
            <a:ext cx="246589" cy="146127"/>
          </a:xfrm>
          <a:custGeom>
            <a:avLst/>
            <a:gdLst/>
            <a:ahLst/>
            <a:cxnLst/>
            <a:rect l="l" t="t" r="r" b="b"/>
            <a:pathLst>
              <a:path w="246589" h="146127">
                <a:moveTo>
                  <a:pt x="0" y="0"/>
                </a:moveTo>
                <a:lnTo>
                  <a:pt x="246589" y="73064"/>
                </a:lnTo>
                <a:lnTo>
                  <a:pt x="0" y="146127"/>
                </a:lnTo>
                <a:close/>
              </a:path>
            </a:pathLst>
          </a:custGeom>
          <a:solidFill>
            <a:srgbClr val="E9762B"/>
          </a:solidFill>
          <a:ln w="15875">
            <a:solidFill>
              <a:srgbClr val="1F2937"/>
            </a:solidFill>
            <a:prstDash val="solid"/>
          </a:ln>
        </p:spPr>
      </p:sp>
      <p:sp>
        <p:nvSpPr>
          <p:cNvPr id="28" name="S09-mark359"/>
          <p:cNvSpPr/>
          <p:nvPr/>
        </p:nvSpPr>
        <p:spPr>
          <a:xfrm>
            <a:off x="9850652" y="2076812"/>
            <a:ext cx="301387" cy="301387"/>
          </a:xfrm>
          <a:custGeom>
            <a:avLst/>
            <a:gdLst/>
            <a:ahLst/>
            <a:cxnLst/>
            <a:rect l="l" t="t" r="r" b="b"/>
            <a:pathLst>
              <a:path w="301387" h="301387">
                <a:moveTo>
                  <a:pt x="105029" y="301387"/>
                </a:moveTo>
                <a:lnTo>
                  <a:pt x="196358" y="301387"/>
                </a:lnTo>
                <a:lnTo>
                  <a:pt x="196358" y="196358"/>
                </a:lnTo>
                <a:lnTo>
                  <a:pt x="301387" y="196358"/>
                </a:lnTo>
                <a:lnTo>
                  <a:pt x="301387" y="105029"/>
                </a:lnTo>
                <a:lnTo>
                  <a:pt x="196358" y="105029"/>
                </a:lnTo>
                <a:lnTo>
                  <a:pt x="196358" y="0"/>
                </a:lnTo>
                <a:lnTo>
                  <a:pt x="105029" y="0"/>
                </a:lnTo>
                <a:lnTo>
                  <a:pt x="105029" y="105029"/>
                </a:lnTo>
                <a:lnTo>
                  <a:pt x="0" y="105029"/>
                </a:lnTo>
                <a:lnTo>
                  <a:pt x="0" y="196358"/>
                </a:lnTo>
                <a:lnTo>
                  <a:pt x="105029" y="196358"/>
                </a:lnTo>
                <a:close/>
              </a:path>
            </a:pathLst>
          </a:custGeom>
          <a:solidFill>
            <a:srgbClr val="C8434E"/>
          </a:solidFill>
          <a:ln w="12700">
            <a:solidFill>
              <a:srgbClr val="1F2937"/>
            </a:solidFill>
            <a:prstDash val="solid"/>
          </a:ln>
        </p:spPr>
      </p:sp>
      <p:sp>
        <p:nvSpPr>
          <p:cNvPr id="29" name="S09-mark360"/>
          <p:cNvSpPr/>
          <p:nvPr/>
        </p:nvSpPr>
        <p:spPr>
          <a:xfrm>
            <a:off x="8041315" y="2738951"/>
            <a:ext cx="63931" cy="118728"/>
          </a:xfrm>
          <a:custGeom>
            <a:avLst/>
            <a:gdLst/>
            <a:ahLst/>
            <a:cxnLst/>
            <a:rect l="l" t="t" r="r" b="b"/>
            <a:pathLst>
              <a:path w="63931" h="118728">
                <a:moveTo>
                  <a:pt x="0" y="118728"/>
                </a:moveTo>
                <a:lnTo>
                  <a:pt x="63931" y="118728"/>
                </a:lnTo>
                <a:lnTo>
                  <a:pt x="63931" y="0"/>
                </a:lnTo>
                <a:lnTo>
                  <a:pt x="0" y="0"/>
                </a:lnTo>
                <a:close/>
              </a:path>
            </a:pathLst>
          </a:custGeom>
          <a:solidFill>
            <a:srgbClr val="8B5A2B"/>
          </a:solidFill>
          <a:ln w="12700">
            <a:solidFill>
              <a:srgbClr val="1F2937"/>
            </a:solidFill>
            <a:prstDash val="solid"/>
          </a:ln>
        </p:spPr>
      </p:sp>
      <p:sp>
        <p:nvSpPr>
          <p:cNvPr id="30" name="S09-mark361"/>
          <p:cNvSpPr/>
          <p:nvPr/>
        </p:nvSpPr>
        <p:spPr>
          <a:xfrm>
            <a:off x="7927153" y="2501494"/>
            <a:ext cx="292254" cy="237456"/>
          </a:xfrm>
          <a:custGeom>
            <a:avLst/>
            <a:gdLst/>
            <a:ahLst/>
            <a:cxnLst/>
            <a:rect l="l" t="t" r="r" b="b"/>
            <a:pathLst>
              <a:path w="292254" h="237456">
                <a:moveTo>
                  <a:pt x="0" y="237456"/>
                </a:moveTo>
                <a:lnTo>
                  <a:pt x="292254" y="237456"/>
                </a:lnTo>
                <a:lnTo>
                  <a:pt x="146127" y="0"/>
                </a:lnTo>
                <a:close/>
              </a:path>
            </a:pathLst>
          </a:custGeom>
          <a:solidFill>
            <a:srgbClr val="2A9D8F"/>
          </a:solidFill>
          <a:ln w="15875">
            <a:solidFill>
              <a:srgbClr val="1F2937"/>
            </a:solidFill>
            <a:prstDash val="solid"/>
          </a:ln>
        </p:spPr>
      </p:sp>
      <p:sp>
        <p:nvSpPr>
          <p:cNvPr id="31" name="S09-mark362"/>
          <p:cNvSpPr/>
          <p:nvPr/>
        </p:nvSpPr>
        <p:spPr>
          <a:xfrm>
            <a:off x="9836953" y="2538026"/>
            <a:ext cx="164393" cy="283121"/>
          </a:xfrm>
          <a:custGeom>
            <a:avLst/>
            <a:gdLst/>
            <a:ahLst/>
            <a:cxnLst/>
            <a:rect l="l" t="t" r="r" b="b"/>
            <a:pathLst>
              <a:path w="164393" h="283121">
                <a:moveTo>
                  <a:pt x="0" y="246589"/>
                </a:moveTo>
                <a:lnTo>
                  <a:pt x="164393" y="283121"/>
                </a:lnTo>
                <a:lnTo>
                  <a:pt x="164393" y="36532"/>
                </a:lnTo>
                <a:lnTo>
                  <a:pt x="0" y="0"/>
                </a:lnTo>
                <a:close/>
              </a:path>
            </a:pathLst>
          </a:custGeom>
          <a:solidFill>
            <a:srgbClr val="3D5A80"/>
          </a:solidFill>
          <a:ln w="15875">
            <a:solidFill>
              <a:srgbClr val="1F2937"/>
            </a:solidFill>
            <a:prstDash val="solid"/>
          </a:ln>
        </p:spPr>
      </p:sp>
      <p:sp>
        <p:nvSpPr>
          <p:cNvPr id="32" name="S09-mark363"/>
          <p:cNvSpPr/>
          <p:nvPr/>
        </p:nvSpPr>
        <p:spPr>
          <a:xfrm>
            <a:off x="10001346" y="2538026"/>
            <a:ext cx="164393" cy="283121"/>
          </a:xfrm>
          <a:custGeom>
            <a:avLst/>
            <a:gdLst/>
            <a:ahLst/>
            <a:cxnLst/>
            <a:rect l="l" t="t" r="r" b="b"/>
            <a:pathLst>
              <a:path w="164393" h="283121">
                <a:moveTo>
                  <a:pt x="164393" y="246589"/>
                </a:moveTo>
                <a:lnTo>
                  <a:pt x="0" y="283121"/>
                </a:lnTo>
                <a:lnTo>
                  <a:pt x="0" y="36532"/>
                </a:lnTo>
                <a:lnTo>
                  <a:pt x="164393" y="0"/>
                </a:lnTo>
                <a:close/>
              </a:path>
            </a:pathLst>
          </a:custGeom>
          <a:solidFill>
            <a:srgbClr val="3D5A80"/>
          </a:solidFill>
          <a:ln w="15875">
            <a:solidFill>
              <a:srgbClr val="1F2937"/>
            </a:solidFill>
            <a:prstDash val="solid"/>
          </a:ln>
        </p:spPr>
      </p:sp>
      <p:sp>
        <p:nvSpPr>
          <p:cNvPr id="33" name="S09-mark364"/>
          <p:cNvSpPr/>
          <p:nvPr/>
        </p:nvSpPr>
        <p:spPr>
          <a:xfrm>
            <a:off x="9923716" y="2985540"/>
            <a:ext cx="155260" cy="118728"/>
          </a:xfrm>
          <a:custGeom>
            <a:avLst/>
            <a:gdLst/>
            <a:ahLst/>
            <a:cxnLst/>
            <a:rect l="l" t="t" r="r" b="b"/>
            <a:pathLst>
              <a:path w="155260" h="118728">
                <a:moveTo>
                  <a:pt x="155260" y="118728"/>
                </a:moveTo>
                <a:lnTo>
                  <a:pt x="145112" y="59364"/>
                </a:lnTo>
                <a:lnTo>
                  <a:pt x="116191" y="15729"/>
                </a:lnTo>
                <a:lnTo>
                  <a:pt x="77630" y="0"/>
                </a:lnTo>
                <a:lnTo>
                  <a:pt x="38561" y="15729"/>
                </a:lnTo>
                <a:lnTo>
                  <a:pt x="10148" y="59364"/>
                </a:lnTo>
                <a:lnTo>
                  <a:pt x="0" y="118728"/>
                </a:lnTo>
              </a:path>
            </a:pathLst>
          </a:custGeom>
          <a:noFill/>
          <a:ln w="25400">
            <a:solidFill>
              <a:srgbClr val="1F2937"/>
            </a:solidFill>
            <a:prstDash val="solid"/>
          </a:ln>
        </p:spPr>
      </p:sp>
      <p:sp>
        <p:nvSpPr>
          <p:cNvPr id="34" name="S09-mark365"/>
          <p:cNvSpPr/>
          <p:nvPr/>
        </p:nvSpPr>
        <p:spPr>
          <a:xfrm>
            <a:off x="9850652" y="3104268"/>
            <a:ext cx="301387" cy="200925"/>
          </a:xfrm>
          <a:custGeom>
            <a:avLst/>
            <a:gdLst/>
            <a:ahLst/>
            <a:cxnLst/>
            <a:rect l="l" t="t" r="r" b="b"/>
            <a:pathLst>
              <a:path w="301387" h="200925">
                <a:moveTo>
                  <a:pt x="0" y="0"/>
                </a:moveTo>
                <a:lnTo>
                  <a:pt x="301387" y="0"/>
                </a:lnTo>
                <a:lnTo>
                  <a:pt x="264855" y="200925"/>
                </a:lnTo>
                <a:lnTo>
                  <a:pt x="36532" y="200925"/>
                </a:lnTo>
                <a:close/>
              </a:path>
            </a:pathLst>
          </a:custGeom>
          <a:solidFill>
            <a:srgbClr val="F2C14E"/>
          </a:solidFill>
          <a:ln w="15875">
            <a:solidFill>
              <a:srgbClr val="1F2937"/>
            </a:solidFill>
            <a:prstDash val="solid"/>
          </a:ln>
        </p:spPr>
      </p:sp>
      <p:sp>
        <p:nvSpPr>
          <p:cNvPr id="35" name="S09-mark366"/>
          <p:cNvSpPr/>
          <p:nvPr/>
        </p:nvSpPr>
        <p:spPr>
          <a:xfrm>
            <a:off x="7936286" y="3423921"/>
            <a:ext cx="273988" cy="337919"/>
          </a:xfrm>
          <a:custGeom>
            <a:avLst/>
            <a:gdLst/>
            <a:ahLst/>
            <a:cxnLst/>
            <a:rect l="l" t="t" r="r" b="b"/>
            <a:pathLst>
              <a:path w="273988" h="337919">
                <a:moveTo>
                  <a:pt x="0" y="337919"/>
                </a:moveTo>
                <a:lnTo>
                  <a:pt x="273988" y="337919"/>
                </a:lnTo>
                <a:lnTo>
                  <a:pt x="273988" y="155260"/>
                </a:lnTo>
                <a:lnTo>
                  <a:pt x="136994" y="0"/>
                </a:lnTo>
                <a:lnTo>
                  <a:pt x="0" y="155260"/>
                </a:lnTo>
                <a:close/>
              </a:path>
            </a:pathLst>
          </a:custGeom>
          <a:solidFill>
            <a:srgbClr val="FDEBDD"/>
          </a:solidFill>
          <a:ln w="19050">
            <a:solidFill>
              <a:srgbClr val="1F2937"/>
            </a:solidFill>
            <a:prstDash val="solid"/>
          </a:ln>
        </p:spPr>
      </p:sp>
      <p:sp>
        <p:nvSpPr>
          <p:cNvPr id="36" name="S09-mark367"/>
          <p:cNvSpPr/>
          <p:nvPr/>
        </p:nvSpPr>
        <p:spPr>
          <a:xfrm>
            <a:off x="4785421" y="2349279"/>
            <a:ext cx="334875" cy="334875"/>
          </a:xfrm>
          <a:prstGeom prst="ellipse">
            <a:avLst/>
          </a:prstGeom>
          <a:solidFill>
            <a:srgbClr val="FFFFFF"/>
          </a:solidFill>
          <a:ln w="25400">
            <a:solidFill>
              <a:srgbClr val="1F2937"/>
            </a:solidFill>
            <a:prstDash val="solid"/>
          </a:ln>
        </p:spPr>
      </p:sp>
      <p:sp>
        <p:nvSpPr>
          <p:cNvPr id="37" name="S09-mark368"/>
          <p:cNvSpPr/>
          <p:nvPr/>
        </p:nvSpPr>
        <p:spPr>
          <a:xfrm>
            <a:off x="4881824" y="2445682"/>
            <a:ext cx="142068" cy="142068"/>
          </a:xfrm>
          <a:prstGeom prst="ellipse">
            <a:avLst/>
          </a:prstGeom>
          <a:solidFill>
            <a:srgbClr val="264653"/>
          </a:solidFill>
          <a:ln w="12700">
            <a:solidFill>
              <a:srgbClr val="1F2937"/>
            </a:solidFill>
            <a:prstDash val="solid"/>
          </a:ln>
        </p:spPr>
      </p:sp>
      <p:sp>
        <p:nvSpPr>
          <p:cNvPr id="38" name="S09-mark369"/>
          <p:cNvSpPr/>
          <p:nvPr/>
        </p:nvSpPr>
        <p:spPr>
          <a:xfrm>
            <a:off x="7922587" y="2990107"/>
            <a:ext cx="301387" cy="301387"/>
          </a:xfrm>
          <a:prstGeom prst="ellipse">
            <a:avLst/>
          </a:prstGeom>
          <a:solidFill>
            <a:srgbClr val="FFFFFF"/>
          </a:solidFill>
          <a:ln w="25400">
            <a:solidFill>
              <a:srgbClr val="1F2937"/>
            </a:solidFill>
            <a:prstDash val="solid"/>
          </a:ln>
        </p:spPr>
      </p:sp>
      <p:sp>
        <p:nvSpPr>
          <p:cNvPr id="39" name="S09-mark370"/>
          <p:cNvSpPr/>
          <p:nvPr/>
        </p:nvSpPr>
        <p:spPr>
          <a:xfrm>
            <a:off x="8009350" y="3076870"/>
            <a:ext cx="127861" cy="127861"/>
          </a:xfrm>
          <a:prstGeom prst="ellipse">
            <a:avLst/>
          </a:prstGeom>
          <a:solidFill>
            <a:srgbClr val="264653"/>
          </a:solidFill>
          <a:ln w="12700">
            <a:solidFill>
              <a:srgbClr val="1F2937"/>
            </a:solidFill>
            <a:prstDash val="solid"/>
          </a:ln>
        </p:spPr>
      </p:sp>
      <p:sp>
        <p:nvSpPr>
          <p:cNvPr id="40" name="S09-mark371"/>
          <p:cNvSpPr/>
          <p:nvPr/>
        </p:nvSpPr>
        <p:spPr>
          <a:xfrm flipV="1">
            <a:off x="2811691" y="2334057"/>
            <a:ext cx="0" cy="365318"/>
          </a:xfrm>
          <a:prstGeom prst="line">
            <a:avLst/>
          </a:prstGeom>
          <a:noFill/>
          <a:ln w="28575">
            <a:solidFill>
              <a:srgbClr val="1F2937"/>
            </a:solidFill>
            <a:prstDash val="solid"/>
          </a:ln>
        </p:spPr>
      </p:sp>
      <p:sp>
        <p:nvSpPr>
          <p:cNvPr id="41" name="S09-mark372"/>
          <p:cNvSpPr/>
          <p:nvPr/>
        </p:nvSpPr>
        <p:spPr>
          <a:xfrm flipV="1">
            <a:off x="640080" y="1755637"/>
            <a:ext cx="0" cy="2029543"/>
          </a:xfrm>
          <a:prstGeom prst="line">
            <a:avLst/>
          </a:prstGeom>
          <a:noFill/>
          <a:ln w="9525">
            <a:solidFill>
              <a:srgbClr val="B8C2CC"/>
            </a:solidFill>
            <a:prstDash val="solid"/>
          </a:ln>
        </p:spPr>
      </p:sp>
      <p:sp>
        <p:nvSpPr>
          <p:cNvPr id="42" name="S09-mark373"/>
          <p:cNvSpPr/>
          <p:nvPr/>
        </p:nvSpPr>
        <p:spPr>
          <a:xfrm flipV="1">
            <a:off x="1147466" y="1755637"/>
            <a:ext cx="0" cy="2029543"/>
          </a:xfrm>
          <a:prstGeom prst="line">
            <a:avLst/>
          </a:prstGeom>
          <a:noFill/>
          <a:ln w="9525">
            <a:solidFill>
              <a:srgbClr val="B8C2CC"/>
            </a:solidFill>
            <a:prstDash val="solid"/>
          </a:ln>
        </p:spPr>
      </p:sp>
      <p:sp>
        <p:nvSpPr>
          <p:cNvPr id="43" name="S09-mark374"/>
          <p:cNvSpPr/>
          <p:nvPr/>
        </p:nvSpPr>
        <p:spPr>
          <a:xfrm flipV="1">
            <a:off x="1654851" y="1755637"/>
            <a:ext cx="0" cy="2029543"/>
          </a:xfrm>
          <a:prstGeom prst="line">
            <a:avLst/>
          </a:prstGeom>
          <a:noFill/>
          <a:ln w="9525">
            <a:solidFill>
              <a:srgbClr val="B8C2CC"/>
            </a:solidFill>
            <a:prstDash val="solid"/>
          </a:ln>
        </p:spPr>
      </p:sp>
      <p:sp>
        <p:nvSpPr>
          <p:cNvPr id="44" name="S09-mark375"/>
          <p:cNvSpPr/>
          <p:nvPr/>
        </p:nvSpPr>
        <p:spPr>
          <a:xfrm flipV="1">
            <a:off x="2162237" y="1755637"/>
            <a:ext cx="0" cy="2029543"/>
          </a:xfrm>
          <a:prstGeom prst="line">
            <a:avLst/>
          </a:prstGeom>
          <a:noFill/>
          <a:ln w="9525">
            <a:solidFill>
              <a:srgbClr val="B8C2CC"/>
            </a:solidFill>
            <a:prstDash val="solid"/>
          </a:ln>
        </p:spPr>
      </p:sp>
      <p:sp>
        <p:nvSpPr>
          <p:cNvPr id="45" name="S09-mark376"/>
          <p:cNvSpPr/>
          <p:nvPr/>
        </p:nvSpPr>
        <p:spPr>
          <a:xfrm flipV="1">
            <a:off x="2669623" y="1755637"/>
            <a:ext cx="0" cy="2029543"/>
          </a:xfrm>
          <a:prstGeom prst="line">
            <a:avLst/>
          </a:prstGeom>
          <a:noFill/>
          <a:ln w="9525">
            <a:solidFill>
              <a:srgbClr val="B8C2CC"/>
            </a:solidFill>
            <a:prstDash val="solid"/>
          </a:ln>
        </p:spPr>
      </p:sp>
      <p:sp>
        <p:nvSpPr>
          <p:cNvPr id="46" name="S09-mark377"/>
          <p:cNvSpPr/>
          <p:nvPr/>
        </p:nvSpPr>
        <p:spPr>
          <a:xfrm flipV="1">
            <a:off x="3177008" y="1755637"/>
            <a:ext cx="0" cy="2029543"/>
          </a:xfrm>
          <a:prstGeom prst="line">
            <a:avLst/>
          </a:prstGeom>
          <a:noFill/>
          <a:ln w="9525">
            <a:solidFill>
              <a:srgbClr val="B8C2CC"/>
            </a:solidFill>
            <a:prstDash val="solid"/>
          </a:ln>
        </p:spPr>
      </p:sp>
      <p:sp>
        <p:nvSpPr>
          <p:cNvPr id="47" name="S09-mark378"/>
          <p:cNvSpPr/>
          <p:nvPr/>
        </p:nvSpPr>
        <p:spPr>
          <a:xfrm flipV="1">
            <a:off x="3684394" y="1755637"/>
            <a:ext cx="0" cy="2029543"/>
          </a:xfrm>
          <a:prstGeom prst="line">
            <a:avLst/>
          </a:prstGeom>
          <a:noFill/>
          <a:ln w="9525">
            <a:solidFill>
              <a:srgbClr val="B8C2CC"/>
            </a:solidFill>
            <a:prstDash val="solid"/>
          </a:ln>
        </p:spPr>
      </p:sp>
      <p:sp>
        <p:nvSpPr>
          <p:cNvPr id="48" name="S09-mark379"/>
          <p:cNvSpPr/>
          <p:nvPr/>
        </p:nvSpPr>
        <p:spPr>
          <a:xfrm flipV="1">
            <a:off x="4191780" y="1755637"/>
            <a:ext cx="0" cy="2029543"/>
          </a:xfrm>
          <a:prstGeom prst="line">
            <a:avLst/>
          </a:prstGeom>
          <a:noFill/>
          <a:ln w="9525">
            <a:solidFill>
              <a:srgbClr val="B8C2CC"/>
            </a:solidFill>
            <a:prstDash val="solid"/>
          </a:ln>
        </p:spPr>
      </p:sp>
      <p:sp>
        <p:nvSpPr>
          <p:cNvPr id="49" name="S09-mark380"/>
          <p:cNvSpPr/>
          <p:nvPr/>
        </p:nvSpPr>
        <p:spPr>
          <a:xfrm flipV="1">
            <a:off x="4699165" y="1755637"/>
            <a:ext cx="0" cy="2029543"/>
          </a:xfrm>
          <a:prstGeom prst="line">
            <a:avLst/>
          </a:prstGeom>
          <a:noFill/>
          <a:ln w="9525">
            <a:solidFill>
              <a:srgbClr val="B8C2CC"/>
            </a:solidFill>
            <a:prstDash val="solid"/>
          </a:ln>
        </p:spPr>
      </p:sp>
      <p:sp>
        <p:nvSpPr>
          <p:cNvPr id="50" name="S09-mark381"/>
          <p:cNvSpPr/>
          <p:nvPr/>
        </p:nvSpPr>
        <p:spPr>
          <a:xfrm flipV="1">
            <a:off x="5206551" y="1755637"/>
            <a:ext cx="0" cy="2029543"/>
          </a:xfrm>
          <a:prstGeom prst="line">
            <a:avLst/>
          </a:prstGeom>
          <a:noFill/>
          <a:ln w="9525">
            <a:solidFill>
              <a:srgbClr val="B8C2CC"/>
            </a:solidFill>
            <a:prstDash val="solid"/>
          </a:ln>
        </p:spPr>
      </p:sp>
      <p:sp>
        <p:nvSpPr>
          <p:cNvPr id="51" name="S09-mark382"/>
          <p:cNvSpPr/>
          <p:nvPr/>
        </p:nvSpPr>
        <p:spPr>
          <a:xfrm flipV="1">
            <a:off x="5713937" y="1755637"/>
            <a:ext cx="0" cy="2029543"/>
          </a:xfrm>
          <a:prstGeom prst="line">
            <a:avLst/>
          </a:prstGeom>
          <a:noFill/>
          <a:ln w="9525">
            <a:solidFill>
              <a:srgbClr val="B8C2CC"/>
            </a:solidFill>
            <a:prstDash val="solid"/>
          </a:ln>
        </p:spPr>
      </p:sp>
      <p:sp>
        <p:nvSpPr>
          <p:cNvPr id="52" name="S09-mark383"/>
          <p:cNvSpPr/>
          <p:nvPr/>
        </p:nvSpPr>
        <p:spPr>
          <a:xfrm>
            <a:off x="640080" y="3785180"/>
            <a:ext cx="5073857" cy="0"/>
          </a:xfrm>
          <a:prstGeom prst="line">
            <a:avLst/>
          </a:prstGeom>
          <a:noFill/>
          <a:ln w="9525">
            <a:solidFill>
              <a:srgbClr val="B8C2CC"/>
            </a:solidFill>
            <a:prstDash val="solid"/>
          </a:ln>
        </p:spPr>
      </p:sp>
      <p:sp>
        <p:nvSpPr>
          <p:cNvPr id="53" name="S09-mark384"/>
          <p:cNvSpPr/>
          <p:nvPr/>
        </p:nvSpPr>
        <p:spPr>
          <a:xfrm>
            <a:off x="640080" y="3277794"/>
            <a:ext cx="5073857" cy="0"/>
          </a:xfrm>
          <a:prstGeom prst="line">
            <a:avLst/>
          </a:prstGeom>
          <a:noFill/>
          <a:ln w="9525">
            <a:solidFill>
              <a:srgbClr val="B8C2CC"/>
            </a:solidFill>
            <a:prstDash val="solid"/>
          </a:ln>
        </p:spPr>
      </p:sp>
      <p:sp>
        <p:nvSpPr>
          <p:cNvPr id="54" name="S09-mark385"/>
          <p:cNvSpPr/>
          <p:nvPr/>
        </p:nvSpPr>
        <p:spPr>
          <a:xfrm>
            <a:off x="640080" y="2770409"/>
            <a:ext cx="5073857" cy="0"/>
          </a:xfrm>
          <a:prstGeom prst="line">
            <a:avLst/>
          </a:prstGeom>
          <a:noFill/>
          <a:ln w="9525">
            <a:solidFill>
              <a:srgbClr val="B8C2CC"/>
            </a:solidFill>
            <a:prstDash val="solid"/>
          </a:ln>
        </p:spPr>
      </p:sp>
      <p:sp>
        <p:nvSpPr>
          <p:cNvPr id="55" name="S09-mark386"/>
          <p:cNvSpPr/>
          <p:nvPr/>
        </p:nvSpPr>
        <p:spPr>
          <a:xfrm>
            <a:off x="640080" y="2263023"/>
            <a:ext cx="5073857" cy="0"/>
          </a:xfrm>
          <a:prstGeom prst="line">
            <a:avLst/>
          </a:prstGeom>
          <a:noFill/>
          <a:ln w="9525">
            <a:solidFill>
              <a:srgbClr val="B8C2CC"/>
            </a:solidFill>
            <a:prstDash val="solid"/>
          </a:ln>
        </p:spPr>
      </p:sp>
      <p:sp>
        <p:nvSpPr>
          <p:cNvPr id="56" name="S09-mark387"/>
          <p:cNvSpPr/>
          <p:nvPr/>
        </p:nvSpPr>
        <p:spPr>
          <a:xfrm>
            <a:off x="640080" y="1755637"/>
            <a:ext cx="5073857" cy="0"/>
          </a:xfrm>
          <a:prstGeom prst="line">
            <a:avLst/>
          </a:prstGeom>
          <a:noFill/>
          <a:ln w="9525">
            <a:solidFill>
              <a:srgbClr val="B8C2CC"/>
            </a:solidFill>
            <a:prstDash val="solid"/>
          </a:ln>
        </p:spPr>
      </p:sp>
      <p:sp>
        <p:nvSpPr>
          <p:cNvPr id="57" name="S09-mark388"/>
          <p:cNvSpPr/>
          <p:nvPr/>
        </p:nvSpPr>
        <p:spPr>
          <a:xfrm flipV="1">
            <a:off x="6677970" y="2339131"/>
            <a:ext cx="0" cy="862556"/>
          </a:xfrm>
          <a:prstGeom prst="line">
            <a:avLst/>
          </a:prstGeom>
          <a:noFill/>
          <a:ln w="38100">
            <a:solidFill>
              <a:srgbClr val="1F2937"/>
            </a:solidFill>
            <a:prstDash val="solid"/>
            <a:tailEnd type="triangle"/>
          </a:ln>
        </p:spPr>
      </p:sp>
      <p:sp>
        <p:nvSpPr>
          <p:cNvPr id="58" name="S09-mark389"/>
          <p:cNvSpPr/>
          <p:nvPr/>
        </p:nvSpPr>
        <p:spPr>
          <a:xfrm>
            <a:off x="6246692" y="2770409"/>
            <a:ext cx="862556" cy="0"/>
          </a:xfrm>
          <a:prstGeom prst="line">
            <a:avLst/>
          </a:prstGeom>
          <a:noFill/>
          <a:ln w="25400">
            <a:solidFill>
              <a:srgbClr val="1F2937"/>
            </a:solidFill>
            <a:prstDash val="solid"/>
          </a:ln>
        </p:spPr>
      </p:sp>
      <p:sp>
        <p:nvSpPr>
          <p:cNvPr id="59" name="S09-mark390"/>
          <p:cNvSpPr/>
          <p:nvPr/>
        </p:nvSpPr>
        <p:spPr>
          <a:xfrm flipV="1">
            <a:off x="7972818" y="2063113"/>
            <a:ext cx="0" cy="328786"/>
          </a:xfrm>
          <a:prstGeom prst="line">
            <a:avLst/>
          </a:prstGeom>
          <a:noFill/>
          <a:ln w="28575">
            <a:solidFill>
              <a:srgbClr val="1F2937"/>
            </a:solidFill>
            <a:prstDash val="solid"/>
          </a:ln>
        </p:spPr>
      </p:sp>
      <p:sp>
        <p:nvSpPr>
          <p:cNvPr id="60" name="S09-label392"/>
          <p:cNvSpPr txBox="1"/>
          <p:nvPr/>
        </p:nvSpPr>
        <p:spPr>
          <a:xfrm>
            <a:off x="6473754" y="1920307"/>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북</a:t>
            </a:r>
            <a:endParaRPr lang="ko-KR" sz="2400" dirty="0"/>
          </a:p>
        </p:txBody>
      </p:sp>
      <p:sp>
        <p:nvSpPr>
          <p:cNvPr id="61" name="S09-label394"/>
          <p:cNvSpPr txBox="1"/>
          <p:nvPr/>
        </p:nvSpPr>
        <p:spPr>
          <a:xfrm>
            <a:off x="6473754" y="323951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남</a:t>
            </a:r>
            <a:endParaRPr lang="ko-KR" sz="2400" dirty="0"/>
          </a:p>
        </p:txBody>
      </p:sp>
      <p:sp>
        <p:nvSpPr>
          <p:cNvPr id="62" name="S09-label396"/>
          <p:cNvSpPr txBox="1"/>
          <p:nvPr/>
        </p:nvSpPr>
        <p:spPr>
          <a:xfrm>
            <a:off x="7133355" y="2579909"/>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동</a:t>
            </a:r>
            <a:endParaRPr lang="ko-KR" sz="2400" dirty="0"/>
          </a:p>
        </p:txBody>
      </p:sp>
      <p:sp>
        <p:nvSpPr>
          <p:cNvPr id="63" name="S09-label398"/>
          <p:cNvSpPr txBox="1"/>
          <p:nvPr/>
        </p:nvSpPr>
        <p:spPr>
          <a:xfrm>
            <a:off x="5814152" y="2579909"/>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서</a:t>
            </a:r>
            <a:endParaRPr lang="ko-KR" sz="2400" dirty="0"/>
          </a:p>
        </p:txBody>
      </p:sp>
      <p:sp>
        <p:nvSpPr>
          <p:cNvPr id="64" name="S09-label400"/>
          <p:cNvSpPr txBox="1"/>
          <p:nvPr/>
        </p:nvSpPr>
        <p:spPr>
          <a:xfrm>
            <a:off x="9267238" y="1653930"/>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범례</a:t>
            </a:r>
            <a:endParaRPr lang="ko-KR" sz="2400" dirty="0"/>
          </a:p>
        </p:txBody>
      </p:sp>
      <p:sp>
        <p:nvSpPr>
          <p:cNvPr id="65" name="S09-label402"/>
          <p:cNvSpPr txBox="1"/>
          <p:nvPr/>
        </p:nvSpPr>
        <p:spPr>
          <a:xfrm>
            <a:off x="8556898" y="2037006"/>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학교</a:t>
            </a:r>
            <a:endParaRPr lang="ko-KR" sz="2400" dirty="0"/>
          </a:p>
        </p:txBody>
      </p:sp>
      <p:sp>
        <p:nvSpPr>
          <p:cNvPr id="66" name="S09-label404"/>
          <p:cNvSpPr txBox="1"/>
          <p:nvPr/>
        </p:nvSpPr>
        <p:spPr>
          <a:xfrm>
            <a:off x="10484964" y="2037006"/>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병원</a:t>
            </a:r>
            <a:endParaRPr lang="ko-KR" sz="2400" dirty="0"/>
          </a:p>
        </p:txBody>
      </p:sp>
      <p:sp>
        <p:nvSpPr>
          <p:cNvPr id="67" name="S09-label406"/>
          <p:cNvSpPr txBox="1"/>
          <p:nvPr/>
        </p:nvSpPr>
        <p:spPr>
          <a:xfrm>
            <a:off x="8556898" y="2493653"/>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공원</a:t>
            </a:r>
            <a:endParaRPr lang="ko-KR" sz="2400" dirty="0"/>
          </a:p>
        </p:txBody>
      </p:sp>
      <p:sp>
        <p:nvSpPr>
          <p:cNvPr id="68" name="S09-label408"/>
          <p:cNvSpPr txBox="1"/>
          <p:nvPr/>
        </p:nvSpPr>
        <p:spPr>
          <a:xfrm>
            <a:off x="10335612" y="2493653"/>
            <a:ext cx="1005840"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도서관</a:t>
            </a:r>
            <a:endParaRPr lang="ko-KR" sz="2400" dirty="0"/>
          </a:p>
        </p:txBody>
      </p:sp>
      <p:sp>
        <p:nvSpPr>
          <p:cNvPr id="69" name="S09-label410"/>
          <p:cNvSpPr txBox="1"/>
          <p:nvPr/>
        </p:nvSpPr>
        <p:spPr>
          <a:xfrm>
            <a:off x="8258194" y="2950300"/>
            <a:ext cx="1304544"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주민센터</a:t>
            </a:r>
            <a:endParaRPr lang="ko-KR" sz="2400" dirty="0"/>
          </a:p>
        </p:txBody>
      </p:sp>
      <p:sp>
        <p:nvSpPr>
          <p:cNvPr id="70" name="S09-label412"/>
          <p:cNvSpPr txBox="1"/>
          <p:nvPr/>
        </p:nvSpPr>
        <p:spPr>
          <a:xfrm>
            <a:off x="10484964" y="2950300"/>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시장</a:t>
            </a:r>
            <a:endParaRPr lang="ko-KR" sz="2400" dirty="0"/>
          </a:p>
        </p:txBody>
      </p:sp>
      <p:sp>
        <p:nvSpPr>
          <p:cNvPr id="71" name="S09-label414"/>
          <p:cNvSpPr txBox="1"/>
          <p:nvPr/>
        </p:nvSpPr>
        <p:spPr>
          <a:xfrm>
            <a:off x="8706250" y="3406947"/>
            <a:ext cx="408432"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집</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동서남북은 바뀔까요?</a:t>
            </a:r>
            <a:endParaRPr lang="ko-KR" sz="4000" dirty="0"/>
          </a:p>
        </p:txBody>
      </p:sp>
      <p:sp>
        <p:nvSpPr>
          <p:cNvPr id="3" name="S10-card415"/>
          <p:cNvSpPr/>
          <p:nvPr/>
        </p:nvSpPr>
        <p:spPr>
          <a:xfrm>
            <a:off x="548640" y="1325880"/>
            <a:ext cx="11091672" cy="868680"/>
          </a:xfrm>
          <a:prstGeom prst="roundRect">
            <a:avLst>
              <a:gd name="adj" fmla="val 12632"/>
            </a:avLst>
          </a:prstGeom>
          <a:solidFill>
            <a:srgbClr val="EAF3F1"/>
          </a:solidFill>
          <a:ln w="12700">
            <a:solidFill>
              <a:srgbClr val="EAF3F1"/>
            </a:solidFill>
            <a:prstDash val="solid"/>
          </a:ln>
        </p:spPr>
      </p:sp>
      <p:sp>
        <p:nvSpPr>
          <p:cNvPr id="4" name="S10-cardtext416"/>
          <p:cNvSpPr txBox="1"/>
          <p:nvPr/>
        </p:nvSpPr>
        <p:spPr>
          <a:xfrm>
            <a:off x="822960" y="146304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동서남북은 내가 보는 쪽에 따라 바뀔까요?</a:t>
            </a:r>
            <a:endParaRPr lang="ko-KR" sz="3000" dirty="0"/>
          </a:p>
        </p:txBody>
      </p:sp>
      <p:sp>
        <p:nvSpPr>
          <p:cNvPr id="5" name="S10-card417"/>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6" name="S10-cardtext418"/>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누구 말이 맞을까요? 해가 뜨는 쪽을 떠올려 봐요.</a:t>
            </a:r>
            <a:endParaRPr lang="ko-KR" sz="3000" dirty="0"/>
          </a:p>
        </p:txBody>
      </p:sp>
      <p:sp>
        <p:nvSpPr>
          <p:cNvPr id="7" name="S10-chip419"/>
          <p:cNvSpPr txBox="1"/>
          <p:nvPr/>
        </p:nvSpPr>
        <p:spPr>
          <a:xfrm>
            <a:off x="548640"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가</a:t>
            </a:r>
            <a:endParaRPr lang="ko-KR" sz="2400" dirty="0"/>
          </a:p>
        </p:txBody>
      </p:sp>
      <p:sp>
        <p:nvSpPr>
          <p:cNvPr id="8" name="S10-text420"/>
          <p:cNvSpPr txBox="1"/>
          <p:nvPr/>
        </p:nvSpPr>
        <p:spPr>
          <a:xfrm>
            <a:off x="548640" y="3154680"/>
            <a:ext cx="5362956" cy="196596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내가 뒤로 돌면</a:t>
            </a:r>
            <a:endParaRPr lang="ko-KR" sz="3000" dirty="0"/>
          </a:p>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동쪽도 바뀌어요.</a:t>
            </a:r>
            <a:endParaRPr lang="ko-KR" sz="3000" dirty="0"/>
          </a:p>
        </p:txBody>
      </p:sp>
      <p:sp>
        <p:nvSpPr>
          <p:cNvPr id="9" name="S10-chip421"/>
          <p:cNvSpPr txBox="1"/>
          <p:nvPr/>
        </p:nvSpPr>
        <p:spPr>
          <a:xfrm>
            <a:off x="6277356"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나</a:t>
            </a:r>
            <a:endParaRPr lang="ko-KR" sz="2400" dirty="0"/>
          </a:p>
        </p:txBody>
      </p:sp>
      <p:sp>
        <p:nvSpPr>
          <p:cNvPr id="10" name="S10-text422"/>
          <p:cNvSpPr txBox="1"/>
          <p:nvPr/>
        </p:nvSpPr>
        <p:spPr>
          <a:xfrm>
            <a:off x="6277356" y="3154680"/>
            <a:ext cx="5362956" cy="196596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내가 뒤로 돌아도</a:t>
            </a:r>
            <a:endParaRPr lang="ko-KR" sz="3000" dirty="0"/>
          </a:p>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동쪽은 그대로예요.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햇살마을 그림지도</a:t>
            </a:r>
            <a:endParaRPr lang="ko-KR" sz="4000" dirty="0"/>
          </a:p>
        </p:txBody>
      </p:sp>
      <p:sp>
        <p:nvSpPr>
          <p:cNvPr id="3" name="S11-card423"/>
          <p:cNvSpPr/>
          <p:nvPr/>
        </p:nvSpPr>
        <p:spPr>
          <a:xfrm>
            <a:off x="548640" y="4494276"/>
            <a:ext cx="11091672" cy="1723644"/>
          </a:xfrm>
          <a:prstGeom prst="roundRect">
            <a:avLst>
              <a:gd name="adj" fmla="val 6366"/>
            </a:avLst>
          </a:prstGeom>
          <a:solidFill>
            <a:srgbClr val="FDEBDD"/>
          </a:solidFill>
          <a:ln w="12700">
            <a:solidFill>
              <a:srgbClr val="FDEBDD"/>
            </a:solidFill>
            <a:prstDash val="solid"/>
          </a:ln>
        </p:spPr>
      </p:sp>
      <p:sp>
        <p:nvSpPr>
          <p:cNvPr id="4" name="S11-cardtext424"/>
          <p:cNvSpPr txBox="1"/>
          <p:nvPr/>
        </p:nvSpPr>
        <p:spPr>
          <a:xfrm>
            <a:off x="822960" y="4631436"/>
            <a:ext cx="10543032" cy="144932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① 더하기 기호는 어떤 곳을 나타내나요?</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② 공원은 학교의 어느 쪽에 있나요?</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③ 병원은 도서관의 어느 쪽에 있나요?</a:t>
            </a:r>
            <a:endParaRPr lang="ko-KR" sz="3000" dirty="0"/>
          </a:p>
        </p:txBody>
      </p:sp>
      <p:sp>
        <p:nvSpPr>
          <p:cNvPr id="5" name="S11-figure425" descr="햇살마을 그림지도(모눈 8×5칸, 위쪽이 북쪽). 남북으로 큰길. 큰길 서쪽에 학교, 학교 바로 북쪽에 공원, 학교 바로 서쪽 끝에 시장. 큰길 동쪽에 도서관(학교와 같은 줄), 도서관 바로 남쪽 아래 끝에 병원, 북동쪽 끝에 주민센터. 오른쪽에 방위표와 범례."/>
          <p:cNvSpPr/>
          <p:nvPr/>
        </p:nvSpPr>
        <p:spPr>
          <a:xfrm>
            <a:off x="2372639" y="3622853"/>
            <a:ext cx="551383" cy="551383"/>
          </a:xfrm>
          <a:custGeom>
            <a:avLst/>
            <a:gdLst/>
            <a:ahLst/>
            <a:cxnLst/>
            <a:rect l="l" t="t" r="r" b="b"/>
            <a:pathLst>
              <a:path w="551383" h="551383">
                <a:moveTo>
                  <a:pt x="0" y="551383"/>
                </a:moveTo>
                <a:lnTo>
                  <a:pt x="551383" y="551383"/>
                </a:lnTo>
                <a:lnTo>
                  <a:pt x="551383" y="0"/>
                </a:lnTo>
                <a:lnTo>
                  <a:pt x="0" y="0"/>
                </a:lnTo>
                <a:close/>
              </a:path>
            </a:pathLst>
          </a:custGeom>
          <a:solidFill>
            <a:srgbClr val="E5E7EB"/>
          </a:solidFill>
          <a:ln/>
        </p:spPr>
      </p:sp>
      <p:sp>
        <p:nvSpPr>
          <p:cNvPr id="6" name="S11-mark426"/>
          <p:cNvSpPr/>
          <p:nvPr/>
        </p:nvSpPr>
        <p:spPr>
          <a:xfrm>
            <a:off x="2372639" y="3071470"/>
            <a:ext cx="551383" cy="551383"/>
          </a:xfrm>
          <a:custGeom>
            <a:avLst/>
            <a:gdLst/>
            <a:ahLst/>
            <a:cxnLst/>
            <a:rect l="l" t="t" r="r" b="b"/>
            <a:pathLst>
              <a:path w="551383" h="551383">
                <a:moveTo>
                  <a:pt x="0" y="551383"/>
                </a:moveTo>
                <a:lnTo>
                  <a:pt x="551383" y="551383"/>
                </a:lnTo>
                <a:lnTo>
                  <a:pt x="551383" y="0"/>
                </a:lnTo>
                <a:lnTo>
                  <a:pt x="0" y="0"/>
                </a:lnTo>
                <a:close/>
              </a:path>
            </a:pathLst>
          </a:custGeom>
          <a:solidFill>
            <a:srgbClr val="E5E7EB"/>
          </a:solidFill>
          <a:ln/>
        </p:spPr>
      </p:sp>
      <p:sp>
        <p:nvSpPr>
          <p:cNvPr id="7" name="S11-mark427"/>
          <p:cNvSpPr/>
          <p:nvPr/>
        </p:nvSpPr>
        <p:spPr>
          <a:xfrm>
            <a:off x="2372639" y="2520086"/>
            <a:ext cx="551383" cy="551383"/>
          </a:xfrm>
          <a:custGeom>
            <a:avLst/>
            <a:gdLst/>
            <a:ahLst/>
            <a:cxnLst/>
            <a:rect l="l" t="t" r="r" b="b"/>
            <a:pathLst>
              <a:path w="551383" h="551383">
                <a:moveTo>
                  <a:pt x="0" y="551383"/>
                </a:moveTo>
                <a:lnTo>
                  <a:pt x="551383" y="551383"/>
                </a:lnTo>
                <a:lnTo>
                  <a:pt x="551383" y="0"/>
                </a:lnTo>
                <a:lnTo>
                  <a:pt x="0" y="0"/>
                </a:lnTo>
                <a:close/>
              </a:path>
            </a:pathLst>
          </a:custGeom>
          <a:solidFill>
            <a:srgbClr val="E5E7EB"/>
          </a:solidFill>
          <a:ln/>
        </p:spPr>
      </p:sp>
      <p:sp>
        <p:nvSpPr>
          <p:cNvPr id="8" name="S11-mark428"/>
          <p:cNvSpPr/>
          <p:nvPr/>
        </p:nvSpPr>
        <p:spPr>
          <a:xfrm>
            <a:off x="2372639" y="1968703"/>
            <a:ext cx="551383" cy="551383"/>
          </a:xfrm>
          <a:custGeom>
            <a:avLst/>
            <a:gdLst/>
            <a:ahLst/>
            <a:cxnLst/>
            <a:rect l="l" t="t" r="r" b="b"/>
            <a:pathLst>
              <a:path w="551383" h="551383">
                <a:moveTo>
                  <a:pt x="0" y="551383"/>
                </a:moveTo>
                <a:lnTo>
                  <a:pt x="551383" y="551383"/>
                </a:lnTo>
                <a:lnTo>
                  <a:pt x="551383" y="0"/>
                </a:lnTo>
                <a:lnTo>
                  <a:pt x="0" y="0"/>
                </a:lnTo>
                <a:close/>
              </a:path>
            </a:pathLst>
          </a:custGeom>
          <a:solidFill>
            <a:srgbClr val="E5E7EB"/>
          </a:solidFill>
          <a:ln/>
        </p:spPr>
      </p:sp>
      <p:sp>
        <p:nvSpPr>
          <p:cNvPr id="9" name="S11-mark429"/>
          <p:cNvSpPr/>
          <p:nvPr/>
        </p:nvSpPr>
        <p:spPr>
          <a:xfrm>
            <a:off x="2372639" y="1417320"/>
            <a:ext cx="551383" cy="551383"/>
          </a:xfrm>
          <a:custGeom>
            <a:avLst/>
            <a:gdLst/>
            <a:ahLst/>
            <a:cxnLst/>
            <a:rect l="l" t="t" r="r" b="b"/>
            <a:pathLst>
              <a:path w="551383" h="551383">
                <a:moveTo>
                  <a:pt x="0" y="551383"/>
                </a:moveTo>
                <a:lnTo>
                  <a:pt x="551383" y="551383"/>
                </a:lnTo>
                <a:lnTo>
                  <a:pt x="551383" y="0"/>
                </a:lnTo>
                <a:lnTo>
                  <a:pt x="0" y="0"/>
                </a:lnTo>
                <a:close/>
              </a:path>
            </a:pathLst>
          </a:custGeom>
          <a:solidFill>
            <a:srgbClr val="E5E7EB"/>
          </a:solidFill>
          <a:ln/>
        </p:spPr>
      </p:sp>
      <p:sp>
        <p:nvSpPr>
          <p:cNvPr id="10" name="S11-mark430"/>
          <p:cNvSpPr/>
          <p:nvPr/>
        </p:nvSpPr>
        <p:spPr>
          <a:xfrm>
            <a:off x="900446" y="2608308"/>
            <a:ext cx="187470" cy="143360"/>
          </a:xfrm>
          <a:custGeom>
            <a:avLst/>
            <a:gdLst/>
            <a:ahLst/>
            <a:cxnLst/>
            <a:rect l="l" t="t" r="r" b="b"/>
            <a:pathLst>
              <a:path w="187470" h="143360">
                <a:moveTo>
                  <a:pt x="187470" y="143360"/>
                </a:moveTo>
                <a:lnTo>
                  <a:pt x="174788" y="71680"/>
                </a:lnTo>
                <a:lnTo>
                  <a:pt x="140603" y="19298"/>
                </a:lnTo>
                <a:lnTo>
                  <a:pt x="93735" y="0"/>
                </a:lnTo>
                <a:lnTo>
                  <a:pt x="46868" y="19298"/>
                </a:lnTo>
                <a:lnTo>
                  <a:pt x="12682" y="71680"/>
                </a:lnTo>
                <a:lnTo>
                  <a:pt x="0" y="143360"/>
                </a:lnTo>
              </a:path>
            </a:pathLst>
          </a:custGeom>
          <a:noFill/>
          <a:ln w="25400">
            <a:solidFill>
              <a:srgbClr val="1F2937"/>
            </a:solidFill>
            <a:prstDash val="solid"/>
          </a:ln>
        </p:spPr>
      </p:sp>
      <p:sp>
        <p:nvSpPr>
          <p:cNvPr id="11" name="S11-mark431"/>
          <p:cNvSpPr/>
          <p:nvPr/>
        </p:nvSpPr>
        <p:spPr>
          <a:xfrm>
            <a:off x="812225" y="2751667"/>
            <a:ext cx="363913" cy="242609"/>
          </a:xfrm>
          <a:custGeom>
            <a:avLst/>
            <a:gdLst/>
            <a:ahLst/>
            <a:cxnLst/>
            <a:rect l="l" t="t" r="r" b="b"/>
            <a:pathLst>
              <a:path w="363913" h="242609">
                <a:moveTo>
                  <a:pt x="0" y="0"/>
                </a:moveTo>
                <a:lnTo>
                  <a:pt x="363913" y="0"/>
                </a:lnTo>
                <a:lnTo>
                  <a:pt x="319802" y="242609"/>
                </a:lnTo>
                <a:lnTo>
                  <a:pt x="44111" y="242609"/>
                </a:lnTo>
                <a:close/>
              </a:path>
            </a:pathLst>
          </a:custGeom>
          <a:solidFill>
            <a:srgbClr val="F2C14E"/>
          </a:solidFill>
          <a:ln w="15875">
            <a:solidFill>
              <a:srgbClr val="1F2937"/>
            </a:solidFill>
            <a:prstDash val="solid"/>
          </a:ln>
        </p:spPr>
      </p:sp>
      <p:sp>
        <p:nvSpPr>
          <p:cNvPr id="12" name="S11-mark432"/>
          <p:cNvSpPr/>
          <p:nvPr/>
        </p:nvSpPr>
        <p:spPr>
          <a:xfrm>
            <a:off x="1975643" y="2597280"/>
            <a:ext cx="297747" cy="176443"/>
          </a:xfrm>
          <a:custGeom>
            <a:avLst/>
            <a:gdLst/>
            <a:ahLst/>
            <a:cxnLst/>
            <a:rect l="l" t="t" r="r" b="b"/>
            <a:pathLst>
              <a:path w="297747" h="176443">
                <a:moveTo>
                  <a:pt x="0" y="0"/>
                </a:moveTo>
                <a:lnTo>
                  <a:pt x="297747" y="88221"/>
                </a:lnTo>
                <a:lnTo>
                  <a:pt x="0" y="176443"/>
                </a:lnTo>
                <a:close/>
              </a:path>
            </a:pathLst>
          </a:custGeom>
          <a:solidFill>
            <a:srgbClr val="E9762B"/>
          </a:solidFill>
          <a:ln w="15875">
            <a:solidFill>
              <a:srgbClr val="1F2937"/>
            </a:solidFill>
            <a:prstDash val="solid"/>
          </a:ln>
        </p:spPr>
      </p:sp>
      <p:sp>
        <p:nvSpPr>
          <p:cNvPr id="13" name="S11-mark433"/>
          <p:cNvSpPr/>
          <p:nvPr/>
        </p:nvSpPr>
        <p:spPr>
          <a:xfrm>
            <a:off x="2058351" y="2310561"/>
            <a:ext cx="77194" cy="143360"/>
          </a:xfrm>
          <a:custGeom>
            <a:avLst/>
            <a:gdLst/>
            <a:ahLst/>
            <a:cxnLst/>
            <a:rect l="l" t="t" r="r" b="b"/>
            <a:pathLst>
              <a:path w="77194" h="143360">
                <a:moveTo>
                  <a:pt x="0" y="143360"/>
                </a:moveTo>
                <a:lnTo>
                  <a:pt x="77194" y="143360"/>
                </a:lnTo>
                <a:lnTo>
                  <a:pt x="77194" y="0"/>
                </a:lnTo>
                <a:lnTo>
                  <a:pt x="0" y="0"/>
                </a:lnTo>
                <a:close/>
              </a:path>
            </a:pathLst>
          </a:custGeom>
          <a:solidFill>
            <a:srgbClr val="8B5A2B"/>
          </a:solidFill>
          <a:ln w="12700">
            <a:solidFill>
              <a:srgbClr val="1F2937"/>
            </a:solidFill>
            <a:prstDash val="solid"/>
          </a:ln>
        </p:spPr>
      </p:sp>
      <p:sp>
        <p:nvSpPr>
          <p:cNvPr id="14" name="S11-mark434"/>
          <p:cNvSpPr/>
          <p:nvPr/>
        </p:nvSpPr>
        <p:spPr>
          <a:xfrm>
            <a:off x="1920505" y="2023842"/>
            <a:ext cx="352885" cy="286719"/>
          </a:xfrm>
          <a:custGeom>
            <a:avLst/>
            <a:gdLst/>
            <a:ahLst/>
            <a:cxnLst/>
            <a:rect l="l" t="t" r="r" b="b"/>
            <a:pathLst>
              <a:path w="352885" h="286719">
                <a:moveTo>
                  <a:pt x="0" y="286719"/>
                </a:moveTo>
                <a:lnTo>
                  <a:pt x="352885" y="286719"/>
                </a:lnTo>
                <a:lnTo>
                  <a:pt x="176443" y="0"/>
                </a:lnTo>
                <a:close/>
              </a:path>
            </a:pathLst>
          </a:custGeom>
          <a:solidFill>
            <a:srgbClr val="2A9D8F"/>
          </a:solidFill>
          <a:ln w="15875">
            <a:solidFill>
              <a:srgbClr val="1F2937"/>
            </a:solidFill>
            <a:prstDash val="solid"/>
          </a:ln>
        </p:spPr>
      </p:sp>
      <p:sp>
        <p:nvSpPr>
          <p:cNvPr id="15" name="S11-mark435"/>
          <p:cNvSpPr/>
          <p:nvPr/>
        </p:nvSpPr>
        <p:spPr>
          <a:xfrm>
            <a:off x="3552599" y="2619335"/>
            <a:ext cx="198498" cy="341858"/>
          </a:xfrm>
          <a:custGeom>
            <a:avLst/>
            <a:gdLst/>
            <a:ahLst/>
            <a:cxnLst/>
            <a:rect l="l" t="t" r="r" b="b"/>
            <a:pathLst>
              <a:path w="198498" h="341858">
                <a:moveTo>
                  <a:pt x="0" y="297747"/>
                </a:moveTo>
                <a:lnTo>
                  <a:pt x="198498" y="341858"/>
                </a:lnTo>
                <a:lnTo>
                  <a:pt x="198498" y="44111"/>
                </a:lnTo>
                <a:lnTo>
                  <a:pt x="0" y="0"/>
                </a:lnTo>
                <a:close/>
              </a:path>
            </a:pathLst>
          </a:custGeom>
          <a:solidFill>
            <a:srgbClr val="3D5A80"/>
          </a:solidFill>
          <a:ln w="15875">
            <a:solidFill>
              <a:srgbClr val="1F2937"/>
            </a:solidFill>
            <a:prstDash val="solid"/>
          </a:ln>
        </p:spPr>
      </p:sp>
      <p:sp>
        <p:nvSpPr>
          <p:cNvPr id="16" name="S11-mark436"/>
          <p:cNvSpPr/>
          <p:nvPr/>
        </p:nvSpPr>
        <p:spPr>
          <a:xfrm>
            <a:off x="3751097" y="2619335"/>
            <a:ext cx="198498" cy="341858"/>
          </a:xfrm>
          <a:custGeom>
            <a:avLst/>
            <a:gdLst/>
            <a:ahLst/>
            <a:cxnLst/>
            <a:rect l="l" t="t" r="r" b="b"/>
            <a:pathLst>
              <a:path w="198498" h="341858">
                <a:moveTo>
                  <a:pt x="198498" y="297747"/>
                </a:moveTo>
                <a:lnTo>
                  <a:pt x="0" y="341858"/>
                </a:lnTo>
                <a:lnTo>
                  <a:pt x="0" y="44111"/>
                </a:lnTo>
                <a:lnTo>
                  <a:pt x="198498" y="0"/>
                </a:lnTo>
                <a:close/>
              </a:path>
            </a:pathLst>
          </a:custGeom>
          <a:solidFill>
            <a:srgbClr val="3D5A80"/>
          </a:solidFill>
          <a:ln w="15875">
            <a:solidFill>
              <a:srgbClr val="1F2937"/>
            </a:solidFill>
            <a:prstDash val="solid"/>
          </a:ln>
        </p:spPr>
      </p:sp>
      <p:sp>
        <p:nvSpPr>
          <p:cNvPr id="17" name="S11-mark437"/>
          <p:cNvSpPr/>
          <p:nvPr/>
        </p:nvSpPr>
        <p:spPr>
          <a:xfrm>
            <a:off x="3569141" y="3716588"/>
            <a:ext cx="363913" cy="363913"/>
          </a:xfrm>
          <a:custGeom>
            <a:avLst/>
            <a:gdLst/>
            <a:ahLst/>
            <a:cxnLst/>
            <a:rect l="l" t="t" r="r" b="b"/>
            <a:pathLst>
              <a:path w="363913" h="363913">
                <a:moveTo>
                  <a:pt x="126818" y="363913"/>
                </a:moveTo>
                <a:lnTo>
                  <a:pt x="237095" y="363913"/>
                </a:lnTo>
                <a:lnTo>
                  <a:pt x="237095" y="237095"/>
                </a:lnTo>
                <a:lnTo>
                  <a:pt x="363913" y="237095"/>
                </a:lnTo>
                <a:lnTo>
                  <a:pt x="363913" y="126818"/>
                </a:lnTo>
                <a:lnTo>
                  <a:pt x="237095" y="126818"/>
                </a:lnTo>
                <a:lnTo>
                  <a:pt x="237095" y="0"/>
                </a:lnTo>
                <a:lnTo>
                  <a:pt x="126818" y="0"/>
                </a:lnTo>
                <a:lnTo>
                  <a:pt x="126818" y="126818"/>
                </a:lnTo>
                <a:lnTo>
                  <a:pt x="0" y="126818"/>
                </a:lnTo>
                <a:lnTo>
                  <a:pt x="0" y="237095"/>
                </a:lnTo>
                <a:lnTo>
                  <a:pt x="126818" y="237095"/>
                </a:lnTo>
                <a:close/>
              </a:path>
            </a:pathLst>
          </a:custGeom>
          <a:solidFill>
            <a:srgbClr val="C8434E"/>
          </a:solidFill>
          <a:ln w="12700">
            <a:solidFill>
              <a:srgbClr val="1F2937"/>
            </a:solidFill>
            <a:prstDash val="solid"/>
          </a:ln>
        </p:spPr>
      </p:sp>
      <p:sp>
        <p:nvSpPr>
          <p:cNvPr id="18" name="S11-mark438"/>
          <p:cNvSpPr/>
          <p:nvPr/>
        </p:nvSpPr>
        <p:spPr>
          <a:xfrm>
            <a:off x="718490" y="1417320"/>
            <a:ext cx="4411066" cy="2756916"/>
          </a:xfrm>
          <a:custGeom>
            <a:avLst/>
            <a:gdLst/>
            <a:ahLst/>
            <a:cxnLst/>
            <a:rect l="l" t="t" r="r" b="b"/>
            <a:pathLst>
              <a:path w="4411066" h="2756916">
                <a:moveTo>
                  <a:pt x="0" y="2756916"/>
                </a:moveTo>
                <a:lnTo>
                  <a:pt x="4411066" y="2756916"/>
                </a:lnTo>
                <a:lnTo>
                  <a:pt x="4411066" y="0"/>
                </a:lnTo>
                <a:lnTo>
                  <a:pt x="0" y="0"/>
                </a:lnTo>
                <a:close/>
              </a:path>
            </a:pathLst>
          </a:custGeom>
          <a:noFill/>
          <a:ln w="19050">
            <a:solidFill>
              <a:srgbClr val="1F2937"/>
            </a:solidFill>
            <a:prstDash val="solid"/>
          </a:ln>
        </p:spPr>
      </p:sp>
      <p:sp>
        <p:nvSpPr>
          <p:cNvPr id="19" name="S11-mark439"/>
          <p:cNvSpPr/>
          <p:nvPr/>
        </p:nvSpPr>
        <p:spPr>
          <a:xfrm>
            <a:off x="7279950" y="1417320"/>
            <a:ext cx="4190512" cy="1984980"/>
          </a:xfrm>
          <a:custGeom>
            <a:avLst/>
            <a:gdLst/>
            <a:ahLst/>
            <a:cxnLst/>
            <a:rect l="l" t="t" r="r" b="b"/>
            <a:pathLst>
              <a:path w="4190512" h="1984980">
                <a:moveTo>
                  <a:pt x="0" y="1984980"/>
                </a:moveTo>
                <a:lnTo>
                  <a:pt x="4190512" y="1984980"/>
                </a:lnTo>
                <a:lnTo>
                  <a:pt x="4190512" y="0"/>
                </a:lnTo>
                <a:lnTo>
                  <a:pt x="0" y="0"/>
                </a:lnTo>
                <a:close/>
              </a:path>
            </a:pathLst>
          </a:custGeom>
          <a:solidFill>
            <a:srgbClr val="FFFFFF"/>
          </a:solidFill>
          <a:ln w="15875">
            <a:solidFill>
              <a:srgbClr val="1F2937"/>
            </a:solidFill>
            <a:prstDash val="solid"/>
          </a:ln>
        </p:spPr>
      </p:sp>
      <p:sp>
        <p:nvSpPr>
          <p:cNvPr id="20" name="S11-mark440"/>
          <p:cNvSpPr/>
          <p:nvPr/>
        </p:nvSpPr>
        <p:spPr>
          <a:xfrm>
            <a:off x="7279950" y="1417320"/>
            <a:ext cx="4190512" cy="413537"/>
          </a:xfrm>
          <a:custGeom>
            <a:avLst/>
            <a:gdLst/>
            <a:ahLst/>
            <a:cxnLst/>
            <a:rect l="l" t="t" r="r" b="b"/>
            <a:pathLst>
              <a:path w="4190512" h="413537">
                <a:moveTo>
                  <a:pt x="0" y="413537"/>
                </a:moveTo>
                <a:lnTo>
                  <a:pt x="4190512" y="413537"/>
                </a:lnTo>
                <a:lnTo>
                  <a:pt x="4190512" y="0"/>
                </a:lnTo>
                <a:lnTo>
                  <a:pt x="0" y="0"/>
                </a:lnTo>
                <a:close/>
              </a:path>
            </a:pathLst>
          </a:custGeom>
          <a:solidFill>
            <a:srgbClr val="EAF3F1"/>
          </a:solidFill>
          <a:ln w="15875">
            <a:solidFill>
              <a:srgbClr val="1F2937"/>
            </a:solidFill>
            <a:prstDash val="solid"/>
          </a:ln>
        </p:spPr>
      </p:sp>
      <p:sp>
        <p:nvSpPr>
          <p:cNvPr id="21" name="S11-mark441"/>
          <p:cNvSpPr/>
          <p:nvPr/>
        </p:nvSpPr>
        <p:spPr>
          <a:xfrm>
            <a:off x="7584313" y="1861735"/>
            <a:ext cx="267972" cy="158798"/>
          </a:xfrm>
          <a:custGeom>
            <a:avLst/>
            <a:gdLst/>
            <a:ahLst/>
            <a:cxnLst/>
            <a:rect l="l" t="t" r="r" b="b"/>
            <a:pathLst>
              <a:path w="267972" h="158798">
                <a:moveTo>
                  <a:pt x="0" y="0"/>
                </a:moveTo>
                <a:lnTo>
                  <a:pt x="267972" y="79399"/>
                </a:lnTo>
                <a:lnTo>
                  <a:pt x="0" y="158798"/>
                </a:lnTo>
                <a:close/>
              </a:path>
            </a:pathLst>
          </a:custGeom>
          <a:solidFill>
            <a:srgbClr val="E9762B"/>
          </a:solidFill>
          <a:ln w="15875">
            <a:solidFill>
              <a:srgbClr val="1F2937"/>
            </a:solidFill>
            <a:prstDash val="solid"/>
          </a:ln>
        </p:spPr>
      </p:sp>
      <p:sp>
        <p:nvSpPr>
          <p:cNvPr id="22" name="S11-mark442"/>
          <p:cNvSpPr/>
          <p:nvPr/>
        </p:nvSpPr>
        <p:spPr>
          <a:xfrm>
            <a:off x="9624983" y="1876622"/>
            <a:ext cx="327522" cy="327522"/>
          </a:xfrm>
          <a:custGeom>
            <a:avLst/>
            <a:gdLst/>
            <a:ahLst/>
            <a:cxnLst/>
            <a:rect l="l" t="t" r="r" b="b"/>
            <a:pathLst>
              <a:path w="327522" h="327522">
                <a:moveTo>
                  <a:pt x="114136" y="327522"/>
                </a:moveTo>
                <a:lnTo>
                  <a:pt x="213385" y="327522"/>
                </a:lnTo>
                <a:lnTo>
                  <a:pt x="213385" y="213385"/>
                </a:lnTo>
                <a:lnTo>
                  <a:pt x="327522" y="213385"/>
                </a:lnTo>
                <a:lnTo>
                  <a:pt x="327522" y="114136"/>
                </a:lnTo>
                <a:lnTo>
                  <a:pt x="213385" y="114136"/>
                </a:lnTo>
                <a:lnTo>
                  <a:pt x="213385" y="0"/>
                </a:lnTo>
                <a:lnTo>
                  <a:pt x="114136" y="0"/>
                </a:lnTo>
                <a:lnTo>
                  <a:pt x="114136" y="114136"/>
                </a:lnTo>
                <a:lnTo>
                  <a:pt x="0" y="114136"/>
                </a:lnTo>
                <a:lnTo>
                  <a:pt x="0" y="213385"/>
                </a:lnTo>
                <a:lnTo>
                  <a:pt x="114136" y="213385"/>
                </a:lnTo>
                <a:close/>
              </a:path>
            </a:pathLst>
          </a:custGeom>
          <a:solidFill>
            <a:srgbClr val="C8434E"/>
          </a:solidFill>
          <a:ln w="12700">
            <a:solidFill>
              <a:srgbClr val="1F2937"/>
            </a:solidFill>
            <a:prstDash val="solid"/>
          </a:ln>
        </p:spPr>
      </p:sp>
      <p:sp>
        <p:nvSpPr>
          <p:cNvPr id="23" name="S11-mark443"/>
          <p:cNvSpPr/>
          <p:nvPr/>
        </p:nvSpPr>
        <p:spPr>
          <a:xfrm>
            <a:off x="7658750" y="2596177"/>
            <a:ext cx="69474" cy="129024"/>
          </a:xfrm>
          <a:custGeom>
            <a:avLst/>
            <a:gdLst/>
            <a:ahLst/>
            <a:cxnLst/>
            <a:rect l="l" t="t" r="r" b="b"/>
            <a:pathLst>
              <a:path w="69474" h="129024">
                <a:moveTo>
                  <a:pt x="0" y="129024"/>
                </a:moveTo>
                <a:lnTo>
                  <a:pt x="69474" y="129024"/>
                </a:lnTo>
                <a:lnTo>
                  <a:pt x="69474" y="0"/>
                </a:lnTo>
                <a:lnTo>
                  <a:pt x="0" y="0"/>
                </a:lnTo>
                <a:close/>
              </a:path>
            </a:pathLst>
          </a:custGeom>
          <a:solidFill>
            <a:srgbClr val="8B5A2B"/>
          </a:solidFill>
          <a:ln w="12700">
            <a:solidFill>
              <a:srgbClr val="1F2937"/>
            </a:solidFill>
            <a:prstDash val="solid"/>
          </a:ln>
        </p:spPr>
      </p:sp>
      <p:sp>
        <p:nvSpPr>
          <p:cNvPr id="24" name="S11-mark444"/>
          <p:cNvSpPr/>
          <p:nvPr/>
        </p:nvSpPr>
        <p:spPr>
          <a:xfrm>
            <a:off x="7534689" y="2338130"/>
            <a:ext cx="317597" cy="258047"/>
          </a:xfrm>
          <a:custGeom>
            <a:avLst/>
            <a:gdLst/>
            <a:ahLst/>
            <a:cxnLst/>
            <a:rect l="l" t="t" r="r" b="b"/>
            <a:pathLst>
              <a:path w="317597" h="258047">
                <a:moveTo>
                  <a:pt x="0" y="258047"/>
                </a:moveTo>
                <a:lnTo>
                  <a:pt x="317597" y="258047"/>
                </a:lnTo>
                <a:lnTo>
                  <a:pt x="158798" y="0"/>
                </a:lnTo>
                <a:close/>
              </a:path>
            </a:pathLst>
          </a:custGeom>
          <a:solidFill>
            <a:srgbClr val="2A9D8F"/>
          </a:solidFill>
          <a:ln w="15875">
            <a:solidFill>
              <a:srgbClr val="1F2937"/>
            </a:solidFill>
            <a:prstDash val="solid"/>
          </a:ln>
        </p:spPr>
      </p:sp>
      <p:sp>
        <p:nvSpPr>
          <p:cNvPr id="25" name="S11-mark445"/>
          <p:cNvSpPr/>
          <p:nvPr/>
        </p:nvSpPr>
        <p:spPr>
          <a:xfrm>
            <a:off x="9610095" y="2377830"/>
            <a:ext cx="178648" cy="307672"/>
          </a:xfrm>
          <a:custGeom>
            <a:avLst/>
            <a:gdLst/>
            <a:ahLst/>
            <a:cxnLst/>
            <a:rect l="l" t="t" r="r" b="b"/>
            <a:pathLst>
              <a:path w="178648" h="307672">
                <a:moveTo>
                  <a:pt x="0" y="267972"/>
                </a:moveTo>
                <a:lnTo>
                  <a:pt x="178648" y="307672"/>
                </a:lnTo>
                <a:lnTo>
                  <a:pt x="178648" y="39700"/>
                </a:lnTo>
                <a:lnTo>
                  <a:pt x="0" y="0"/>
                </a:lnTo>
                <a:close/>
              </a:path>
            </a:pathLst>
          </a:custGeom>
          <a:solidFill>
            <a:srgbClr val="3D5A80"/>
          </a:solidFill>
          <a:ln w="15875">
            <a:solidFill>
              <a:srgbClr val="1F2937"/>
            </a:solidFill>
            <a:prstDash val="solid"/>
          </a:ln>
        </p:spPr>
      </p:sp>
      <p:sp>
        <p:nvSpPr>
          <p:cNvPr id="26" name="S11-mark446"/>
          <p:cNvSpPr/>
          <p:nvPr/>
        </p:nvSpPr>
        <p:spPr>
          <a:xfrm>
            <a:off x="9788743" y="2377830"/>
            <a:ext cx="178648" cy="307672"/>
          </a:xfrm>
          <a:custGeom>
            <a:avLst/>
            <a:gdLst/>
            <a:ahLst/>
            <a:cxnLst/>
            <a:rect l="l" t="t" r="r" b="b"/>
            <a:pathLst>
              <a:path w="178648" h="307672">
                <a:moveTo>
                  <a:pt x="178648" y="267972"/>
                </a:moveTo>
                <a:lnTo>
                  <a:pt x="0" y="307672"/>
                </a:lnTo>
                <a:lnTo>
                  <a:pt x="0" y="39700"/>
                </a:lnTo>
                <a:lnTo>
                  <a:pt x="178648" y="0"/>
                </a:lnTo>
                <a:close/>
              </a:path>
            </a:pathLst>
          </a:custGeom>
          <a:solidFill>
            <a:srgbClr val="3D5A80"/>
          </a:solidFill>
          <a:ln w="15875">
            <a:solidFill>
              <a:srgbClr val="1F2937"/>
            </a:solidFill>
            <a:prstDash val="solid"/>
          </a:ln>
        </p:spPr>
      </p:sp>
      <p:sp>
        <p:nvSpPr>
          <p:cNvPr id="27" name="S11-mark447"/>
          <p:cNvSpPr/>
          <p:nvPr/>
        </p:nvSpPr>
        <p:spPr>
          <a:xfrm>
            <a:off x="9704382" y="2864150"/>
            <a:ext cx="168723" cy="129024"/>
          </a:xfrm>
          <a:custGeom>
            <a:avLst/>
            <a:gdLst/>
            <a:ahLst/>
            <a:cxnLst/>
            <a:rect l="l" t="t" r="r" b="b"/>
            <a:pathLst>
              <a:path w="168723" h="129024">
                <a:moveTo>
                  <a:pt x="168723" y="129024"/>
                </a:moveTo>
                <a:lnTo>
                  <a:pt x="157696" y="64512"/>
                </a:lnTo>
                <a:lnTo>
                  <a:pt x="126267" y="17093"/>
                </a:lnTo>
                <a:lnTo>
                  <a:pt x="84362" y="0"/>
                </a:lnTo>
                <a:lnTo>
                  <a:pt x="41905" y="17093"/>
                </a:lnTo>
                <a:lnTo>
                  <a:pt x="11028" y="64512"/>
                </a:lnTo>
                <a:lnTo>
                  <a:pt x="0" y="129024"/>
                </a:lnTo>
              </a:path>
            </a:pathLst>
          </a:custGeom>
          <a:noFill/>
          <a:ln w="25400">
            <a:solidFill>
              <a:srgbClr val="1F2937"/>
            </a:solidFill>
            <a:prstDash val="solid"/>
          </a:ln>
        </p:spPr>
      </p:sp>
      <p:sp>
        <p:nvSpPr>
          <p:cNvPr id="28" name="S11-mark448"/>
          <p:cNvSpPr/>
          <p:nvPr/>
        </p:nvSpPr>
        <p:spPr>
          <a:xfrm>
            <a:off x="9624983" y="2993173"/>
            <a:ext cx="327522" cy="218348"/>
          </a:xfrm>
          <a:custGeom>
            <a:avLst/>
            <a:gdLst/>
            <a:ahLst/>
            <a:cxnLst/>
            <a:rect l="l" t="t" r="r" b="b"/>
            <a:pathLst>
              <a:path w="327522" h="218348">
                <a:moveTo>
                  <a:pt x="0" y="0"/>
                </a:moveTo>
                <a:lnTo>
                  <a:pt x="327522" y="0"/>
                </a:lnTo>
                <a:lnTo>
                  <a:pt x="287822" y="218348"/>
                </a:lnTo>
                <a:lnTo>
                  <a:pt x="39700" y="218348"/>
                </a:lnTo>
                <a:close/>
              </a:path>
            </a:pathLst>
          </a:custGeom>
          <a:solidFill>
            <a:srgbClr val="F2C14E"/>
          </a:solidFill>
          <a:ln w="15875">
            <a:solidFill>
              <a:srgbClr val="1F2937"/>
            </a:solidFill>
            <a:prstDash val="solid"/>
          </a:ln>
        </p:spPr>
      </p:sp>
      <p:sp>
        <p:nvSpPr>
          <p:cNvPr id="29" name="S11-mark449"/>
          <p:cNvSpPr/>
          <p:nvPr/>
        </p:nvSpPr>
        <p:spPr>
          <a:xfrm>
            <a:off x="4120524" y="1511055"/>
            <a:ext cx="363913" cy="363913"/>
          </a:xfrm>
          <a:prstGeom prst="ellipse">
            <a:avLst/>
          </a:prstGeom>
          <a:solidFill>
            <a:srgbClr val="FFFFFF"/>
          </a:solidFill>
          <a:ln w="25400">
            <a:solidFill>
              <a:srgbClr val="1F2937"/>
            </a:solidFill>
            <a:prstDash val="solid"/>
          </a:ln>
        </p:spPr>
      </p:sp>
      <p:sp>
        <p:nvSpPr>
          <p:cNvPr id="30" name="S11-mark450"/>
          <p:cNvSpPr/>
          <p:nvPr/>
        </p:nvSpPr>
        <p:spPr>
          <a:xfrm>
            <a:off x="4225287" y="1615818"/>
            <a:ext cx="154387" cy="154387"/>
          </a:xfrm>
          <a:prstGeom prst="ellipse">
            <a:avLst/>
          </a:prstGeom>
          <a:solidFill>
            <a:srgbClr val="264653"/>
          </a:solidFill>
          <a:ln w="12700">
            <a:solidFill>
              <a:srgbClr val="1F2937"/>
            </a:solidFill>
            <a:prstDash val="solid"/>
          </a:ln>
        </p:spPr>
      </p:sp>
      <p:sp>
        <p:nvSpPr>
          <p:cNvPr id="31" name="S11-mark451"/>
          <p:cNvSpPr/>
          <p:nvPr/>
        </p:nvSpPr>
        <p:spPr>
          <a:xfrm>
            <a:off x="7529726" y="2869112"/>
            <a:ext cx="327522" cy="327522"/>
          </a:xfrm>
          <a:prstGeom prst="ellipse">
            <a:avLst/>
          </a:prstGeom>
          <a:solidFill>
            <a:srgbClr val="FFFFFF"/>
          </a:solidFill>
          <a:ln w="25400">
            <a:solidFill>
              <a:srgbClr val="1F2937"/>
            </a:solidFill>
            <a:prstDash val="solid"/>
          </a:ln>
        </p:spPr>
      </p:sp>
      <p:sp>
        <p:nvSpPr>
          <p:cNvPr id="32" name="S11-mark452"/>
          <p:cNvSpPr/>
          <p:nvPr/>
        </p:nvSpPr>
        <p:spPr>
          <a:xfrm>
            <a:off x="7624013" y="2963398"/>
            <a:ext cx="138949" cy="138949"/>
          </a:xfrm>
          <a:prstGeom prst="ellipse">
            <a:avLst/>
          </a:prstGeom>
          <a:solidFill>
            <a:srgbClr val="264653"/>
          </a:solidFill>
          <a:ln w="12700">
            <a:solidFill>
              <a:srgbClr val="1F2937"/>
            </a:solidFill>
            <a:prstDash val="solid"/>
          </a:ln>
        </p:spPr>
      </p:sp>
      <p:sp>
        <p:nvSpPr>
          <p:cNvPr id="33" name="S11-mark453"/>
          <p:cNvSpPr/>
          <p:nvPr/>
        </p:nvSpPr>
        <p:spPr>
          <a:xfrm flipV="1">
            <a:off x="1975643" y="2597280"/>
            <a:ext cx="0" cy="396996"/>
          </a:xfrm>
          <a:prstGeom prst="line">
            <a:avLst/>
          </a:prstGeom>
          <a:noFill/>
          <a:ln w="28575">
            <a:solidFill>
              <a:srgbClr val="1F2937"/>
            </a:solidFill>
            <a:prstDash val="solid"/>
          </a:ln>
        </p:spPr>
      </p:sp>
      <p:sp>
        <p:nvSpPr>
          <p:cNvPr id="34" name="S11-mark454"/>
          <p:cNvSpPr/>
          <p:nvPr/>
        </p:nvSpPr>
        <p:spPr>
          <a:xfrm flipV="1">
            <a:off x="718490" y="1417320"/>
            <a:ext cx="0" cy="2756916"/>
          </a:xfrm>
          <a:prstGeom prst="line">
            <a:avLst/>
          </a:prstGeom>
          <a:noFill/>
          <a:ln w="9525">
            <a:solidFill>
              <a:srgbClr val="B8C2CC"/>
            </a:solidFill>
            <a:prstDash val="solid"/>
          </a:ln>
        </p:spPr>
      </p:sp>
      <p:sp>
        <p:nvSpPr>
          <p:cNvPr id="35" name="S11-mark455"/>
          <p:cNvSpPr/>
          <p:nvPr/>
        </p:nvSpPr>
        <p:spPr>
          <a:xfrm flipV="1">
            <a:off x="1269873" y="1417320"/>
            <a:ext cx="0" cy="2756916"/>
          </a:xfrm>
          <a:prstGeom prst="line">
            <a:avLst/>
          </a:prstGeom>
          <a:noFill/>
          <a:ln w="9525">
            <a:solidFill>
              <a:srgbClr val="B8C2CC"/>
            </a:solidFill>
            <a:prstDash val="solid"/>
          </a:ln>
        </p:spPr>
      </p:sp>
      <p:sp>
        <p:nvSpPr>
          <p:cNvPr id="36" name="S11-mark456"/>
          <p:cNvSpPr/>
          <p:nvPr/>
        </p:nvSpPr>
        <p:spPr>
          <a:xfrm flipV="1">
            <a:off x="1821256" y="1417320"/>
            <a:ext cx="0" cy="2756916"/>
          </a:xfrm>
          <a:prstGeom prst="line">
            <a:avLst/>
          </a:prstGeom>
          <a:noFill/>
          <a:ln w="9525">
            <a:solidFill>
              <a:srgbClr val="B8C2CC"/>
            </a:solidFill>
            <a:prstDash val="solid"/>
          </a:ln>
        </p:spPr>
      </p:sp>
      <p:sp>
        <p:nvSpPr>
          <p:cNvPr id="37" name="S11-mark457"/>
          <p:cNvSpPr/>
          <p:nvPr/>
        </p:nvSpPr>
        <p:spPr>
          <a:xfrm flipV="1">
            <a:off x="2372639" y="1417320"/>
            <a:ext cx="0" cy="2756916"/>
          </a:xfrm>
          <a:prstGeom prst="line">
            <a:avLst/>
          </a:prstGeom>
          <a:noFill/>
          <a:ln w="9525">
            <a:solidFill>
              <a:srgbClr val="B8C2CC"/>
            </a:solidFill>
            <a:prstDash val="solid"/>
          </a:ln>
        </p:spPr>
      </p:sp>
      <p:sp>
        <p:nvSpPr>
          <p:cNvPr id="38" name="S11-mark458"/>
          <p:cNvSpPr/>
          <p:nvPr/>
        </p:nvSpPr>
        <p:spPr>
          <a:xfrm flipV="1">
            <a:off x="2924023" y="1417320"/>
            <a:ext cx="0" cy="2756916"/>
          </a:xfrm>
          <a:prstGeom prst="line">
            <a:avLst/>
          </a:prstGeom>
          <a:noFill/>
          <a:ln w="9525">
            <a:solidFill>
              <a:srgbClr val="B8C2CC"/>
            </a:solidFill>
            <a:prstDash val="solid"/>
          </a:ln>
        </p:spPr>
      </p:sp>
      <p:sp>
        <p:nvSpPr>
          <p:cNvPr id="39" name="S11-mark459"/>
          <p:cNvSpPr/>
          <p:nvPr/>
        </p:nvSpPr>
        <p:spPr>
          <a:xfrm flipV="1">
            <a:off x="3475406" y="1417320"/>
            <a:ext cx="0" cy="2756916"/>
          </a:xfrm>
          <a:prstGeom prst="line">
            <a:avLst/>
          </a:prstGeom>
          <a:noFill/>
          <a:ln w="9525">
            <a:solidFill>
              <a:srgbClr val="B8C2CC"/>
            </a:solidFill>
            <a:prstDash val="solid"/>
          </a:ln>
        </p:spPr>
      </p:sp>
      <p:sp>
        <p:nvSpPr>
          <p:cNvPr id="40" name="S11-mark460"/>
          <p:cNvSpPr/>
          <p:nvPr/>
        </p:nvSpPr>
        <p:spPr>
          <a:xfrm flipV="1">
            <a:off x="4026789" y="1417320"/>
            <a:ext cx="0" cy="2756916"/>
          </a:xfrm>
          <a:prstGeom prst="line">
            <a:avLst/>
          </a:prstGeom>
          <a:noFill/>
          <a:ln w="9525">
            <a:solidFill>
              <a:srgbClr val="B8C2CC"/>
            </a:solidFill>
            <a:prstDash val="solid"/>
          </a:ln>
        </p:spPr>
      </p:sp>
      <p:sp>
        <p:nvSpPr>
          <p:cNvPr id="41" name="S11-mark461"/>
          <p:cNvSpPr/>
          <p:nvPr/>
        </p:nvSpPr>
        <p:spPr>
          <a:xfrm flipV="1">
            <a:off x="4578172" y="1417320"/>
            <a:ext cx="0" cy="2756916"/>
          </a:xfrm>
          <a:prstGeom prst="line">
            <a:avLst/>
          </a:prstGeom>
          <a:noFill/>
          <a:ln w="9525">
            <a:solidFill>
              <a:srgbClr val="B8C2CC"/>
            </a:solidFill>
            <a:prstDash val="solid"/>
          </a:ln>
        </p:spPr>
      </p:sp>
      <p:sp>
        <p:nvSpPr>
          <p:cNvPr id="42" name="S11-mark462"/>
          <p:cNvSpPr/>
          <p:nvPr/>
        </p:nvSpPr>
        <p:spPr>
          <a:xfrm flipV="1">
            <a:off x="5129555" y="1417320"/>
            <a:ext cx="0" cy="2756916"/>
          </a:xfrm>
          <a:prstGeom prst="line">
            <a:avLst/>
          </a:prstGeom>
          <a:noFill/>
          <a:ln w="9525">
            <a:solidFill>
              <a:srgbClr val="B8C2CC"/>
            </a:solidFill>
            <a:prstDash val="solid"/>
          </a:ln>
        </p:spPr>
      </p:sp>
      <p:sp>
        <p:nvSpPr>
          <p:cNvPr id="43" name="S11-mark463"/>
          <p:cNvSpPr/>
          <p:nvPr/>
        </p:nvSpPr>
        <p:spPr>
          <a:xfrm>
            <a:off x="718490" y="4174236"/>
            <a:ext cx="4411066" cy="0"/>
          </a:xfrm>
          <a:prstGeom prst="line">
            <a:avLst/>
          </a:prstGeom>
          <a:noFill/>
          <a:ln w="9525">
            <a:solidFill>
              <a:srgbClr val="B8C2CC"/>
            </a:solidFill>
            <a:prstDash val="solid"/>
          </a:ln>
        </p:spPr>
      </p:sp>
      <p:sp>
        <p:nvSpPr>
          <p:cNvPr id="44" name="S11-mark464"/>
          <p:cNvSpPr/>
          <p:nvPr/>
        </p:nvSpPr>
        <p:spPr>
          <a:xfrm>
            <a:off x="718490" y="3622853"/>
            <a:ext cx="4411066" cy="0"/>
          </a:xfrm>
          <a:prstGeom prst="line">
            <a:avLst/>
          </a:prstGeom>
          <a:noFill/>
          <a:ln w="9525">
            <a:solidFill>
              <a:srgbClr val="B8C2CC"/>
            </a:solidFill>
            <a:prstDash val="solid"/>
          </a:ln>
        </p:spPr>
      </p:sp>
      <p:sp>
        <p:nvSpPr>
          <p:cNvPr id="45" name="S11-mark465"/>
          <p:cNvSpPr/>
          <p:nvPr/>
        </p:nvSpPr>
        <p:spPr>
          <a:xfrm>
            <a:off x="718490" y="3071470"/>
            <a:ext cx="4411066" cy="0"/>
          </a:xfrm>
          <a:prstGeom prst="line">
            <a:avLst/>
          </a:prstGeom>
          <a:noFill/>
          <a:ln w="9525">
            <a:solidFill>
              <a:srgbClr val="B8C2CC"/>
            </a:solidFill>
            <a:prstDash val="solid"/>
          </a:ln>
        </p:spPr>
      </p:sp>
      <p:sp>
        <p:nvSpPr>
          <p:cNvPr id="46" name="S11-mark466"/>
          <p:cNvSpPr/>
          <p:nvPr/>
        </p:nvSpPr>
        <p:spPr>
          <a:xfrm>
            <a:off x="718490" y="2520086"/>
            <a:ext cx="4411066" cy="0"/>
          </a:xfrm>
          <a:prstGeom prst="line">
            <a:avLst/>
          </a:prstGeom>
          <a:noFill/>
          <a:ln w="9525">
            <a:solidFill>
              <a:srgbClr val="B8C2CC"/>
            </a:solidFill>
            <a:prstDash val="solid"/>
          </a:ln>
        </p:spPr>
      </p:sp>
      <p:sp>
        <p:nvSpPr>
          <p:cNvPr id="47" name="S11-mark467"/>
          <p:cNvSpPr/>
          <p:nvPr/>
        </p:nvSpPr>
        <p:spPr>
          <a:xfrm>
            <a:off x="718490" y="1968703"/>
            <a:ext cx="4411066" cy="0"/>
          </a:xfrm>
          <a:prstGeom prst="line">
            <a:avLst/>
          </a:prstGeom>
          <a:noFill/>
          <a:ln w="9525">
            <a:solidFill>
              <a:srgbClr val="B8C2CC"/>
            </a:solidFill>
            <a:prstDash val="solid"/>
          </a:ln>
        </p:spPr>
      </p:sp>
      <p:sp>
        <p:nvSpPr>
          <p:cNvPr id="48" name="S11-mark468"/>
          <p:cNvSpPr/>
          <p:nvPr/>
        </p:nvSpPr>
        <p:spPr>
          <a:xfrm>
            <a:off x="718490" y="1417320"/>
            <a:ext cx="4411066" cy="0"/>
          </a:xfrm>
          <a:prstGeom prst="line">
            <a:avLst/>
          </a:prstGeom>
          <a:noFill/>
          <a:ln w="9525">
            <a:solidFill>
              <a:srgbClr val="B8C2CC"/>
            </a:solidFill>
            <a:prstDash val="solid"/>
          </a:ln>
        </p:spPr>
      </p:sp>
      <p:sp>
        <p:nvSpPr>
          <p:cNvPr id="49" name="S11-mark469"/>
          <p:cNvSpPr/>
          <p:nvPr/>
        </p:nvSpPr>
        <p:spPr>
          <a:xfrm flipV="1">
            <a:off x="6177183" y="2327102"/>
            <a:ext cx="0" cy="937351"/>
          </a:xfrm>
          <a:prstGeom prst="line">
            <a:avLst/>
          </a:prstGeom>
          <a:noFill/>
          <a:ln w="38100">
            <a:solidFill>
              <a:srgbClr val="1F2937"/>
            </a:solidFill>
            <a:prstDash val="solid"/>
            <a:tailEnd type="triangle"/>
          </a:ln>
        </p:spPr>
      </p:sp>
      <p:sp>
        <p:nvSpPr>
          <p:cNvPr id="50" name="S11-mark470"/>
          <p:cNvSpPr/>
          <p:nvPr/>
        </p:nvSpPr>
        <p:spPr>
          <a:xfrm>
            <a:off x="5708508" y="2795778"/>
            <a:ext cx="937351" cy="0"/>
          </a:xfrm>
          <a:prstGeom prst="line">
            <a:avLst/>
          </a:prstGeom>
          <a:noFill/>
          <a:ln w="25400">
            <a:solidFill>
              <a:srgbClr val="1F2937"/>
            </a:solidFill>
            <a:prstDash val="solid"/>
          </a:ln>
        </p:spPr>
      </p:sp>
      <p:sp>
        <p:nvSpPr>
          <p:cNvPr id="51" name="S11-mark471"/>
          <p:cNvSpPr/>
          <p:nvPr/>
        </p:nvSpPr>
        <p:spPr>
          <a:xfrm flipV="1">
            <a:off x="7584313" y="1861735"/>
            <a:ext cx="0" cy="357296"/>
          </a:xfrm>
          <a:prstGeom prst="line">
            <a:avLst/>
          </a:prstGeom>
          <a:noFill/>
          <a:ln w="28575">
            <a:solidFill>
              <a:srgbClr val="1F2937"/>
            </a:solidFill>
            <a:prstDash val="solid"/>
          </a:ln>
        </p:spPr>
      </p:sp>
      <p:sp>
        <p:nvSpPr>
          <p:cNvPr id="52" name="S11-label473"/>
          <p:cNvSpPr txBox="1"/>
          <p:nvPr/>
        </p:nvSpPr>
        <p:spPr>
          <a:xfrm>
            <a:off x="5972967" y="188848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북</a:t>
            </a:r>
            <a:endParaRPr lang="ko-KR" sz="2400" dirty="0"/>
          </a:p>
        </p:txBody>
      </p:sp>
      <p:sp>
        <p:nvSpPr>
          <p:cNvPr id="53" name="S11-label475"/>
          <p:cNvSpPr txBox="1"/>
          <p:nvPr/>
        </p:nvSpPr>
        <p:spPr>
          <a:xfrm>
            <a:off x="5972967" y="3322076"/>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남</a:t>
            </a:r>
            <a:endParaRPr lang="ko-KR" sz="2400" dirty="0"/>
          </a:p>
        </p:txBody>
      </p:sp>
      <p:sp>
        <p:nvSpPr>
          <p:cNvPr id="54" name="S11-label477"/>
          <p:cNvSpPr txBox="1"/>
          <p:nvPr/>
        </p:nvSpPr>
        <p:spPr>
          <a:xfrm>
            <a:off x="6689766" y="2605278"/>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동</a:t>
            </a:r>
            <a:endParaRPr lang="ko-KR" sz="2400" dirty="0"/>
          </a:p>
        </p:txBody>
      </p:sp>
      <p:sp>
        <p:nvSpPr>
          <p:cNvPr id="55" name="S11-label479"/>
          <p:cNvSpPr txBox="1"/>
          <p:nvPr/>
        </p:nvSpPr>
        <p:spPr>
          <a:xfrm>
            <a:off x="5256169" y="2605278"/>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서</a:t>
            </a:r>
            <a:endParaRPr lang="ko-KR" sz="2400" dirty="0"/>
          </a:p>
        </p:txBody>
      </p:sp>
      <p:sp>
        <p:nvSpPr>
          <p:cNvPr id="56" name="S11-label481"/>
          <p:cNvSpPr txBox="1"/>
          <p:nvPr/>
        </p:nvSpPr>
        <p:spPr>
          <a:xfrm>
            <a:off x="9021638" y="1433589"/>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범례</a:t>
            </a:r>
            <a:endParaRPr lang="ko-KR" sz="2400" dirty="0"/>
          </a:p>
        </p:txBody>
      </p:sp>
      <p:sp>
        <p:nvSpPr>
          <p:cNvPr id="57" name="S11-label483"/>
          <p:cNvSpPr txBox="1"/>
          <p:nvPr/>
        </p:nvSpPr>
        <p:spPr>
          <a:xfrm>
            <a:off x="8249702" y="1849883"/>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학교</a:t>
            </a:r>
            <a:endParaRPr lang="ko-KR" sz="2400" dirty="0"/>
          </a:p>
        </p:txBody>
      </p:sp>
      <p:sp>
        <p:nvSpPr>
          <p:cNvPr id="58" name="S11-label485"/>
          <p:cNvSpPr txBox="1"/>
          <p:nvPr/>
        </p:nvSpPr>
        <p:spPr>
          <a:xfrm>
            <a:off x="10344958" y="1849883"/>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병원</a:t>
            </a:r>
            <a:endParaRPr lang="ko-KR" sz="2400" dirty="0"/>
          </a:p>
        </p:txBody>
      </p:sp>
      <p:sp>
        <p:nvSpPr>
          <p:cNvPr id="59" name="S11-label487"/>
          <p:cNvSpPr txBox="1"/>
          <p:nvPr/>
        </p:nvSpPr>
        <p:spPr>
          <a:xfrm>
            <a:off x="8249702" y="2346128"/>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공원</a:t>
            </a:r>
            <a:endParaRPr lang="ko-KR" sz="2400" dirty="0"/>
          </a:p>
        </p:txBody>
      </p:sp>
      <p:sp>
        <p:nvSpPr>
          <p:cNvPr id="60" name="S11-label489"/>
          <p:cNvSpPr txBox="1"/>
          <p:nvPr/>
        </p:nvSpPr>
        <p:spPr>
          <a:xfrm>
            <a:off x="10195606" y="2346128"/>
            <a:ext cx="1005840"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도서관</a:t>
            </a:r>
            <a:endParaRPr lang="ko-KR" sz="2400" dirty="0"/>
          </a:p>
        </p:txBody>
      </p:sp>
      <p:sp>
        <p:nvSpPr>
          <p:cNvPr id="61" name="S11-label491"/>
          <p:cNvSpPr txBox="1"/>
          <p:nvPr/>
        </p:nvSpPr>
        <p:spPr>
          <a:xfrm>
            <a:off x="7950998" y="2842373"/>
            <a:ext cx="1304544"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주민센터</a:t>
            </a:r>
            <a:endParaRPr lang="ko-KR" sz="2400" dirty="0"/>
          </a:p>
        </p:txBody>
      </p:sp>
      <p:sp>
        <p:nvSpPr>
          <p:cNvPr id="62" name="S11-label493"/>
          <p:cNvSpPr txBox="1"/>
          <p:nvPr/>
        </p:nvSpPr>
        <p:spPr>
          <a:xfrm>
            <a:off x="10344958" y="2842373"/>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시장</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정답 확인</a:t>
            </a:r>
            <a:endParaRPr lang="ko-KR" sz="4000" dirty="0"/>
          </a:p>
        </p:txBody>
      </p:sp>
      <p:sp>
        <p:nvSpPr>
          <p:cNvPr id="3" name="S12-card494"/>
          <p:cNvSpPr/>
          <p:nvPr/>
        </p:nvSpPr>
        <p:spPr>
          <a:xfrm>
            <a:off x="548640" y="5349240"/>
            <a:ext cx="11091672" cy="868680"/>
          </a:xfrm>
          <a:prstGeom prst="roundRect">
            <a:avLst>
              <a:gd name="adj" fmla="val 12632"/>
            </a:avLst>
          </a:prstGeom>
          <a:solidFill>
            <a:srgbClr val="EAF3F1"/>
          </a:solidFill>
          <a:ln w="12700">
            <a:solidFill>
              <a:srgbClr val="EAF3F1"/>
            </a:solidFill>
            <a:prstDash val="solid"/>
          </a:ln>
        </p:spPr>
      </p:sp>
      <p:sp>
        <p:nvSpPr>
          <p:cNvPr id="4" name="S12-cardtext495"/>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범례로 기호를 읽고, 기준 장소와 방위로 말해요.</a:t>
            </a:r>
            <a:endParaRPr lang="ko-KR" sz="3000" dirty="0"/>
          </a:p>
        </p:txBody>
      </p:sp>
      <p:sp>
        <p:nvSpPr>
          <p:cNvPr id="5" name="S12-chip496"/>
          <p:cNvSpPr txBox="1"/>
          <p:nvPr/>
        </p:nvSpPr>
        <p:spPr>
          <a:xfrm>
            <a:off x="548640" y="1325880"/>
            <a:ext cx="5362956" cy="548640"/>
          </a:xfrm>
          <a:prstGeom prst="roundRect">
            <a:avLst>
              <a:gd name="adj" fmla="val 26667"/>
            </a:avLst>
          </a:prstGeom>
          <a:solidFill>
            <a:srgbClr val="E3F4F1"/>
          </a:solidFill>
          <a:ln>
            <a:solidFill>
              <a:srgbClr val="E3F4F1"/>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 정답</a:t>
            </a:r>
            <a:endParaRPr lang="ko-KR" sz="2400" dirty="0"/>
          </a:p>
        </p:txBody>
      </p:sp>
      <p:sp>
        <p:nvSpPr>
          <p:cNvPr id="6" name="S12-text497"/>
          <p:cNvSpPr txBox="1"/>
          <p:nvPr/>
        </p:nvSpPr>
        <p:spPr>
          <a:xfrm>
            <a:off x="548640" y="2057400"/>
            <a:ext cx="2681478" cy="9296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① 병원</a:t>
            </a:r>
            <a:endParaRPr lang="ko-KR" sz="3000" dirty="0"/>
          </a:p>
        </p:txBody>
      </p:sp>
      <p:sp>
        <p:nvSpPr>
          <p:cNvPr id="7" name="S12-text498"/>
          <p:cNvSpPr txBox="1"/>
          <p:nvPr/>
        </p:nvSpPr>
        <p:spPr>
          <a:xfrm>
            <a:off x="3367278" y="2057400"/>
            <a:ext cx="2544318" cy="929640"/>
          </a:xfrm>
          <a:prstGeom prst="rect">
            <a:avLst/>
          </a:prstGeom>
          <a:noFill/>
          <a:ln/>
        </p:spPr>
        <p:txBody>
          <a:bodyPr wrap="square" lIns="0" tIns="0" rIns="0" bIns="0" rtlCol="0" anchor="ctr"/>
          <a:lstStyle/>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범례로 확인</a:t>
            </a:r>
            <a:endParaRPr lang="ko-KR" sz="2400" dirty="0"/>
          </a:p>
        </p:txBody>
      </p:sp>
      <p:sp>
        <p:nvSpPr>
          <p:cNvPr id="8" name="S12-text499"/>
          <p:cNvSpPr txBox="1"/>
          <p:nvPr/>
        </p:nvSpPr>
        <p:spPr>
          <a:xfrm>
            <a:off x="548640" y="3124200"/>
            <a:ext cx="2681478" cy="9296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② 학교의 북쪽</a:t>
            </a:r>
            <a:endParaRPr lang="ko-KR" sz="3000" dirty="0"/>
          </a:p>
        </p:txBody>
      </p:sp>
      <p:sp>
        <p:nvSpPr>
          <p:cNvPr id="9" name="S12-text500"/>
          <p:cNvSpPr txBox="1"/>
          <p:nvPr/>
        </p:nvSpPr>
        <p:spPr>
          <a:xfrm>
            <a:off x="3367278" y="3124200"/>
            <a:ext cx="2544318" cy="929640"/>
          </a:xfrm>
          <a:prstGeom prst="rect">
            <a:avLst/>
          </a:prstGeom>
          <a:noFill/>
          <a:ln/>
        </p:spPr>
        <p:txBody>
          <a:bodyPr wrap="square" lIns="0" tIns="0" rIns="0" bIns="0" rtlCol="0" anchor="ctr"/>
          <a:lstStyle/>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위쪽 = 북쪽</a:t>
            </a:r>
            <a:endParaRPr lang="ko-KR" sz="2400" dirty="0"/>
          </a:p>
        </p:txBody>
      </p:sp>
      <p:sp>
        <p:nvSpPr>
          <p:cNvPr id="10" name="S12-text501"/>
          <p:cNvSpPr txBox="1"/>
          <p:nvPr/>
        </p:nvSpPr>
        <p:spPr>
          <a:xfrm>
            <a:off x="548640" y="4191000"/>
            <a:ext cx="2681478" cy="9296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③ 도서관의 남쪽</a:t>
            </a:r>
            <a:endParaRPr lang="ko-KR" sz="3000" dirty="0"/>
          </a:p>
        </p:txBody>
      </p:sp>
      <p:sp>
        <p:nvSpPr>
          <p:cNvPr id="11" name="S12-text502"/>
          <p:cNvSpPr txBox="1"/>
          <p:nvPr/>
        </p:nvSpPr>
        <p:spPr>
          <a:xfrm>
            <a:off x="3367278" y="4191000"/>
            <a:ext cx="2544318" cy="929640"/>
          </a:xfrm>
          <a:prstGeom prst="rect">
            <a:avLst/>
          </a:prstGeom>
          <a:noFill/>
          <a:ln/>
        </p:spPr>
        <p:txBody>
          <a:bodyPr wrap="square" lIns="0" tIns="0" rIns="0" bIns="0" rtlCol="0" anchor="ctr"/>
          <a:lstStyle/>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아래쪽 = 남쪽</a:t>
            </a:r>
            <a:endParaRPr lang="ko-KR" sz="2400" dirty="0"/>
          </a:p>
        </p:txBody>
      </p:sp>
      <p:sp>
        <p:nvSpPr>
          <p:cNvPr id="12" name="S12-chip503"/>
          <p:cNvSpPr txBox="1"/>
          <p:nvPr/>
        </p:nvSpPr>
        <p:spPr>
          <a:xfrm>
            <a:off x="6277356" y="1325880"/>
            <a:ext cx="5362956" cy="548640"/>
          </a:xfrm>
          <a:prstGeom prst="roundRect">
            <a:avLst>
              <a:gd name="adj" fmla="val 26667"/>
            </a:avLst>
          </a:prstGeom>
          <a:solidFill>
            <a:srgbClr val="FBE6E7"/>
          </a:solidFill>
          <a:ln>
            <a:solidFill>
              <a:srgbClr val="FBE6E7"/>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 흔한 실수</a:t>
            </a:r>
            <a:endParaRPr lang="ko-KR" sz="2400" dirty="0"/>
          </a:p>
        </p:txBody>
      </p:sp>
      <p:sp>
        <p:nvSpPr>
          <p:cNvPr id="13" name="S12-text504"/>
          <p:cNvSpPr txBox="1"/>
          <p:nvPr/>
        </p:nvSpPr>
        <p:spPr>
          <a:xfrm>
            <a:off x="6277356" y="2057400"/>
            <a:ext cx="2681478" cy="12344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“위쪽에 있어요.”</a:t>
            </a:r>
            <a:endParaRPr lang="ko-KR" sz="3000" dirty="0"/>
          </a:p>
        </p:txBody>
      </p:sp>
      <p:sp>
        <p:nvSpPr>
          <p:cNvPr id="14" name="S12-text505"/>
          <p:cNvSpPr txBox="1"/>
          <p:nvPr/>
        </p:nvSpPr>
        <p:spPr>
          <a:xfrm>
            <a:off x="9095994" y="2057400"/>
            <a:ext cx="2544318" cy="1234440"/>
          </a:xfrm>
          <a:prstGeom prst="rect">
            <a:avLst/>
          </a:prstGeom>
          <a:noFill/>
          <a:ln/>
        </p:spPr>
        <p:txBody>
          <a:bodyPr wrap="square" lIns="0" tIns="0" rIns="0" bIns="0" rtlCol="0" anchor="ctr"/>
          <a:lstStyle/>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방위로 말해요</a:t>
            </a:r>
            <a:endParaRPr lang="ko-KR" sz="2400" dirty="0"/>
          </a:p>
        </p:txBody>
      </p:sp>
      <p:sp>
        <p:nvSpPr>
          <p:cNvPr id="15" name="S12-text506"/>
          <p:cNvSpPr txBox="1"/>
          <p:nvPr/>
        </p:nvSpPr>
        <p:spPr>
          <a:xfrm>
            <a:off x="6277356" y="3429000"/>
            <a:ext cx="2681478" cy="12344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동쪽 ↔ 서쪽</a:t>
            </a:r>
            <a:endParaRPr lang="ko-KR" sz="3000" dirty="0"/>
          </a:p>
        </p:txBody>
      </p:sp>
      <p:sp>
        <p:nvSpPr>
          <p:cNvPr id="16" name="S12-text507"/>
          <p:cNvSpPr txBox="1"/>
          <p:nvPr/>
        </p:nvSpPr>
        <p:spPr>
          <a:xfrm>
            <a:off x="9095994" y="3429000"/>
            <a:ext cx="2544318" cy="1234440"/>
          </a:xfrm>
          <a:prstGeom prst="rect">
            <a:avLst/>
          </a:prstGeom>
          <a:noFill/>
          <a:ln/>
        </p:spPr>
        <p:txBody>
          <a:bodyPr wrap="square" lIns="0" tIns="0" rIns="0" bIns="0" rtlCol="0" anchor="ctr"/>
          <a:lstStyle/>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북쪽 보고 오른쪽이 동쪽</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우리 집 둘레 그림지도</a:t>
            </a:r>
            <a:endParaRPr lang="ko-KR" sz="4000" dirty="0"/>
          </a:p>
        </p:txBody>
      </p:sp>
      <p:sp>
        <p:nvSpPr>
          <p:cNvPr id="3" name="S13-card508"/>
          <p:cNvSpPr/>
          <p:nvPr/>
        </p:nvSpPr>
        <p:spPr>
          <a:xfrm>
            <a:off x="6813652" y="1325880"/>
            <a:ext cx="4826660" cy="4892040"/>
          </a:xfrm>
          <a:prstGeom prst="roundRect">
            <a:avLst>
              <a:gd name="adj" fmla="val 2273"/>
            </a:avLst>
          </a:prstGeom>
          <a:solidFill>
            <a:srgbClr val="EAF3F1"/>
          </a:solidFill>
          <a:ln w="12700">
            <a:solidFill>
              <a:srgbClr val="EAF3F1"/>
            </a:solidFill>
            <a:prstDash val="solid"/>
          </a:ln>
        </p:spPr>
      </p:sp>
      <p:sp>
        <p:nvSpPr>
          <p:cNvPr id="4" name="S13-cardtext509"/>
          <p:cNvSpPr txBox="1"/>
          <p:nvPr/>
        </p:nvSpPr>
        <p:spPr>
          <a:xfrm>
            <a:off x="7087972" y="1463040"/>
            <a:ext cx="4278020" cy="4617720"/>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1F2937"/>
                </a:solidFill>
                <a:latin typeface="맑은 고딕" pitchFamily="34" charset="0"/>
                <a:ea typeface="맑은 고딕" pitchFamily="34" charset="-122"/>
                <a:cs typeface="맑은 고딕" pitchFamily="34" charset="-120"/>
              </a:rPr>
              <a:t>이렇게 하면 잘한 거예요</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 방위표가 있어요</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 장소를 기호로 나타냈어요</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 범례가 있어요</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 방위로 위치를 말했어요</a:t>
            </a:r>
            <a:endParaRPr lang="ko-KR" sz="3000" dirty="0"/>
          </a:p>
        </p:txBody>
      </p:sp>
      <p:sp>
        <p:nvSpPr>
          <p:cNvPr id="5" name="S13-stepno510"/>
          <p:cNvSpPr txBox="1"/>
          <p:nvPr/>
        </p:nvSpPr>
        <p:spPr>
          <a:xfrm>
            <a:off x="548640" y="2092452"/>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1</a:t>
            </a:r>
            <a:endParaRPr lang="ko-KR" sz="2400" dirty="0"/>
          </a:p>
        </p:txBody>
      </p:sp>
      <p:sp>
        <p:nvSpPr>
          <p:cNvPr id="6" name="S13-text511"/>
          <p:cNvSpPr txBox="1"/>
          <p:nvPr/>
        </p:nvSpPr>
        <p:spPr>
          <a:xfrm>
            <a:off x="1325880" y="2046732"/>
            <a:ext cx="5122012" cy="929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방위표를 그려요(위쪽이 북쪽).</a:t>
            </a:r>
            <a:endParaRPr lang="ko-KR" sz="3000" dirty="0"/>
          </a:p>
        </p:txBody>
      </p:sp>
      <p:sp>
        <p:nvSpPr>
          <p:cNvPr id="7" name="S13-stepno512"/>
          <p:cNvSpPr txBox="1"/>
          <p:nvPr/>
        </p:nvSpPr>
        <p:spPr>
          <a:xfrm>
            <a:off x="548640" y="3186684"/>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2</a:t>
            </a:r>
            <a:endParaRPr lang="ko-KR" sz="2400" dirty="0"/>
          </a:p>
        </p:txBody>
      </p:sp>
      <p:sp>
        <p:nvSpPr>
          <p:cNvPr id="8" name="S13-text513"/>
          <p:cNvSpPr txBox="1"/>
          <p:nvPr/>
        </p:nvSpPr>
        <p:spPr>
          <a:xfrm>
            <a:off x="1325880" y="3140964"/>
            <a:ext cx="5122012" cy="929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큰길과 우리 집을 먼저 그려요.</a:t>
            </a:r>
            <a:endParaRPr lang="ko-KR" sz="3000" dirty="0"/>
          </a:p>
        </p:txBody>
      </p:sp>
      <p:sp>
        <p:nvSpPr>
          <p:cNvPr id="9" name="S13-stepno514"/>
          <p:cNvSpPr txBox="1"/>
          <p:nvPr/>
        </p:nvSpPr>
        <p:spPr>
          <a:xfrm>
            <a:off x="548640" y="4235196"/>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3</a:t>
            </a:r>
            <a:endParaRPr lang="ko-KR" sz="2400" dirty="0"/>
          </a:p>
        </p:txBody>
      </p:sp>
      <p:sp>
        <p:nvSpPr>
          <p:cNvPr id="10" name="S13-text515"/>
          <p:cNvSpPr txBox="1"/>
          <p:nvPr/>
        </p:nvSpPr>
        <p:spPr>
          <a:xfrm>
            <a:off x="1325880" y="4235196"/>
            <a:ext cx="5122012" cy="548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조사한 장소를 기호로 그려요.</a:t>
            </a:r>
            <a:endParaRPr lang="ko-KR" sz="3000" dirty="0"/>
          </a:p>
        </p:txBody>
      </p:sp>
      <p:sp>
        <p:nvSpPr>
          <p:cNvPr id="11" name="S13-stepno516"/>
          <p:cNvSpPr txBox="1"/>
          <p:nvPr/>
        </p:nvSpPr>
        <p:spPr>
          <a:xfrm>
            <a:off x="548640" y="4948428"/>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4</a:t>
            </a:r>
            <a:endParaRPr lang="ko-KR" sz="2400" dirty="0"/>
          </a:p>
        </p:txBody>
      </p:sp>
      <p:sp>
        <p:nvSpPr>
          <p:cNvPr id="12" name="S13-text517"/>
          <p:cNvSpPr txBox="1"/>
          <p:nvPr/>
        </p:nvSpPr>
        <p:spPr>
          <a:xfrm>
            <a:off x="1325880" y="4948428"/>
            <a:ext cx="5122012" cy="548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범례에 기호의 뜻을 적어요.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FFFFFF"/>
                </a:solidFill>
                <a:latin typeface="맑은 고딕" pitchFamily="34" charset="0"/>
                <a:ea typeface="맑은 고딕" pitchFamily="34" charset="-122"/>
                <a:cs typeface="맑은 고딕" pitchFamily="34" charset="-120"/>
              </a:rPr>
              <a:t>오늘 배운 것</a:t>
            </a:r>
            <a:endParaRPr lang="ko-KR" sz="4000" dirty="0"/>
          </a:p>
        </p:txBody>
      </p:sp>
      <p:sp>
        <p:nvSpPr>
          <p:cNvPr id="3" name="S14-card518"/>
          <p:cNvSpPr/>
          <p:nvPr/>
        </p:nvSpPr>
        <p:spPr>
          <a:xfrm>
            <a:off x="548640" y="1325880"/>
            <a:ext cx="11091672" cy="1258824"/>
          </a:xfrm>
          <a:prstGeom prst="roundRect">
            <a:avLst>
              <a:gd name="adj" fmla="val 8717"/>
            </a:avLst>
          </a:prstGeom>
          <a:solidFill>
            <a:srgbClr val="32606F"/>
          </a:solidFill>
          <a:ln w="12700">
            <a:solidFill>
              <a:srgbClr val="32606F"/>
            </a:solidFill>
            <a:prstDash val="solid"/>
          </a:ln>
        </p:spPr>
      </p:sp>
      <p:sp>
        <p:nvSpPr>
          <p:cNvPr id="4" name="S14-cardtext519"/>
          <p:cNvSpPr txBox="1"/>
          <p:nvPr/>
        </p:nvSpPr>
        <p:spPr>
          <a:xfrm>
            <a:off x="822960" y="1463040"/>
            <a:ext cx="10543032"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FFFFFF"/>
                </a:solidFill>
                <a:latin typeface="맑은 고딕" pitchFamily="34" charset="0"/>
                <a:ea typeface="맑은 고딕" pitchFamily="34" charset="-122"/>
                <a:cs typeface="맑은 고딕" pitchFamily="34" charset="-120"/>
              </a:rPr>
              <a:t>그림지도는 기호로 장소를 나타내요.</a:t>
            </a:r>
            <a:endParaRPr lang="ko-KR" sz="3000" dirty="0"/>
          </a:p>
          <a:p>
            <a:pPr eaLnBrk="0" indent="0" marL="0">
              <a:spcAft>
                <a:spcPts val="600"/>
              </a:spcAft>
              <a:buNone/>
            </a:pPr>
            <a:r>
              <a:rPr lang="ko-KR" altLang="en-US" sz="3000" dirty="0">
                <a:solidFill>
                  <a:srgbClr val="FFFFFF"/>
                </a:solidFill>
                <a:latin typeface="맑은 고딕" pitchFamily="34" charset="0"/>
                <a:ea typeface="맑은 고딕" pitchFamily="34" charset="-122"/>
                <a:cs typeface="맑은 고딕" pitchFamily="34" charset="-120"/>
              </a:rPr>
              <a:t>범례로 기호를 읽고, 방위표로 동서남북을 말해요.</a:t>
            </a:r>
            <a:endParaRPr lang="ko-KR" sz="3000" dirty="0"/>
          </a:p>
        </p:txBody>
      </p:sp>
      <p:sp>
        <p:nvSpPr>
          <p:cNvPr id="5" name="S14-chip520"/>
          <p:cNvSpPr txBox="1"/>
          <p:nvPr/>
        </p:nvSpPr>
        <p:spPr>
          <a:xfrm>
            <a:off x="548640" y="2813304"/>
            <a:ext cx="5431536" cy="594360"/>
          </a:xfrm>
          <a:prstGeom prst="roundRect">
            <a:avLst>
              <a:gd name="adj" fmla="val 24615"/>
            </a:avLst>
          </a:prstGeom>
          <a:solidFill>
            <a:srgbClr val="2A9D8F"/>
          </a:solidFill>
          <a:ln>
            <a:solidFill>
              <a:srgbClr val="2A9D8F"/>
            </a:solidFill>
          </a:ln>
        </p:spPr>
        <p:txBody>
          <a:bodyPr wrap="square" lIns="177800" tIns="0" rIns="177800" bIns="0" rtlCol="0" anchor="ctr"/>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 기준 장소와 방위로 말하기</a:t>
            </a:r>
            <a:endParaRPr lang="ko-KR" sz="2400" dirty="0"/>
          </a:p>
        </p:txBody>
      </p:sp>
      <p:sp>
        <p:nvSpPr>
          <p:cNvPr id="6" name="S14-chip521"/>
          <p:cNvSpPr txBox="1"/>
          <p:nvPr/>
        </p:nvSpPr>
        <p:spPr>
          <a:xfrm>
            <a:off x="6208776" y="2813304"/>
            <a:ext cx="5431536" cy="594360"/>
          </a:xfrm>
          <a:prstGeom prst="roundRect">
            <a:avLst>
              <a:gd name="adj" fmla="val 24615"/>
            </a:avLst>
          </a:prstGeom>
          <a:solidFill>
            <a:srgbClr val="C8434E"/>
          </a:solidFill>
          <a:ln>
            <a:solidFill>
              <a:srgbClr val="C8434E"/>
            </a:solidFill>
          </a:ln>
        </p:spPr>
        <p:txBody>
          <a:bodyPr wrap="square" lIns="177800" tIns="0" rIns="177800" bIns="0" rtlCol="0" anchor="ctr"/>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 범례 없이 짐작하기</a:t>
            </a:r>
            <a:endParaRPr lang="ko-KR" sz="2400" dirty="0"/>
          </a:p>
        </p:txBody>
      </p:sp>
      <p:sp>
        <p:nvSpPr>
          <p:cNvPr id="7" name="S14-text522"/>
          <p:cNvSpPr txBox="1"/>
          <p:nvPr/>
        </p:nvSpPr>
        <p:spPr>
          <a:xfrm>
            <a:off x="548640" y="3636264"/>
            <a:ext cx="11091672" cy="457200"/>
          </a:xfrm>
          <a:prstGeom prst="rect">
            <a:avLst/>
          </a:prstGeom>
          <a:noFill/>
          <a:ln/>
        </p:spPr>
        <p:txBody>
          <a:bodyPr wrap="square" lIns="0" tIns="0" rIns="0" bIns="0" rtlCol="0" anchor="t"/>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다음 수업을 시작할 때 다시 풀어요</a:t>
            </a:r>
            <a:endParaRPr lang="ko-KR" sz="2400" dirty="0"/>
          </a:p>
        </p:txBody>
      </p:sp>
      <p:sp>
        <p:nvSpPr>
          <p:cNvPr id="8" name="S14-text523"/>
          <p:cNvSpPr txBox="1"/>
          <p:nvPr/>
        </p:nvSpPr>
        <p:spPr>
          <a:xfrm>
            <a:off x="548640"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① 장소를 간단한</a:t>
            </a:r>
            <a:endParaRPr lang="ko-KR" sz="2400" dirty="0"/>
          </a:p>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모양으로 나타낸 것은?</a:t>
            </a:r>
            <a:endParaRPr lang="ko-KR" sz="2400" dirty="0"/>
          </a:p>
        </p:txBody>
      </p:sp>
      <p:sp>
        <p:nvSpPr>
          <p:cNvPr id="9" name="S14-text524"/>
          <p:cNvSpPr txBox="1"/>
          <p:nvPr/>
        </p:nvSpPr>
        <p:spPr>
          <a:xfrm>
            <a:off x="4322064"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② 기호의 뜻을</a:t>
            </a:r>
            <a:endParaRPr lang="ko-KR" sz="2400" dirty="0"/>
          </a:p>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모아 놓은 것은?</a:t>
            </a:r>
            <a:endParaRPr lang="ko-KR" sz="2400" dirty="0"/>
          </a:p>
        </p:txBody>
      </p:sp>
      <p:sp>
        <p:nvSpPr>
          <p:cNvPr id="10" name="S14-text525"/>
          <p:cNvSpPr txBox="1"/>
          <p:nvPr/>
        </p:nvSpPr>
        <p:spPr>
          <a:xfrm>
            <a:off x="8095488"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③ 북쪽을 보고 서면</a:t>
            </a:r>
            <a:endParaRPr lang="ko-KR" sz="2400" dirty="0"/>
          </a:p>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오른쪽은?</a:t>
            </a:r>
            <a:endParaRPr lang="ko-KR" sz="2400" dirty="0"/>
          </a:p>
        </p:txBody>
      </p:sp>
      <p:sp>
        <p:nvSpPr>
          <p:cNvPr id="11" name="S14-text526"/>
          <p:cNvSpPr txBox="1"/>
          <p:nvPr/>
        </p:nvSpPr>
        <p:spPr>
          <a:xfrm>
            <a:off x="548640" y="5715000"/>
            <a:ext cx="11091672" cy="502920"/>
          </a:xfrm>
          <a:prstGeom prst="rect">
            <a:avLst/>
          </a:prstGeom>
          <a:noFill/>
          <a:ln/>
        </p:spPr>
        <p:txBody>
          <a:bodyPr wrap="square" lIns="0" tIns="0" rIns="0" bIns="0" rtlCol="0" anchor="ctr"/>
          <a:lstStyle/>
          <a:p>
            <a:pPr eaLnBrk="0" algn="l" indent="0" marL="0">
              <a:buNone/>
            </a:pPr>
            <a:r>
              <a:rPr lang="ko-KR" altLang="en-US" sz="2400" dirty="0">
                <a:solidFill>
                  <a:srgbClr val="C9DCD8"/>
                </a:solidFill>
                <a:latin typeface="맑은 고딕" pitchFamily="34" charset="0"/>
                <a:ea typeface="맑은 고딕" pitchFamily="34" charset="-122"/>
                <a:cs typeface="맑은 고딕" pitchFamily="34" charset="-120"/>
              </a:rPr>
              <a:t>다음 시간: 생활 도구의 변화</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eaLnBrk="0"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보충: 기준을 정해 말하기</a:t>
            </a:r>
            <a:endParaRPr lang="ko-KR" sz="4000" dirty="0"/>
          </a:p>
        </p:txBody>
      </p:sp>
      <p:sp>
        <p:nvSpPr>
          <p:cNvPr id="3" name="S15-card527"/>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15-cardtext528"/>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예: 공원은 학교 뒤에 있어요.</a:t>
            </a:r>
            <a:endParaRPr lang="ko-KR" sz="3000" dirty="0"/>
          </a:p>
        </p:txBody>
      </p:sp>
      <p:sp>
        <p:nvSpPr>
          <p:cNvPr id="5" name="S15-figure529" descr="학교 건물 하나. 아래쪽 가운데에 문이 있다. 문이 있는 아래쪽 화살표는 앞, 위쪽 화살표는 뒤, 왼쪽과 오른쪽 화살표는 옆"/>
          <p:cNvSpPr/>
          <p:nvPr/>
        </p:nvSpPr>
        <p:spPr>
          <a:xfrm>
            <a:off x="1813694" y="2373406"/>
            <a:ext cx="2832847" cy="1699708"/>
          </a:xfrm>
          <a:custGeom>
            <a:avLst/>
            <a:gdLst/>
            <a:ahLst/>
            <a:cxnLst/>
            <a:rect l="l" t="t" r="r" b="b"/>
            <a:pathLst>
              <a:path w="2832847" h="1699708">
                <a:moveTo>
                  <a:pt x="0" y="1699708"/>
                </a:moveTo>
                <a:lnTo>
                  <a:pt x="2832847" y="1699708"/>
                </a:lnTo>
                <a:lnTo>
                  <a:pt x="2832847" y="0"/>
                </a:lnTo>
                <a:lnTo>
                  <a:pt x="0" y="0"/>
                </a:lnTo>
                <a:close/>
              </a:path>
            </a:pathLst>
          </a:custGeom>
          <a:solidFill>
            <a:srgbClr val="EAF3F1"/>
          </a:solidFill>
          <a:ln w="19050">
            <a:solidFill>
              <a:srgbClr val="1F2937"/>
            </a:solidFill>
            <a:prstDash val="solid"/>
          </a:ln>
        </p:spPr>
      </p:sp>
      <p:sp>
        <p:nvSpPr>
          <p:cNvPr id="6" name="S15-mark530"/>
          <p:cNvSpPr/>
          <p:nvPr/>
        </p:nvSpPr>
        <p:spPr>
          <a:xfrm>
            <a:off x="2946833" y="3917308"/>
            <a:ext cx="566569" cy="155807"/>
          </a:xfrm>
          <a:custGeom>
            <a:avLst/>
            <a:gdLst/>
            <a:ahLst/>
            <a:cxnLst/>
            <a:rect l="l" t="t" r="r" b="b"/>
            <a:pathLst>
              <a:path w="566569" h="155807">
                <a:moveTo>
                  <a:pt x="0" y="155807"/>
                </a:moveTo>
                <a:lnTo>
                  <a:pt x="566569" y="155807"/>
                </a:lnTo>
                <a:lnTo>
                  <a:pt x="566569" y="0"/>
                </a:lnTo>
                <a:lnTo>
                  <a:pt x="0" y="0"/>
                </a:lnTo>
                <a:close/>
              </a:path>
            </a:pathLst>
          </a:custGeom>
          <a:solidFill>
            <a:srgbClr val="264653"/>
          </a:solidFill>
          <a:ln/>
        </p:spPr>
      </p:sp>
      <p:sp>
        <p:nvSpPr>
          <p:cNvPr id="7" name="S15-mark531"/>
          <p:cNvSpPr/>
          <p:nvPr/>
        </p:nvSpPr>
        <p:spPr>
          <a:xfrm>
            <a:off x="3230118" y="4179346"/>
            <a:ext cx="0" cy="495748"/>
          </a:xfrm>
          <a:prstGeom prst="line">
            <a:avLst/>
          </a:prstGeom>
          <a:noFill/>
          <a:ln w="38100">
            <a:solidFill>
              <a:srgbClr val="E9762B"/>
            </a:solidFill>
            <a:prstDash val="solid"/>
            <a:tailEnd type="triangle"/>
          </a:ln>
        </p:spPr>
      </p:sp>
      <p:sp>
        <p:nvSpPr>
          <p:cNvPr id="8" name="S15-mark532"/>
          <p:cNvSpPr/>
          <p:nvPr/>
        </p:nvSpPr>
        <p:spPr>
          <a:xfrm flipV="1">
            <a:off x="3230118" y="1771426"/>
            <a:ext cx="0" cy="495748"/>
          </a:xfrm>
          <a:prstGeom prst="line">
            <a:avLst/>
          </a:prstGeom>
          <a:noFill/>
          <a:ln w="38100">
            <a:solidFill>
              <a:srgbClr val="E9762B"/>
            </a:solidFill>
            <a:prstDash val="solid"/>
            <a:tailEnd type="triangle"/>
          </a:ln>
        </p:spPr>
      </p:sp>
      <p:sp>
        <p:nvSpPr>
          <p:cNvPr id="9" name="S15-mark533"/>
          <p:cNvSpPr/>
          <p:nvPr/>
        </p:nvSpPr>
        <p:spPr>
          <a:xfrm flipH="1">
            <a:off x="1211714" y="3223260"/>
            <a:ext cx="495748" cy="0"/>
          </a:xfrm>
          <a:prstGeom prst="line">
            <a:avLst/>
          </a:prstGeom>
          <a:noFill/>
          <a:ln w="38100">
            <a:solidFill>
              <a:srgbClr val="E9762B"/>
            </a:solidFill>
            <a:prstDash val="solid"/>
            <a:tailEnd type="triangle"/>
          </a:ln>
        </p:spPr>
      </p:sp>
      <p:sp>
        <p:nvSpPr>
          <p:cNvPr id="10" name="S15-mark534"/>
          <p:cNvSpPr/>
          <p:nvPr/>
        </p:nvSpPr>
        <p:spPr>
          <a:xfrm>
            <a:off x="4752773" y="3223260"/>
            <a:ext cx="495748" cy="0"/>
          </a:xfrm>
          <a:prstGeom prst="line">
            <a:avLst/>
          </a:prstGeom>
          <a:noFill/>
          <a:ln w="38100">
            <a:solidFill>
              <a:srgbClr val="E9762B"/>
            </a:solidFill>
            <a:prstDash val="solid"/>
            <a:tailEnd type="triangle"/>
          </a:ln>
        </p:spPr>
      </p:sp>
      <p:sp>
        <p:nvSpPr>
          <p:cNvPr id="11" name="S15-label536"/>
          <p:cNvSpPr txBox="1"/>
          <p:nvPr/>
        </p:nvSpPr>
        <p:spPr>
          <a:xfrm>
            <a:off x="2876550" y="2855707"/>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학교</a:t>
            </a:r>
            <a:endParaRPr lang="ko-KR" sz="2400" dirty="0"/>
          </a:p>
        </p:txBody>
      </p:sp>
      <p:sp>
        <p:nvSpPr>
          <p:cNvPr id="12" name="S15-label538"/>
          <p:cNvSpPr txBox="1"/>
          <p:nvPr/>
        </p:nvSpPr>
        <p:spPr>
          <a:xfrm>
            <a:off x="3025902" y="3457687"/>
            <a:ext cx="408432"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문</a:t>
            </a:r>
            <a:endParaRPr lang="ko-KR" sz="2400" dirty="0"/>
          </a:p>
        </p:txBody>
      </p:sp>
      <p:sp>
        <p:nvSpPr>
          <p:cNvPr id="13" name="S15-label540"/>
          <p:cNvSpPr txBox="1"/>
          <p:nvPr/>
        </p:nvSpPr>
        <p:spPr>
          <a:xfrm>
            <a:off x="3025902" y="483870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앞</a:t>
            </a:r>
            <a:endParaRPr lang="ko-KR" sz="2400" dirty="0"/>
          </a:p>
        </p:txBody>
      </p:sp>
      <p:sp>
        <p:nvSpPr>
          <p:cNvPr id="14" name="S15-label542"/>
          <p:cNvSpPr txBox="1"/>
          <p:nvPr/>
        </p:nvSpPr>
        <p:spPr>
          <a:xfrm>
            <a:off x="3025902" y="122682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뒤</a:t>
            </a:r>
            <a:endParaRPr lang="ko-KR" sz="2400" dirty="0"/>
          </a:p>
        </p:txBody>
      </p:sp>
      <p:sp>
        <p:nvSpPr>
          <p:cNvPr id="15" name="S15-label544"/>
          <p:cNvSpPr txBox="1"/>
          <p:nvPr/>
        </p:nvSpPr>
        <p:spPr>
          <a:xfrm>
            <a:off x="582571" y="303276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옆</a:t>
            </a:r>
            <a:endParaRPr lang="ko-KR" sz="2400" dirty="0"/>
          </a:p>
        </p:txBody>
      </p:sp>
      <p:sp>
        <p:nvSpPr>
          <p:cNvPr id="16" name="S15-label546"/>
          <p:cNvSpPr txBox="1"/>
          <p:nvPr/>
        </p:nvSpPr>
        <p:spPr>
          <a:xfrm>
            <a:off x="5469233" y="303276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옆</a:t>
            </a:r>
            <a:endParaRPr lang="ko-KR" sz="2400" dirty="0"/>
          </a:p>
        </p:txBody>
      </p:sp>
      <p:sp>
        <p:nvSpPr>
          <p:cNvPr id="17" name="S15-card547"/>
          <p:cNvSpPr/>
          <p:nvPr/>
        </p:nvSpPr>
        <p:spPr>
          <a:xfrm>
            <a:off x="6277356" y="1691640"/>
            <a:ext cx="5362956" cy="868680"/>
          </a:xfrm>
          <a:prstGeom prst="roundRect">
            <a:avLst>
              <a:gd name="adj" fmla="val 12632"/>
            </a:avLst>
          </a:prstGeom>
          <a:solidFill>
            <a:srgbClr val="EAF3F1"/>
          </a:solidFill>
          <a:ln w="12700">
            <a:solidFill>
              <a:srgbClr val="EAF3F1"/>
            </a:solidFill>
            <a:prstDash val="solid"/>
          </a:ln>
        </p:spPr>
      </p:sp>
      <p:sp>
        <p:nvSpPr>
          <p:cNvPr id="18" name="S15-cardtext548"/>
          <p:cNvSpPr txBox="1"/>
          <p:nvPr/>
        </p:nvSpPr>
        <p:spPr>
          <a:xfrm>
            <a:off x="6551676" y="1828800"/>
            <a:ext cx="4814316"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기준 장소를 먼저 정해요</a:t>
            </a:r>
            <a:endParaRPr lang="ko-KR" sz="3000" dirty="0"/>
          </a:p>
        </p:txBody>
      </p:sp>
      <p:sp>
        <p:nvSpPr>
          <p:cNvPr id="19" name="S15-card549"/>
          <p:cNvSpPr/>
          <p:nvPr/>
        </p:nvSpPr>
        <p:spPr>
          <a:xfrm>
            <a:off x="6277356" y="2788920"/>
            <a:ext cx="5362956" cy="868680"/>
          </a:xfrm>
          <a:prstGeom prst="roundRect">
            <a:avLst>
              <a:gd name="adj" fmla="val 12632"/>
            </a:avLst>
          </a:prstGeom>
          <a:solidFill>
            <a:srgbClr val="EAF3F1"/>
          </a:solidFill>
          <a:ln w="12700">
            <a:solidFill>
              <a:srgbClr val="EAF3F1"/>
            </a:solidFill>
            <a:prstDash val="solid"/>
          </a:ln>
        </p:spPr>
      </p:sp>
      <p:sp>
        <p:nvSpPr>
          <p:cNvPr id="20" name="S15-cardtext550"/>
          <p:cNvSpPr txBox="1"/>
          <p:nvPr/>
        </p:nvSpPr>
        <p:spPr>
          <a:xfrm>
            <a:off x="6551676" y="2926080"/>
            <a:ext cx="4814316"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앞: 문이 있는 쪽</a:t>
            </a:r>
            <a:endParaRPr lang="ko-KR" sz="3000" dirty="0"/>
          </a:p>
        </p:txBody>
      </p:sp>
      <p:sp>
        <p:nvSpPr>
          <p:cNvPr id="21" name="S15-card551"/>
          <p:cNvSpPr/>
          <p:nvPr/>
        </p:nvSpPr>
        <p:spPr>
          <a:xfrm>
            <a:off x="6277356" y="3886200"/>
            <a:ext cx="5362956" cy="868680"/>
          </a:xfrm>
          <a:prstGeom prst="roundRect">
            <a:avLst>
              <a:gd name="adj" fmla="val 12632"/>
            </a:avLst>
          </a:prstGeom>
          <a:solidFill>
            <a:srgbClr val="EAF3F1"/>
          </a:solidFill>
          <a:ln w="12700">
            <a:solidFill>
              <a:srgbClr val="EAF3F1"/>
            </a:solidFill>
            <a:prstDash val="solid"/>
          </a:ln>
        </p:spPr>
      </p:sp>
      <p:sp>
        <p:nvSpPr>
          <p:cNvPr id="22" name="S15-cardtext552"/>
          <p:cNvSpPr txBox="1"/>
          <p:nvPr/>
        </p:nvSpPr>
        <p:spPr>
          <a:xfrm>
            <a:off x="6551676" y="4023360"/>
            <a:ext cx="4814316"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뒤는 반대쪽, 옆은 양쪽</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Education Classroom">
  <a:themeElements>
    <a:clrScheme name="Education Classroom">
      <a:dk1>
        <a:srgbClr val="1F2937"/>
      </a:dk1>
      <a:lt1>
        <a:srgbClr val="FFFFFF"/>
      </a:lt1>
      <a:dk2>
        <a:srgbClr val="264653"/>
      </a:dk2>
      <a:lt2>
        <a:srgbClr val="EAF3F1"/>
      </a:lt2>
      <a:accent1>
        <a:srgbClr val="E9762B"/>
      </a:accent1>
      <a:accent2>
        <a:srgbClr val="2A9D8F"/>
      </a:accent2>
      <a:accent3>
        <a:srgbClr val="C8434E"/>
      </a:accent3>
      <a:accent4>
        <a:srgbClr val="3D5A80"/>
      </a:accent4>
      <a:accent5>
        <a:srgbClr val="F2C14E"/>
      </a:accent5>
      <a:accent6>
        <a:srgbClr val="4B5563"/>
      </a:accent6>
      <a:hlink>
        <a:srgbClr val="3D5A80"/>
      </a:hlink>
      <a:folHlink>
        <a:srgbClr val="7A4E8A"/>
      </a:folHlink>
    </a:clrScheme>
    <a:fontScheme name="Education Classroom">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초3 사회·역사 그림과 기호로 나타내기</dc:title>
  <dc:subject>KR22-G03-SOC-SYMBOLS-L01</dc:subject>
  <dc:creator>education-ppt</dc:creator>
  <cp:lastModifiedBy>education-ppt</cp:lastModifiedBy>
  <cp:revision>1</cp:revision>
  <dcterms:created xsi:type="dcterms:W3CDTF">2026-10-26T09:31:18Z</dcterms:created>
  <dcterms:modified xsi:type="dcterms:W3CDTF">2026-10-26T09:31:18Z</dcterms:modified>
</cp:coreProperties>
</file>