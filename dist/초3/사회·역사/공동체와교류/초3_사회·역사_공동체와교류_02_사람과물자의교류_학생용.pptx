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406f008-826a-9145-4df3-c48b5b0f7cb4}">
          <p14:sldIdLst>
            <p14:sldId id="256"/>
            <p14:sldId id="257"/>
          </p14:sldIdLst>
        </p14:section>
        <p14:section name="개념" id="{64e9921d-9339-4517-5a0b-769c69754b52}">
          <p14:sldIdLst>
            <p14:sldId id="258"/>
            <p14:sldId id="259"/>
            <p14:sldId id="261"/>
            <p14:sldId id="262"/>
          </p14:sldIdLst>
        </p14:section>
        <p14:section name="연습" id="{53a0733c-1f29-dcb8-7876-d4055d501fa3}">
          <p14:sldIdLst>
            <p14:sldId id="260"/>
            <p14:sldId id="263"/>
            <p14:sldId id="264"/>
          </p14:sldIdLst>
        </p14:section>
        <p14:section name="개념" id="{da205675-c2e8-1e11-626e-a6099a852681}">
          <p14:sldIdLst/>
        </p14:section>
        <p14:section name="연습" id="{bba900db-ce3b-04d8-5b2a-a8db161f347f}">
          <p14:sldIdLst/>
        </p14:section>
        <p14:section name="확인" id="{6218c6b2-c6d1-efd4-657a-a5ee0d2484e4}">
          <p14:sldIdLst>
            <p14:sldId id="265"/>
            <p14:sldId id="266"/>
          </p14:sldIdLst>
        </p14:section>
        <p14:section name="정리" id="{8d59aedd-4f68-b4d3-42e1-b22bd851c433}">
          <p14:sldIdLst>
            <p14:sldId id="267"/>
          </p14:sldIdLst>
        </p14:section>
        <p14:section name="보충" id="{bbd27bab-0e99-52af-98a8-bacd9ff1a5f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공동체와교류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사람과 물자의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사람과 물자의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사회·역사 · 사람과 물자의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물자의 교류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물건은 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고장으로 오갈까?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다른 고장에 가는 까닭을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물자가 고장 사이를 오가는 까닭을 설명해요.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가족에게 같은 것은?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없는 물건이 필요하면?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먹을거리를 사는 곳은?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고장에 가는 까닭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얻으려고 다른 고장에 가요.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회사나 공장에서 일해요.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배우러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배우거나 체험해요.</a:t>
            </a:r>
            <a:endParaRPr lang="ko-KR" sz="30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얻으러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병원에 가거나 물건을 사요.</a:t>
            </a:r>
            <a:endParaRPr lang="ko-KR" sz="30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만나러, 구경하러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친척을 만나고 여행해요.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사람들의 나들이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고장 사람들도 우리 고장에 와요.</a:t>
            </a:r>
            <a:endParaRPr lang="ko-KR" sz="3000" dirty="0"/>
          </a:p>
        </p:txBody>
      </p:sp>
      <p:graphicFrame>
        <p:nvGraphicFramePr>
          <p:cNvPr id="5" name="S04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94183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14016"/>
                <a:gridCol w="526694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지호 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회사에서 일하려고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지호 사촌 언니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대학교에서 배우려고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지호 할머니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병원에서 치료받으려고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 사람들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별빛마을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 축제를 구경하려고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갔을까요?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골라 문장으로 말해요.</a:t>
            </a:r>
            <a:endParaRPr lang="ko-KR" sz="3000" dirty="0"/>
          </a:p>
        </p:txBody>
      </p:sp>
      <p:sp>
        <p:nvSpPr>
          <p:cNvPr id="4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일하러 · 배우러 · 치료받으러 · 사러 · 만나러 · 구경하러</a:t>
            </a:r>
            <a:endParaRPr lang="ko-KR" sz="3000" dirty="0"/>
          </a:p>
        </p:txBody>
      </p:sp>
      <p:sp>
        <p:nvSpPr>
          <p:cNvPr id="6" name="S05-chip2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 언니는 옆 고장 고등학교에 다녀요.</a:t>
            </a:r>
            <a:endParaRPr lang="ko-KR" sz="3000" dirty="0"/>
          </a:p>
        </p:txBody>
      </p:sp>
      <p:sp>
        <p:nvSpPr>
          <p:cNvPr id="8" name="S05-chip2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할아버지는 큰빛시의 큰 병원에 가셨어요.</a:t>
            </a:r>
            <a:endParaRPr lang="ko-KR" sz="3000" dirty="0"/>
          </a:p>
        </p:txBody>
      </p:sp>
      <p:sp>
        <p:nvSpPr>
          <p:cNvPr id="10" name="S05-chip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바닷가 갯벌에 다녀왔어요.</a:t>
            </a:r>
            <a:endParaRPr lang="ko-KR" sz="3000" dirty="0"/>
          </a:p>
        </p:txBody>
      </p:sp>
      <p:sp>
        <p:nvSpPr>
          <p:cNvPr id="12" name="S05-chip3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3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이모는 아침마다 큰빛시 회사에 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물자가 오가는 까닭</a:t>
            </a:r>
            <a:endParaRPr lang="ko-KR" sz="4000" dirty="0"/>
          </a:p>
        </p:txBody>
      </p:sp>
      <p:sp>
        <p:nvSpPr>
          <p:cNvPr id="3" name="S06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물자: 사람이 쓰는 먹을거리와 물건</a:t>
            </a:r>
            <a:endParaRPr lang="ko-KR" sz="3000" dirty="0"/>
          </a:p>
        </p:txBody>
      </p:sp>
      <p:sp>
        <p:nvSpPr>
          <p:cNvPr id="4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고장마다 많이 나는 것이 달라서 서로 주고받아요.</a:t>
            </a:r>
            <a:endParaRPr lang="ko-KR" sz="3000" dirty="0"/>
          </a:p>
        </p:txBody>
      </p:sp>
      <p:sp>
        <p:nvSpPr>
          <p:cNvPr id="6" name="S06-step36"/>
          <p:cNvSpPr txBox="1"/>
          <p:nvPr/>
        </p:nvSpPr>
        <p:spPr>
          <a:xfrm>
            <a:off x="548640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들판마을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쌀이 많아요</a:t>
            </a:r>
            <a:endParaRPr lang="ko-KR" sz="2400" dirty="0"/>
          </a:p>
        </p:txBody>
      </p:sp>
      <p:sp>
        <p:nvSpPr>
          <p:cNvPr id="7" name="S06-line37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38"/>
          <p:cNvSpPr txBox="1"/>
          <p:nvPr/>
        </p:nvSpPr>
        <p:spPr>
          <a:xfrm>
            <a:off x="3424428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쌀을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큰빛시로</a:t>
            </a:r>
            <a:endParaRPr lang="ko-KR" sz="2400" dirty="0"/>
          </a:p>
        </p:txBody>
      </p:sp>
      <p:sp>
        <p:nvSpPr>
          <p:cNvPr id="9" name="S06-line39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40"/>
          <p:cNvSpPr txBox="1"/>
          <p:nvPr/>
        </p:nvSpPr>
        <p:spPr>
          <a:xfrm>
            <a:off x="6300216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큰빛시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물건이 많아요</a:t>
            </a:r>
            <a:endParaRPr lang="ko-KR" sz="2400" dirty="0"/>
          </a:p>
        </p:txBody>
      </p:sp>
      <p:sp>
        <p:nvSpPr>
          <p:cNvPr id="11" name="S06-line41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42"/>
          <p:cNvSpPr txBox="1"/>
          <p:nvPr/>
        </p:nvSpPr>
        <p:spPr>
          <a:xfrm>
            <a:off x="9176004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옷·운동화를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들판마을로</a:t>
            </a:r>
            <a:endParaRPr lang="ko-KR" sz="2400" dirty="0"/>
          </a:p>
        </p:txBody>
      </p:sp>
      <p:sp>
        <p:nvSpPr>
          <p:cNvPr id="13" name="S06-line43"/>
          <p:cNvSpPr/>
          <p:nvPr/>
        </p:nvSpPr>
        <p:spPr>
          <a:xfrm>
            <a:off x="10408158" y="411480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06-line44"/>
          <p:cNvSpPr/>
          <p:nvPr/>
        </p:nvSpPr>
        <p:spPr>
          <a:xfrm flipH="1">
            <a:off x="1780794" y="443484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06-line45"/>
          <p:cNvSpPr/>
          <p:nvPr/>
        </p:nvSpPr>
        <p:spPr>
          <a:xfrm flipV="1">
            <a:off x="1780794" y="413308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주고받는 고장들</a:t>
            </a:r>
            <a:endParaRPr lang="ko-KR" sz="4000" dirty="0"/>
          </a:p>
        </p:txBody>
      </p:sp>
      <p:sp>
        <p:nvSpPr>
          <p:cNvPr id="3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물자가 고장 사이를 오가는 것을 교류라고 해요.</a:t>
            </a:r>
            <a:endParaRPr lang="ko-KR" sz="3000" dirty="0"/>
          </a:p>
        </p:txBody>
      </p:sp>
      <p:graphicFrame>
        <p:nvGraphicFramePr>
          <p:cNvPr id="8" name="S07-table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98116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11296"/>
                <a:gridCol w="416966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나는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고장에서 얻는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푸른바다마을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들판마을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김, 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옷, 운동화(공장)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생선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생선은 어디에서 왔을까?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시장에서 생선을 샀어요.</a:t>
            </a:r>
            <a:endParaRPr lang="ko-KR" sz="3000" dirty="0"/>
          </a:p>
        </p:txBody>
      </p:sp>
      <p:sp>
        <p:nvSpPr>
          <p:cNvPr id="5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별빛마을에는 바다가 없어요. 누구 말이 맞을까요?</a:t>
            </a:r>
            <a:endParaRPr lang="ko-KR" sz="3000" dirty="0"/>
          </a:p>
        </p:txBody>
      </p:sp>
      <p:sp>
        <p:nvSpPr>
          <p:cNvPr id="7" name="S08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5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생선은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별빛마을에서 잡았어요.</a:t>
            </a:r>
            <a:endParaRPr lang="ko-KR" sz="3000" dirty="0"/>
          </a:p>
        </p:txBody>
      </p:sp>
      <p:sp>
        <p:nvSpPr>
          <p:cNvPr id="9" name="S08-chip5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생선은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고장에서 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주고받을까요?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548640" y="4494276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4631436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푸른바다마을은 쌀을 어디에서 얻을까요?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들판마을의 남는 쌀은 어떻게 할까요?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큰빛시의 운동화는 어디로 갈까요? 왜?</a:t>
            </a:r>
            <a:endParaRPr lang="ko-KR" sz="3000" dirty="0"/>
          </a:p>
        </p:txBody>
      </p:sp>
      <p:graphicFrame>
        <p:nvGraphicFramePr>
          <p:cNvPr id="10" name="S09-table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3261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11296"/>
                <a:gridCol w="41696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나는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고장에서 얻는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푸른바다마을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들판마을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옷, 운동화(공장)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생선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솔바람마을</a:t>
            </a:r>
            <a:endParaRPr lang="ko-KR" sz="4000" dirty="0"/>
          </a:p>
        </p:txBody>
      </p:sp>
      <p:sp>
        <p:nvSpPr>
          <p:cNvPr id="3" name="S10-card6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솔바람마을 사람들이 큰빛시에 가는 까닭 두 가지는?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고장에 보내는 것과 얻는 것은? 왜 그럴까요?</a:t>
            </a:r>
            <a:endParaRPr lang="ko-KR" sz="3000" dirty="0"/>
          </a:p>
        </p:txBody>
      </p:sp>
      <p:sp>
        <p:nvSpPr>
          <p:cNvPr id="5" name="S10-passagebox62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3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솔바람마을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솔바람마을은 산이 많은 고장이에요. 솔바람마을에서는 사과가 많이 나요. 바다가 멀어서 생선은 나지 않아요. 큰 병원과 대학교는 큰빛시에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물건은 어디에서?</a:t>
            </a:r>
            <a:endParaRPr lang="ko-KR" sz="4000" dirty="0"/>
          </a:p>
        </p:txBody>
      </p:sp>
      <p:sp>
        <p:nvSpPr>
          <p:cNvPr id="3" name="S12-card6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온 곳을 세 가지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고장에서 온 것을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오가는 까닭을 말했어요</a:t>
            </a:r>
            <a:endParaRPr lang="ko-KR" sz="3000" dirty="0"/>
          </a:p>
        </p:txBody>
      </p:sp>
      <p:sp>
        <p:nvSpPr>
          <p:cNvPr id="5" name="S12-stepno66"/>
          <p:cNvSpPr txBox="1"/>
          <p:nvPr/>
        </p:nvSpPr>
        <p:spPr>
          <a:xfrm>
            <a:off x="548640" y="2046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2-text67"/>
          <p:cNvSpPr txBox="1"/>
          <p:nvPr/>
        </p:nvSpPr>
        <p:spPr>
          <a:xfrm>
            <a:off x="1325880" y="2046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 세 가지를 골라요.</a:t>
            </a:r>
            <a:endParaRPr lang="ko-KR" sz="3000" dirty="0"/>
          </a:p>
        </p:txBody>
      </p:sp>
      <p:sp>
        <p:nvSpPr>
          <p:cNvPr id="7" name="S12-stepno68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2-text69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포장에서 ‘원산지’, ‘생산지’를 찾아요.</a:t>
            </a:r>
            <a:endParaRPr lang="ko-KR" sz="3000" dirty="0"/>
          </a:p>
        </p:txBody>
      </p:sp>
      <p:sp>
        <p:nvSpPr>
          <p:cNvPr id="9" name="S12-stepno70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2-text71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곳을 기록표에 적어요.</a:t>
            </a:r>
            <a:endParaRPr lang="ko-KR" sz="3000" dirty="0"/>
          </a:p>
        </p:txBody>
      </p:sp>
      <p:sp>
        <p:nvSpPr>
          <p:cNvPr id="11" name="S12-stepno72"/>
          <p:cNvSpPr txBox="1"/>
          <p:nvPr/>
        </p:nvSpPr>
        <p:spPr>
          <a:xfrm>
            <a:off x="548640" y="4613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2-text73"/>
          <p:cNvSpPr txBox="1"/>
          <p:nvPr/>
        </p:nvSpPr>
        <p:spPr>
          <a:xfrm>
            <a:off x="1325880" y="4567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고장에서 왔을지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고장마다 많이 나는 것과 모자란 것이 달라서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물자가 고장 사이를 오가요(교류).</a:t>
            </a:r>
            <a:endParaRPr lang="ko-KR" sz="3000" dirty="0"/>
          </a:p>
        </p:txBody>
      </p:sp>
      <p:sp>
        <p:nvSpPr>
          <p:cNvPr id="5" name="S13-chip7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오가는 까닭 말하기</a:t>
            </a:r>
            <a:endParaRPr lang="ko-KR" sz="2400" dirty="0"/>
          </a:p>
        </p:txBody>
      </p:sp>
      <p:sp>
        <p:nvSpPr>
          <p:cNvPr id="6" name="S13-chip7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모두 우리 고장 것이라 여기기</a:t>
            </a:r>
            <a:endParaRPr lang="ko-KR" sz="2400" dirty="0"/>
          </a:p>
        </p:txBody>
      </p:sp>
      <p:sp>
        <p:nvSpPr>
          <p:cNvPr id="7" name="S13-text7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7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다른 고장에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까닭 두 가지는?</a:t>
            </a:r>
            <a:endParaRPr lang="ko-KR" sz="2400" dirty="0"/>
          </a:p>
        </p:txBody>
      </p:sp>
      <p:sp>
        <p:nvSpPr>
          <p:cNvPr id="9" name="S13-text8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바닷가 고장에서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나는 것은?</a:t>
            </a:r>
            <a:endParaRPr lang="ko-KR" sz="2400" dirty="0"/>
          </a:p>
        </p:txBody>
      </p:sp>
      <p:sp>
        <p:nvSpPr>
          <p:cNvPr id="10" name="S13-text8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사람과 물자가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오가는 것은?</a:t>
            </a:r>
            <a:endParaRPr lang="ko-KR" sz="2400" dirty="0"/>
          </a:p>
        </p:txBody>
      </p:sp>
      <p:sp>
        <p:nvSpPr>
          <p:cNvPr id="11" name="S13-text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지도 읽기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필요한 것을 얻어요</a:t>
            </a:r>
            <a:endParaRPr lang="ko-KR" sz="4000" dirty="0"/>
          </a:p>
        </p:txBody>
      </p:sp>
      <p:sp>
        <p:nvSpPr>
          <p:cNvPr id="3" name="S14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필요한데 우리 집에 없으면 어떻게 할까요?</a:t>
            </a:r>
            <a:endParaRPr lang="ko-KR" sz="3000" dirty="0"/>
          </a:p>
        </p:txBody>
      </p:sp>
      <p:sp>
        <p:nvSpPr>
          <p:cNvPr id="4" name="S14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고장도 필요한 것을 얻으려고 서로 오가요.</a:t>
            </a:r>
            <a:endParaRPr lang="ko-KR" sz="3000" dirty="0"/>
          </a:p>
        </p:txBody>
      </p:sp>
      <p:sp>
        <p:nvSpPr>
          <p:cNvPr id="6" name="S14-card86"/>
          <p:cNvSpPr/>
          <p:nvPr/>
        </p:nvSpPr>
        <p:spPr>
          <a:xfrm>
            <a:off x="548640" y="20345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87"/>
          <p:cNvSpPr txBox="1"/>
          <p:nvPr/>
        </p:nvSpPr>
        <p:spPr>
          <a:xfrm>
            <a:off x="822960" y="21717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사요</a:t>
            </a:r>
            <a:endParaRPr lang="ko-KR" sz="3000" dirty="0"/>
          </a:p>
        </p:txBody>
      </p:sp>
      <p:sp>
        <p:nvSpPr>
          <p:cNvPr id="8" name="S14-card88"/>
          <p:cNvSpPr/>
          <p:nvPr/>
        </p:nvSpPr>
        <p:spPr>
          <a:xfrm>
            <a:off x="548640" y="31318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89"/>
          <p:cNvSpPr txBox="1"/>
          <p:nvPr/>
        </p:nvSpPr>
        <p:spPr>
          <a:xfrm>
            <a:off x="822960" y="32689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이웃에게 빌려요</a:t>
            </a:r>
            <a:endParaRPr lang="ko-KR" sz="3000" dirty="0"/>
          </a:p>
        </p:txBody>
      </p:sp>
      <p:sp>
        <p:nvSpPr>
          <p:cNvPr id="10" name="S14-card90"/>
          <p:cNvSpPr/>
          <p:nvPr/>
        </p:nvSpPr>
        <p:spPr>
          <a:xfrm>
            <a:off x="548640" y="42291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91"/>
          <p:cNvSpPr txBox="1"/>
          <p:nvPr/>
        </p:nvSpPr>
        <p:spPr>
          <a:xfrm>
            <a:off x="822960" y="43662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것이 있는 곳에 가요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사회·역사 사람과 물자의 교류</dc:title>
  <dc:subject>KR22-G03-SOC-EXCHANGE-L01</dc:subject>
  <dc:creator>education-ppt</dc:creator>
  <cp:lastModifiedBy>education-ppt</cp:lastModifiedBy>
  <cp:revision>1</cp:revision>
  <dcterms:created xsi:type="dcterms:W3CDTF">2026-10-26T09:43:40Z</dcterms:created>
  <dcterms:modified xsi:type="dcterms:W3CDTF">2026-10-26T09:43:40Z</dcterms:modified>
</cp:coreProperties>
</file>