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a8513e4-ef1a-4799-179e-37b373354b4e}">
          <p14:sldIdLst>
            <p14:sldId id="256"/>
            <p14:sldId id="257"/>
          </p14:sldIdLst>
        </p14:section>
        <p14:section name="개념" id="{39bca0ff-d9fe-c785-044e-0de340c77a1f}">
          <p14:sldIdLst>
            <p14:sldId id="258"/>
            <p14:sldId id="259"/>
            <p14:sldId id="260"/>
            <p14:sldId id="263"/>
          </p14:sldIdLst>
        </p14:section>
        <p14:section name="연습" id="{16a9c676-714e-1282-087b-5073c8237cdd}">
          <p14:sldIdLst>
            <p14:sldId id="261"/>
            <p14:sldId id="262"/>
            <p14:sldId id="264"/>
          </p14:sldIdLst>
        </p14:section>
        <p14:section name="개념" id="{456de739-8eba-c6cc-9b1c-bef66f907e6c}">
          <p14:sldIdLst/>
        </p14:section>
        <p14:section name="연습" id="{5faaa676-66d5-803f-7318-81a423e47bbf}">
          <p14:sldIdLst/>
        </p14:section>
        <p14:section name="확인" id="{01eec8d9-405e-87c1-123e-c5aea965899e}">
          <p14:sldIdLst>
            <p14:sldId id="265"/>
            <p14:sldId id="266"/>
            <p14:sldId id="267"/>
          </p14:sldIdLst>
        </p14:section>
        <p14:section name="정리" id="{340dcafe-f129-d469-f40f-5254ea9a0e95}">
          <p14:sldIdLst>
            <p14:sldId id="268"/>
          </p14:sldIdLst>
        </p14:section>
        <p14:section name="보충" id="{5cd1ea52-c9cb-e9f2-e606-8f91d00f89f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가족의 모습이 집마다 다를 수 있다는 생각을 열어 줍니다.
시간: 약 2분
이렇게 말해 보세요
- “가족이 뭘까? 너는 가족이라는 말을 들으면 누가 떠올라?”
- “오늘은 여러 가족의 모습을 알아보고, 모습은 달라도 가족끼리 서로 돌본다는 것을 찾아볼 거야.”
예상 답
- “엄마, 아빠요.” “할머니요.” “우리 강아지도요.”
막히면
- “아플 때 누가 돌봐 줘? 밥은 누가 함께 먹어?”처럼 생활 장면으로 묻습니다.
주의
- 아이에게 가족 사정을 말하라고 하지 않습니다. 우리 가족 이야기는 아이가 말하고 싶은 만큼만 하고, 함께 사는 어른(친척, 위탁 부모 등) 누구든 ‘가족’으로 말해도 됩니다.
- 화면에 나오는 가족(하늘이네, 도윤이네, 서연이네, 은우네, 지호네, 민준이네, 유나네)은 모두 수업을 위해 지어낸 가족입니다. 어느 가족이 더 좋거나 나쁘다고 말하지 않습니다.
- 반려동물을 가족이라고 하면 “소중하게 함께 사는 마음이 가족 같구나.”라고 받아 주고, 오늘은 함께 사는 사람들의 모습을 알아본다고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확인(가족이 서로 돕는 일)]
목적: 가족이 서로 돌보고 돕는 일을 생활 속에서 말할 수 있는지 확인합니다. 오늘 ‘서로 돌보는 마음’을 찾을 때 바탕이 됩니다.
시간: 약 3분
이렇게 말해 보세요
- “①, 집에서 너를 돌봐 주는 일 하나만 말해 볼래? 누가 해 줘?”
- “②, 너는 가족을 위해 어떤 일을 해?”
예상 답
- ① “엄마가 밥을 차려 줘요.” “할머니가 학교에 데려다주세요.”
- ② “신발을 정리해요.” “동생이랑 놀아 줘요.”
막히면
- 오늘 아침부터 지금까지 있었던 일을 차례로 떠올리게 하고 “그때 누가 도와줬어?”라고 묻습니다.
- 돌보는 일을 하나도 말하지 못하면 S14(보충)를 먼저 합니다. 이 차시는 계획상 앞 차시가 없습니다(2학년 ‘서로 다른 생활’과 가까운 내용입니다).
주의
- 아이에게 가족 사정을 말하라고 하지 않습니다. 우리 가족 이야기는 아이가 말하고 싶은 만큼만 하고, 함께 사는 어른(친척, 위탁 부모 등) 누구든 ‘가족’으로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여러 가족의 모습 ①]
목적: 함께 사는 사람이 서로 다른 가족을 보여 줍니다(목표 A).
시간: 약 3분
이렇게 말해 보세요
- “세 가족을 만나 볼까? 카드를 같이 읽어 보자. 하늘이네에는 누가 함께 살아?”
- “도윤이네는 할머니, 할아버지와 도윤이가 살아. 서연이네는 엄마와 아빠가 태어난 나라가 달라.”
- “세 가족은 무엇이 다르지?”
예상 답
- “함께 사는 사람이 달라요.” “서연이네는 두 나라 말을 해요.”
막히면
- 카드마다 손가락으로 가족을 하나씩 세며 “몇 사람이 살아? 누구누구야?”라고 묻습니다.
주의
- ‘왜 아빠가 없어?’처럼 까닭을 묻는 질문이 나오면 “가족마다 사정이 달라. 그건 그 가족이 말하고 싶을 때 듣는 거야.”라고 답해 줍니다(오해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여러 가족의 모습 ②]
목적: 가족이 된 방법이나 함께 사는 세대가 다른 가족을 보여 주고, 가족의 뜻을 정리합니다(목표 A).
시간: 약 3분
이렇게 말해 보세요
- “은우는 아기 때 입양으로 엄마, 아빠와 가족이 되었어. 입양은 낳은 부모가 아니어도 법에 따라 부모와 자녀가 되어 한 가족이 되는 거야.”
- “지호네는 할머니부터 동생까지 여러 세대가 함께 살고, 민준이네는 부모와 자녀가 함께 살아.”
- “여섯 가족 모두 모습은 다르지만, 같은 점이 있을까?”
예상 답
- “모두 함께 살아요.” “서로 사랑해요.” “서로 도와줘요.”
막히면
- “아플 때 누가 돌봐 줄까? 하늘이네는? 은우네는?”처럼 가족마다 돌보는 사람을 떠올리게 합니다.
주의
- 입양은 자연스럽고 소중한 가족이 되는 방법입니다. ‘진짜 부모가 아니다’ 같은 말이 나오면 S07에서 다시 생각해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가족의 모습을 나타내는 말]
목적: 가족의 모습을 설명할 때 쓰는 말을 알려 줍니다. 말은 모습을 이해하려고 쓰는 것이지 친구를 부르는 이름표가 아닙니다(목표 A).
시간: 약 3분
이렇게 말해 보세요
- “가족의 모습을 이렇게 부르기도 해. 하늘이네처럼 엄마나 아빠 한 분과 자녀가 사는 가족을 한부모 가족이라고 해.”
- “도윤이네는 어떤 말일까? 서연이네는? 은우네는?”
- “부르는 말은 달라도 모두 같은 가족이야. 어느 가족이 더 좋은 게 아니야.”
예상 답
- “도윤이네는 조손 가족이에요.” “서연이네는 다문화 가족, 은우네는 입양 가족이에요.”
막히면
- 왼쪽 칸을 먼저 읽고, S03·S04의 카드 가운데 같은 모습을 찾아 짝짓게 합니다.
주의
- ‘조손’은 할아버지·할머니(조부모)와 손주를 함께 이르는 말입니다.
- 다문화 가족도 우리 이웃이며 한국에서 함께 사는 가족입니다. ‘외국 사람 가족’이라고만 말하지 않게 합니다.
- 이 말들로 친구를 부르지 않습니다(예: “너는 한부모 가족이지?”라고 말하지 않기).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가족의 모습 설명하기]
목적: 처음 보는 가족을 읽고 누가 함께 사는지, 어떤 모습의 가족인지 설명합니다(목표 A).
시간: 약 3분
이렇게 말해 보세요
- “①, 누가 함께 살아? 그럼 어떤 모습의 가족이라고 할 수 있을까?”
- “②, ③도 해 볼래? 아래의 말을 써도 되고 네 말로 설명해도 돼.”
정답
- ① 아빠와 쌍둥이 자매가 함께 사는 한부모 가족
- ② 할아버지와 손자 둘이 함께 사는 조손 가족
- ③ 엄마가 다른 나라에서 와서 가족이 된 다문화 가족
- 기준: 누가 함께 사는지(또는 어떻게 가족이 되었는지)를 말하면 맞습니다. 부르는 말을 잊어도 모습을 바르게 설명하면 됩니다.
막히면
- S05의 표 왼쪽 칸과 하나씩 견주어 보게 합니다.
주의
- 부르는 말만 외우게 하지 않습니다. “어떻게 알았어?”라고 물어 모습을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비교(진짜 가족은 따로 있을까?)]
목적: 엄마·아빠·자녀가 모두 있어야만 가족이라는 생각을 여러 가족의 모습으로 다시 생각해 봅니다(목표 A, 오해 M1). 누구 편을 드는지보다 까닭을 말하는지를 봅니다.
시간: 약 3분
이렇게 말해 보세요
- “가와 나 가운데 누구 말에 고개가 끄덕여져? 왜?”
- “하늘이네는 엄마와 하늘이 둘이 살아. 은우는 입양으로 가족이 되었어. 이 가족들도 가족일까?”
정답
- 나에 가깝습니다. 하늘이네, 도윤이네, 은우네처럼 함께 사는 사람이나 가족이 된 방법은 달라도, 함께 살며 서로 돌보고 아끼면 가족입니다.
- 기준: 오늘 만난 가족 가운데 하나를 예로 들어 까닭을 말하면 잘함.
막히면
- “하늘이가 아플 때 누가 돌봐 줄까? 그럼 하늘이네는 가족일까?”라고 묻습니다.
주의
- ‘가’라고 답해도 꾸짖지 않습니다. “그렇게 생각할 수도 있지. 그럼 하늘이네는 어떨까?”라고 예를 들어 다시 생각하게 합니다.
- 여기까지가 가족의 모습을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모습은 달라도 서로 돌보는 가족]
목적: 모습이 다른 가족들이 모두 서로 돌보는 모습을 보여 줍니다(목표 B).
시간: 약 4분
이렇게 말해 보세요
- “하늘이네는 엄마가 하늘이 숙제를 봐 주고, 하늘이는 엄마가 벗어 둔 신발을 정리해 드려. 누가 누구를 돌봐?”
- “네 가족 모두 한쪽만 돌보는 걸까, 서로 돌보는 걸까?”
- “우리 집에서는 서로 어떻게 돌보고 있을까?”
예상 답
- “서로 돌봐요. 어른도 아이를 돌보고 아이도 어른을 도와요.”
- “엄마가 밥을 해 주고 나는 수저를 놓아요.”
막히면
- 표의 한 줄을 읽고 “여기서 돌봐 주는 사람은? 돌봄을 받는 사람은?”이라고 나누어 묻습니다.
주의
- 아이도 가족을 돌볼 수 있다는 점을 강조합니다. 우리 집 이야기는 아이가 말하고 싶은 만큼만 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다양한 가족과 이웃을 존중하는 말과 행동]
목적: 나와 다른 가족·이웃을 대할 때 존중하는 말과 행동을 고르고 까닭을 말합니다(목표 B, 오해 M2·M3).
시간: 약 3분
이렇게 말해 보세요
- “친구가 ‘우리 집은 할머니랑 살아.’라고 말했어. ①처럼 말하면 친구 마음이 어떨까? ②처럼 말하면?”
- “③, 옆집에 다른 나라에서 온 가족이 이사 왔어. 반갑게 인사하는 건 어때?”
정답
- ① ○ 다른 모습을 그대로 받아들이고 관심을 보이는 말이에요.
- ② × 다르다는 까닭으로 놀리는 말이라 친구가 속상해요.
- ③ ○ 이웃을 반갑게 맞는 행동이에요.
- 기준: ○·×와 함께 듣는 사람의 마음을 까닭으로 말하면 맞습니다.
막히면
- “네가 그 말을 들으면 기분이 어떨까?”라고 아이 입장에서 생각하게 합니다.
주의
- ‘불쌍하다’, ‘안됐다’ 같은 말도 친구의 가족을 낮추어 보는 말이 될 수 있다고 알려 줍니다(오해 M2).
- 친구 가족의 사정을 꼬치꼬치 묻거나 다른 친구에게 옮기지 않고, 친구가 말하고 싶은 만큼만 듣는 것도 존중이라고 짚어 줍니다(오해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가족 이야기)]
목적: 처음 보는 가족 이야기에서 가족의 모습과 서로 돌보는 모습을 찾고, 존중하는 말로 소개하는지 확인합니다(목표 A·B).
시간: 약 4분
이렇게 말해 보세요
- “유나네 가족 이야기를 소리 내어 읽어 볼래? 그리고 ①, ②, ③에 답해 줘. 활동지 3에 같은 글이 있으니 밑줄을 그어도 돼.”
정답
- ① 할머니, 엄마, 유나, 동생(여러 세대가 함께 살아요)
- ② 할머니가 간식을 챙겨 주세요 / 유나가 동생 숙제를 봐 줘요 / 유나와 엄마가 할머니 어깨를 주물러 드려요 (두 가지면 맞음)
- ③ 예: “유나네는 할머니, 엄마, 동생과 함께 서로 돌보며 사는 가족이에요.” (놀리거나 낮추는 말 없이 함께 사는 사람과 돌보는 모습을 말하면 맞음)
막히면
- 바로 알려 주지 말고 “누가 누구를 도와줬는지 찾아볼까?”라고만 묻습니다.
- 도움을 받아 해결했다면 기록표에 ‘도움’으로 표시합니다.
주의
- 유나네에 아빠가 나오지 않는 까닭을 묻는 것은 이 문제의 목적이 아닙니다. 아이가 물으면 “글에 나온 대로만 말하자.”라고 안내합니다.
- 세 문제 모두 기준에 맞으면 목표 A·B를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보자. 오른쪽처럼 말하면 듣는 사람 마음이 어떨까?”
예상 답
- “‘불쌍해요’는 유나네를 낮추는 말 같아요.”
정답
- ① 할머니, 엄마, 유나, 동생 ② 할머니가 간식을 챙겨 줌, 유나가 동생 숙제를 봐 줌, 할머니 어깨를 주물러 드림 가운데 두 가지 ③ 함께 사는 사람과 돌보는 모습을 존중하는 말로 소개
막히면
- 글에서 돌보는 모습에 밑줄을 그으며 다시 찾아봅니다.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우리 가족 돌봄 실천 정하기]
목적: 나를 돌봐 주는 가족의 일을 찾고, 내가 가족을 위해 할 돌봄 하나를 정해 실천합니다. 고마운 마음은 지금 바로 말로 전합니다(목표 B). 일주일 실천은 활동지 5에 기록합니다.
시간: 약 5분
이렇게 말해 보세요
- “너를 돌봐 주는 일을 두 가지 찾아볼까? 누가, 무엇을 해 줘?”
- “이번에는 네가 가족을 돌볼 수 있는 일을 하나 정해 보자. 언제 할까?”
- “고마운 마음을 지금 한번 말로 전해 볼래?”
예상 답
- 예: “할머니가 아침밥을 차려 주시고, 엄마가 숙제를 봐 줘요.” “저는 저녁마다 수저를 놓을게요.” “할머니, 맛있는 밥 고맙습니다.”
정답
- 기준: ① 돌봐 주는 일 두 가지 ② 내가 할 돌봄 하나(언제 할지 포함) ③ 고마운 마음을 말로 전함. 세 가지를 모두 하면 목표 B를 이룬 것으로 봅니다. 가족마다 답이 다릅니다.
막히면
- S08의 표에서 아이가 할 수 있는 일(신발 정리, 책 읽어 주기, 약 챙기기 등)을 골라 보게 합니다.
주의
- 아이에게 가족 사정을 말하라고 하지 않습니다. 우리 가족 이야기는 아이가 말하고 싶은 만큼만 하고, 함께 사는 어른(친척, 위탁 부모 등) 누구든 ‘가족’으로 말해도 됩니다.
- 실천은 작아도 괜찮습니다. 아이가 정한 일을 했을 때 부모가 고마움을 말로 표현해 주면 오래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“가족의 모습은 왜 집마다 다를까? 그래도 모든 가족에게 같은 것은 뭐였지?”
예상 답
- “함께 사는 사람이 달라서요. 서로 돌보는 마음은 같아요.”
정답
- ① 조손 가족(할머니·할아버지와 손주가 사는 가족) ② 서로 돌보고 아끼는 마음 ③ 예: “우리 집과 다르구나.” (놀리지 않고 그대로 받아들이는 말이면 맞음)
막히면
- S07과 S08을 다시 보여 줍니다.
주의
- 다음 수업 전까지 활동지 5의 돌봄 실천 기록을 함께 채워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보충(가족이 서로 돕는 일 찾기)]
목적: S02에서 가족이 서로 돕는 일을 말하기 어려워하면, 생활 장면 카드로 돌봄을 먼저 찾아봅니다.
시간: 약 4분
이렇게 말해 보세요
- “카드를 하나씩 읽어 볼까? 우리 집에서도 이런 일이 있어? 누가 해?”
- “이 가운데 네가 할 수 있는 일은 무엇일까?”
정답
- 예: “엄마가 밥을 차려 줘요.” “저는 같이 청소해요.” (가족이 하는 돌봄을 하나 이상 말하면 맞음)
막히면
- 부모가 먼저 “엄마(아빠)는 네가 아플 때 약을 챙겨 줬지.”처럼 예를 들어 줍니다.
주의
- 이 차시는 계획상 앞 차시가 없습니다. 보충 뒤에도 어려우면 며칠 동안 저녁마다 ‘오늘 가족이 서로 도운 일’을 하나씩 이야기한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공동체와교류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가족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가지 가족의 모습을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서로 돌보는 마음을 찾고 존중하는 말을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하는 일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서로 도우며 살아요.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나를 돌봐 주는 일 하나는?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가족을 돕는 일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가족을 만나요 ①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엄마와 하늘이, 두 사람이 함께 살아요.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4322064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4596384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할아버지와 도윤이가 함께 살아요.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8095488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8369808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엄마와 아빠가 태어난 나라가 달라요. 집에서 두 나라 말을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가족을 만나요 ②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 살며 서로 돌보고 아끼는 사람들이에요.</a:t>
            </a:r>
            <a:endParaRPr lang="ko-KR" sz="3000" dirty="0"/>
          </a:p>
        </p:txBody>
      </p:sp>
      <p:sp>
        <p:nvSpPr>
          <p:cNvPr id="5" name="S04-card16"/>
          <p:cNvSpPr/>
          <p:nvPr/>
        </p:nvSpPr>
        <p:spPr>
          <a:xfrm>
            <a:off x="548640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7"/>
          <p:cNvSpPr txBox="1"/>
          <p:nvPr/>
        </p:nvSpPr>
        <p:spPr>
          <a:xfrm>
            <a:off x="822960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은우네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은우는 아기 때 입양으로 엄마, 아빠와 가족이 되었어요.</a:t>
            </a:r>
            <a:endParaRPr lang="ko-KR" sz="3000" dirty="0"/>
          </a:p>
        </p:txBody>
      </p:sp>
      <p:sp>
        <p:nvSpPr>
          <p:cNvPr id="7" name="S04-card18"/>
          <p:cNvSpPr/>
          <p:nvPr/>
        </p:nvSpPr>
        <p:spPr>
          <a:xfrm>
            <a:off x="4322064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9"/>
          <p:cNvSpPr txBox="1"/>
          <p:nvPr/>
        </p:nvSpPr>
        <p:spPr>
          <a:xfrm>
            <a:off x="4596384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엄마, 아빠, 지호, 동생이 함께 살아요.</a:t>
            </a:r>
            <a:endParaRPr lang="ko-KR" sz="3000" dirty="0"/>
          </a:p>
        </p:txBody>
      </p:sp>
      <p:sp>
        <p:nvSpPr>
          <p:cNvPr id="9" name="S04-card20"/>
          <p:cNvSpPr/>
          <p:nvPr/>
        </p:nvSpPr>
        <p:spPr>
          <a:xfrm>
            <a:off x="8095488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1"/>
          <p:cNvSpPr txBox="1"/>
          <p:nvPr/>
        </p:nvSpPr>
        <p:spPr>
          <a:xfrm>
            <a:off x="8369808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민준이네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아빠, 누나와 민준이가 함께 살아요.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모습을 나타내는 말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말은 달라도 모두 소중한 가족이에요.</a:t>
            </a:r>
            <a:endParaRPr lang="ko-KR" sz="3000" dirty="0"/>
          </a:p>
        </p:txBody>
      </p:sp>
      <p:graphicFrame>
        <p:nvGraphicFramePr>
          <p:cNvPr id="6" name="S05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7242048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부르기도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엄마나 아빠 한 분과 자녀가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한부모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할머니·할아버지와 손주가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조손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중에 다른 나라에서 온 사람이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다문화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입양으로 가족이 되었어요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입양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세대가 함께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부모와 자녀가 함께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가족일까요?</a:t>
            </a:r>
            <a:endParaRPr lang="ko-KR" sz="4000" dirty="0"/>
          </a:p>
        </p:txBody>
      </p:sp>
      <p:sp>
        <p:nvSpPr>
          <p:cNvPr id="3" name="S06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함께 사는지 말하고 설명해요.</a:t>
            </a:r>
            <a:endParaRPr lang="ko-KR" sz="3000" dirty="0"/>
          </a:p>
        </p:txBody>
      </p:sp>
      <p:sp>
        <p:nvSpPr>
          <p:cNvPr id="4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한부모 · 조손 · 다문화 · 입양 · 확대 가족 · 핵가족</a:t>
            </a:r>
            <a:endParaRPr lang="ko-KR" sz="3000" dirty="0"/>
          </a:p>
        </p:txBody>
      </p:sp>
      <p:sp>
        <p:nvSpPr>
          <p:cNvPr id="6" name="S06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쌍둥이 자매가 함께 살아요.</a:t>
            </a:r>
            <a:endParaRPr lang="ko-KR" sz="3000" dirty="0"/>
          </a:p>
        </p:txBody>
      </p:sp>
      <p:sp>
        <p:nvSpPr>
          <p:cNvPr id="8" name="S06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할아버지와 손자 둘이 함께 살아요.</a:t>
            </a:r>
            <a:endParaRPr lang="ko-KR" sz="3000" dirty="0"/>
          </a:p>
        </p:txBody>
      </p:sp>
      <p:sp>
        <p:nvSpPr>
          <p:cNvPr id="10" name="S06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다른 나라에서 와서 아빠와 가족이 되었어요.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끄덕여지나요?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‘가족’이 무엇인지 두 친구가 말했어요.</a:t>
            </a:r>
            <a:endParaRPr lang="ko-KR" sz="3000" dirty="0"/>
          </a:p>
        </p:txBody>
      </p:sp>
      <p:sp>
        <p:nvSpPr>
          <p:cNvPr id="5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고개가 끄덕여지나요? 까닭도 말해요.</a:t>
            </a:r>
            <a:endParaRPr lang="ko-KR" sz="3000" dirty="0"/>
          </a:p>
        </p:txBody>
      </p:sp>
      <p:sp>
        <p:nvSpPr>
          <p:cNvPr id="7" name="S07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다 있어야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가족이에요.</a:t>
            </a:r>
            <a:endParaRPr lang="ko-KR" sz="3000" dirty="0"/>
          </a:p>
        </p:txBody>
      </p:sp>
      <p:sp>
        <p:nvSpPr>
          <p:cNvPr id="9" name="S07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살며 서로 돌보면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가족이에요.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돌보는 마음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모든 가족은 서로 돌보고 아껴요.</a:t>
            </a:r>
            <a:endParaRPr lang="ko-KR" sz="3000" dirty="0"/>
          </a:p>
        </p:txBody>
      </p:sp>
      <p:graphicFrame>
        <p:nvGraphicFramePr>
          <p:cNvPr id="9" name="S08-table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8997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돌보는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엄마는 숙제를 봐 주고, 하늘이는 신발을 정리해요.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도윤이네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할머니는 간식을, 도윤이는 할아버지 약을 챙겨요.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서연이네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엄마는 고향 음식을 해 주고, 서연이는 동생과 놀아요.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은우네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아빠는 은우와 자전거를 타고, 은우는 편지를 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</a:t>
            </a:r>
            <a:endParaRPr lang="ko-KR" sz="4000" dirty="0"/>
          </a:p>
        </p:txBody>
      </p:sp>
      <p:sp>
        <p:nvSpPr>
          <p:cNvPr id="3" name="S09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행동에 ○, 아니면 × 해요.</a:t>
            </a:r>
            <a:endParaRPr lang="ko-KR" sz="3000" dirty="0"/>
          </a:p>
        </p:txBody>
      </p:sp>
      <p:sp>
        <p:nvSpPr>
          <p:cNvPr id="4" name="S09-chip4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4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집과 다르구나. 재미있다!”</a:t>
            </a:r>
            <a:endParaRPr lang="ko-KR" sz="3000" dirty="0"/>
          </a:p>
        </p:txBody>
      </p:sp>
      <p:sp>
        <p:nvSpPr>
          <p:cNvPr id="6" name="S09-chip4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4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집은 이상해.”</a:t>
            </a:r>
            <a:endParaRPr lang="ko-KR" sz="3000" dirty="0"/>
          </a:p>
        </p:txBody>
      </p:sp>
      <p:sp>
        <p:nvSpPr>
          <p:cNvPr id="8" name="S09-chip5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 온 이웃에게 반갑게 인사해요.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 가족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 함께 사나요?  ② 서로 돌보는 모습 두 가지는?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유나네 가족을 존중하는 말로 소개해 봐요.</a:t>
            </a:r>
            <a:endParaRPr lang="ko-KR" sz="30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 가족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유나는 할머니, 엄마, 동생과 함께 살아요. 엄마는 회사에 다니고, 할머니는 유나와 동생이 학교에서 돌아오면 간식을 챙겨 주세요. 유나는 저녁에 동생의 숙제를 봐 주고, 주말에는 엄마와 함께 할머니 어깨를 주물러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사는 사람과 서로 돌보는 모습을 존중하는 말로 말해요.</a:t>
            </a:r>
            <a:endParaRPr lang="ko-KR" sz="3000" dirty="0"/>
          </a:p>
        </p:txBody>
      </p:sp>
      <p:sp>
        <p:nvSpPr>
          <p:cNvPr id="5" name="S11-chip5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59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할머니, 엄마, 유나, 동생</a:t>
            </a:r>
            <a:endParaRPr lang="ko-KR" sz="3000" dirty="0"/>
          </a:p>
        </p:txBody>
      </p:sp>
      <p:sp>
        <p:nvSpPr>
          <p:cNvPr id="7" name="S11-text60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간식 챙기기, 숙제 봐 주기</a:t>
            </a:r>
            <a:endParaRPr lang="ko-KR" sz="3000" dirty="0"/>
          </a:p>
        </p:txBody>
      </p:sp>
      <p:sp>
        <p:nvSpPr>
          <p:cNvPr id="8" name="S11-text61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“서로 돌보는 가족이에요.”</a:t>
            </a:r>
            <a:endParaRPr lang="ko-KR" sz="3000" dirty="0"/>
          </a:p>
        </p:txBody>
      </p:sp>
      <p:sp>
        <p:nvSpPr>
          <p:cNvPr id="9" name="S11-chip6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0" name="S11-text6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“아빠가 없어서 불쌍해요.”</a:t>
            </a:r>
            <a:endParaRPr lang="ko-KR" sz="3000" dirty="0"/>
          </a:p>
        </p:txBody>
      </p:sp>
      <p:sp>
        <p:nvSpPr>
          <p:cNvPr id="11" name="S11-text6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낮추어 보는 말</a:t>
            </a:r>
            <a:endParaRPr lang="ko-KR" sz="2400" dirty="0"/>
          </a:p>
        </p:txBody>
      </p:sp>
      <p:sp>
        <p:nvSpPr>
          <p:cNvPr id="12" name="S11-text6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돌봄을 하나만 찾음</a:t>
            </a:r>
            <a:endParaRPr lang="ko-KR" sz="3000" dirty="0"/>
          </a:p>
        </p:txBody>
      </p:sp>
      <p:sp>
        <p:nvSpPr>
          <p:cNvPr id="13" name="S11-text6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다시 읽어요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 돌봄 실천</a:t>
            </a:r>
            <a:endParaRPr lang="ko-KR" sz="4000" dirty="0"/>
          </a:p>
        </p:txBody>
      </p:sp>
      <p:sp>
        <p:nvSpPr>
          <p:cNvPr id="3" name="S12-card6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돌봐 주는 일을 두 가지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내가 할 일과 때를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고마운 마음을 말로 전했어요</a:t>
            </a:r>
            <a:endParaRPr lang="ko-KR" sz="3000" dirty="0"/>
          </a:p>
        </p:txBody>
      </p:sp>
      <p:sp>
        <p:nvSpPr>
          <p:cNvPr id="5" name="S12-stepno6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70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돌봐 주는 일을 찾아요.</a:t>
            </a:r>
            <a:endParaRPr lang="ko-KR" sz="3000" dirty="0"/>
          </a:p>
        </p:txBody>
      </p:sp>
      <p:sp>
        <p:nvSpPr>
          <p:cNvPr id="7" name="S12-stepno7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72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돌봄을 하나 정해요.</a:t>
            </a:r>
            <a:endParaRPr lang="ko-KR" sz="3000" dirty="0"/>
          </a:p>
        </p:txBody>
      </p:sp>
      <p:sp>
        <p:nvSpPr>
          <p:cNvPr id="9" name="S12-stepno7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74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할지 정해요.</a:t>
            </a:r>
            <a:endParaRPr lang="ko-KR" sz="3000" dirty="0"/>
          </a:p>
        </p:txBody>
      </p:sp>
      <p:sp>
        <p:nvSpPr>
          <p:cNvPr id="11" name="S12-stepno7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76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하고 기록해요.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 여러 가지예요.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서로 돌보고 아끼는 마음은 같아요.</a:t>
            </a:r>
            <a:endParaRPr lang="ko-KR" sz="3000" dirty="0"/>
          </a:p>
        </p:txBody>
      </p:sp>
      <p:sp>
        <p:nvSpPr>
          <p:cNvPr id="5" name="S13-chip7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가족 모습 존중하기</a:t>
            </a:r>
            <a:endParaRPr lang="ko-KR" sz="2400" dirty="0"/>
          </a:p>
        </p:txBody>
      </p:sp>
      <p:sp>
        <p:nvSpPr>
          <p:cNvPr id="6" name="S13-chip8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다르다고 놀리기</a:t>
            </a:r>
            <a:endParaRPr lang="ko-KR" sz="2400" dirty="0"/>
          </a:p>
        </p:txBody>
      </p:sp>
      <p:sp>
        <p:nvSpPr>
          <p:cNvPr id="7" name="S13-text8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할머니·할아버지와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손주가 사는 가족은?</a:t>
            </a:r>
            <a:endParaRPr lang="ko-KR" sz="2400" dirty="0"/>
          </a:p>
        </p:txBody>
      </p:sp>
      <p:sp>
        <p:nvSpPr>
          <p:cNvPr id="9" name="S13-text8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모든 가족에게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것은?</a:t>
            </a:r>
            <a:endParaRPr lang="ko-KR" sz="2400" dirty="0"/>
          </a:p>
        </p:txBody>
      </p:sp>
      <p:sp>
        <p:nvSpPr>
          <p:cNvPr id="10" name="S13-text8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친구 가족이 나와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다를 때 할 말은?</a:t>
            </a:r>
            <a:endParaRPr lang="ko-KR" sz="2400" dirty="0"/>
          </a:p>
        </p:txBody>
      </p:sp>
      <p:sp>
        <p:nvSpPr>
          <p:cNvPr id="11" name="S13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사람과 물자의 교류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가족이 돕는 일</a:t>
            </a:r>
            <a:endParaRPr lang="ko-KR" sz="4000" dirty="0"/>
          </a:p>
        </p:txBody>
      </p:sp>
      <p:sp>
        <p:nvSpPr>
          <p:cNvPr id="3" name="S14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본 모습을 골라 말해요.</a:t>
            </a:r>
            <a:endParaRPr lang="ko-KR" sz="3000" dirty="0"/>
          </a:p>
        </p:txBody>
      </p:sp>
      <p:sp>
        <p:nvSpPr>
          <p:cNvPr id="5" name="S14-card8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8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차려요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먹을 밥을 준비해요.</a:t>
            </a:r>
            <a:endParaRPr lang="ko-KR" sz="3000" dirty="0"/>
          </a:p>
        </p:txBody>
      </p:sp>
      <p:sp>
        <p:nvSpPr>
          <p:cNvPr id="7" name="S14-card9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9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돌봐요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 챙기고 곁에 있어요.</a:t>
            </a:r>
            <a:endParaRPr lang="ko-KR" sz="3000" dirty="0"/>
          </a:p>
        </p:txBody>
      </p:sp>
      <p:sp>
        <p:nvSpPr>
          <p:cNvPr id="9" name="S14-card9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9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들어요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속상한 일을 들어 줘요.</a:t>
            </a:r>
            <a:endParaRPr lang="ko-KR" sz="3000" dirty="0"/>
          </a:p>
        </p:txBody>
      </p:sp>
      <p:sp>
        <p:nvSpPr>
          <p:cNvPr id="11" name="S14-card9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9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치워요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집을 같이 정리해요.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다양한 가족</dc:title>
  <dc:subject>KR22-G03-SOC-FAMILIES-L01</dc:subject>
  <dc:creator>education-ppt</dc:creator>
  <cp:lastModifiedBy>education-ppt</cp:lastModifiedBy>
  <cp:revision>1</cp:revision>
  <dcterms:created xsi:type="dcterms:W3CDTF">2026-10-26T09:43:37Z</dcterms:created>
  <dcterms:modified xsi:type="dcterms:W3CDTF">2026-10-26T09:43:37Z</dcterms:modified>
</cp:coreProperties>
</file>