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2c834ef-1a42-571c-357c-eb4d844177b4}">
          <p14:sldIdLst>
            <p14:sldId id="256"/>
            <p14:sldId id="257"/>
          </p14:sldIdLst>
        </p14:section>
        <p14:section name="개념" id="{3df095fe-8d73-9b74-7c5b-7bc04c620b59}">
          <p14:sldIdLst>
            <p14:sldId id="258"/>
            <p14:sldId id="259"/>
            <p14:sldId id="260"/>
            <p14:sldId id="263"/>
          </p14:sldIdLst>
        </p14:section>
        <p14:section name="연습" id="{640302e1-71b6-3c93-2c4e-51287d34584e}">
          <p14:sldIdLst>
            <p14:sldId id="261"/>
            <p14:sldId id="262"/>
            <p14:sldId id="264"/>
          </p14:sldIdLst>
        </p14:section>
        <p14:section name="개념" id="{6feb2550-2dae-7f52-6f23-337b4070b6ff}">
          <p14:sldIdLst/>
        </p14:section>
        <p14:section name="연습" id="{b845f626-651e-03eb-9992-5374002468c3}">
          <p14:sldIdLst/>
        </p14:section>
        <p14:section name="확인" id="{886d30c7-5b84-5283-604b-97548b09e026}">
          <p14:sldIdLst>
            <p14:sldId id="265"/>
            <p14:sldId id="266"/>
          </p14:sldIdLst>
        </p14:section>
        <p14:section name="정리" id="{5fa4e8ee-e526-446b-7cc6-4ca6024784ba}">
          <p14:sldIdLst>
            <p14:sldId id="267"/>
          </p14:sldIdLst>
        </p14:section>
        <p14:section name="보충" id="{45a83e43-4641-9b42-563f-e48e1d18af6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공동체와교류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다양한 가족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가족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가지 가족의 모습을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서로 돌보는 마음을 찾고 존중하는 말을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하는 일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서로 도우며 살아요.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나를 돌봐 주는 일 하나는?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가족을 돕는 일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가족을 만나요 ①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엄마와 하늘이, 두 사람이 함께 살아요.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4322064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4596384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할아버지와 도윤이가 함께 살아요.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8095488" y="259308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8369808" y="273024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서연이네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엄마와 아빠가 태어난 나라가 달라요. 집에서 두 나라 말을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가족을 만나요 ②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가족은 함께 살며 서로 돌보고 아끼는 사람들이에요.</a:t>
            </a:r>
            <a:endParaRPr lang="ko-KR" sz="3000" dirty="0"/>
          </a:p>
        </p:txBody>
      </p:sp>
      <p:sp>
        <p:nvSpPr>
          <p:cNvPr id="5" name="S04-card16"/>
          <p:cNvSpPr/>
          <p:nvPr/>
        </p:nvSpPr>
        <p:spPr>
          <a:xfrm>
            <a:off x="548640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7"/>
          <p:cNvSpPr txBox="1"/>
          <p:nvPr/>
        </p:nvSpPr>
        <p:spPr>
          <a:xfrm>
            <a:off x="822960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은우네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은우는 아기 때 입양으로 엄마, 아빠와 가족이 되었어요.</a:t>
            </a:r>
            <a:endParaRPr lang="ko-KR" sz="3000" dirty="0"/>
          </a:p>
        </p:txBody>
      </p:sp>
      <p:sp>
        <p:nvSpPr>
          <p:cNvPr id="7" name="S04-card18"/>
          <p:cNvSpPr/>
          <p:nvPr/>
        </p:nvSpPr>
        <p:spPr>
          <a:xfrm>
            <a:off x="4322064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9"/>
          <p:cNvSpPr txBox="1"/>
          <p:nvPr/>
        </p:nvSpPr>
        <p:spPr>
          <a:xfrm>
            <a:off x="4596384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할머니, 엄마, 아빠, 지호, 동생이 함께 살아요.</a:t>
            </a:r>
            <a:endParaRPr lang="ko-KR" sz="3000" dirty="0"/>
          </a:p>
        </p:txBody>
      </p:sp>
      <p:sp>
        <p:nvSpPr>
          <p:cNvPr id="9" name="S04-card20"/>
          <p:cNvSpPr/>
          <p:nvPr/>
        </p:nvSpPr>
        <p:spPr>
          <a:xfrm>
            <a:off x="8095488" y="2044446"/>
            <a:ext cx="3544824" cy="2357628"/>
          </a:xfrm>
          <a:prstGeom prst="roundRect">
            <a:avLst>
              <a:gd name="adj" fmla="val 46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1"/>
          <p:cNvSpPr txBox="1"/>
          <p:nvPr/>
        </p:nvSpPr>
        <p:spPr>
          <a:xfrm>
            <a:off x="8369808" y="2181606"/>
            <a:ext cx="2996184" cy="208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민준이네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아빠, 누나와 민준이가 함께 살아요.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모습을 나타내는 말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말은 달라도 모두 소중한 가족이에요.</a:t>
            </a:r>
            <a:endParaRPr lang="ko-KR" sz="3000" dirty="0"/>
          </a:p>
        </p:txBody>
      </p:sp>
      <p:graphicFrame>
        <p:nvGraphicFramePr>
          <p:cNvPr id="6" name="S05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7242048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부르기도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엄마나 아빠 한 분과 자녀가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한부모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할머니·할아버지와 손주가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조손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중에 다른 나라에서 온 사람이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다문화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입양으로 가족이 되었어요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입양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세대가 함께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 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부모와 자녀가 함께 살아요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가족일까요?</a:t>
            </a:r>
            <a:endParaRPr lang="ko-KR" sz="4000" dirty="0"/>
          </a:p>
        </p:txBody>
      </p:sp>
      <p:sp>
        <p:nvSpPr>
          <p:cNvPr id="3" name="S06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함께 사는지 말하고 설명해요.</a:t>
            </a:r>
            <a:endParaRPr lang="ko-KR" sz="3000" dirty="0"/>
          </a:p>
        </p:txBody>
      </p:sp>
      <p:sp>
        <p:nvSpPr>
          <p:cNvPr id="4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한부모 · 조손 · 다문화 · 입양 · 확대 가족 · 핵가족</a:t>
            </a:r>
            <a:endParaRPr lang="ko-KR" sz="3000" dirty="0"/>
          </a:p>
        </p:txBody>
      </p:sp>
      <p:sp>
        <p:nvSpPr>
          <p:cNvPr id="6" name="S06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쌍둥이 자매가 함께 살아요.</a:t>
            </a:r>
            <a:endParaRPr lang="ko-KR" sz="3000" dirty="0"/>
          </a:p>
        </p:txBody>
      </p:sp>
      <p:sp>
        <p:nvSpPr>
          <p:cNvPr id="8" name="S06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할아버지와 손자 둘이 함께 살아요.</a:t>
            </a:r>
            <a:endParaRPr lang="ko-KR" sz="3000" dirty="0"/>
          </a:p>
        </p:txBody>
      </p:sp>
      <p:sp>
        <p:nvSpPr>
          <p:cNvPr id="10" name="S06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다른 나라에서 와서 아빠와 가족이 되었어요.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끄덕여지나요?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‘가족’이 무엇인지 두 친구가 말했어요.</a:t>
            </a:r>
            <a:endParaRPr lang="ko-KR" sz="3000" dirty="0"/>
          </a:p>
        </p:txBody>
      </p:sp>
      <p:sp>
        <p:nvSpPr>
          <p:cNvPr id="5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말에 고개가 끄덕여지나요? 까닭도 말해요.</a:t>
            </a:r>
            <a:endParaRPr lang="ko-KR" sz="3000" dirty="0"/>
          </a:p>
        </p:txBody>
      </p:sp>
      <p:sp>
        <p:nvSpPr>
          <p:cNvPr id="7" name="S07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다 있어야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가족이에요.</a:t>
            </a:r>
            <a:endParaRPr lang="ko-KR" sz="3000" dirty="0"/>
          </a:p>
        </p:txBody>
      </p:sp>
      <p:sp>
        <p:nvSpPr>
          <p:cNvPr id="9" name="S07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살며 서로 돌보면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가족이에요.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돌보는 마음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모든 가족은 서로 돌보고 아껴요.</a:t>
            </a:r>
            <a:endParaRPr lang="ko-KR" sz="3000" dirty="0"/>
          </a:p>
        </p:txBody>
      </p:sp>
      <p:graphicFrame>
        <p:nvGraphicFramePr>
          <p:cNvPr id="9" name="S08-table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8997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돌보는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엄마는 숙제를 봐 주고, 하늘이는 신발을 정리해요.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도윤이네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할머니는 간식을, 도윤이는 할아버지 약을 챙겨요.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서연이네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엄마는 고향 음식을 해 주고, 서연이는 동생과 놀아요.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은우네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아빠는 은우와 자전거를 타고, 은우는 편지를 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</a:t>
            </a:r>
            <a:endParaRPr lang="ko-KR" sz="4000" dirty="0"/>
          </a:p>
        </p:txBody>
      </p:sp>
      <p:sp>
        <p:nvSpPr>
          <p:cNvPr id="3" name="S09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존중하는 말과 행동에 ○, 아니면 × 해요.</a:t>
            </a:r>
            <a:endParaRPr lang="ko-KR" sz="3000" dirty="0"/>
          </a:p>
        </p:txBody>
      </p:sp>
      <p:sp>
        <p:nvSpPr>
          <p:cNvPr id="4" name="S09-chip4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4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집과 다르구나. 재미있다!”</a:t>
            </a:r>
            <a:endParaRPr lang="ko-KR" sz="3000" dirty="0"/>
          </a:p>
        </p:txBody>
      </p:sp>
      <p:sp>
        <p:nvSpPr>
          <p:cNvPr id="6" name="S09-chip4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4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“너희 집은 이상해.”</a:t>
            </a:r>
            <a:endParaRPr lang="ko-KR" sz="3000" dirty="0"/>
          </a:p>
        </p:txBody>
      </p:sp>
      <p:sp>
        <p:nvSpPr>
          <p:cNvPr id="8" name="S09-chip5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 온 이웃에게 반갑게 인사해요.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 가족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 함께 사나요?  ② 서로 돌보는 모습 두 가지는?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유나네 가족을 존중하는 말로 소개해 봐요.</a:t>
            </a:r>
            <a:endParaRPr lang="ko-KR" sz="30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유나네 가족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유나는 할머니, 엄마, 동생과 함께 살아요. 엄마는 회사에 다니고, 할머니는 유나와 동생이 학교에서 돌아오면 간식을 챙겨 주세요. 유나는 저녁에 동생의 숙제를 봐 주고, 주말에는 엄마와 함께 할머니 어깨를 주물러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 돌봄 실천</a:t>
            </a:r>
            <a:endParaRPr lang="ko-KR" sz="4000" dirty="0"/>
          </a:p>
        </p:txBody>
      </p:sp>
      <p:sp>
        <p:nvSpPr>
          <p:cNvPr id="3" name="S12-card5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돌봐 주는 일을 두 가지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내가 할 일과 때를 정했어요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고마운 마음을 말로 전했어요</a:t>
            </a:r>
            <a:endParaRPr lang="ko-KR" sz="3000" dirty="0"/>
          </a:p>
        </p:txBody>
      </p:sp>
      <p:sp>
        <p:nvSpPr>
          <p:cNvPr id="5" name="S12-stepno58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59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돌봐 주는 일을 찾아요.</a:t>
            </a:r>
            <a:endParaRPr lang="ko-KR" sz="3000" dirty="0"/>
          </a:p>
        </p:txBody>
      </p:sp>
      <p:sp>
        <p:nvSpPr>
          <p:cNvPr id="7" name="S12-stepno60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61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돌봄을 하나 정해요.</a:t>
            </a:r>
            <a:endParaRPr lang="ko-KR" sz="3000" dirty="0"/>
          </a:p>
        </p:txBody>
      </p:sp>
      <p:sp>
        <p:nvSpPr>
          <p:cNvPr id="9" name="S12-stepno6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63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할지 정해요.</a:t>
            </a:r>
            <a:endParaRPr lang="ko-KR" sz="3000" dirty="0"/>
          </a:p>
        </p:txBody>
      </p:sp>
      <p:sp>
        <p:nvSpPr>
          <p:cNvPr id="11" name="S12-stepno64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65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하고 기록해요.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모습은 여러 가지예요.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 달라도 서로 돌보고 아끼는 마음은 같아요.</a:t>
            </a:r>
            <a:endParaRPr lang="ko-KR" sz="3000" dirty="0"/>
          </a:p>
        </p:txBody>
      </p:sp>
      <p:sp>
        <p:nvSpPr>
          <p:cNvPr id="5" name="S13-chip6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가족 모습 존중하기</a:t>
            </a:r>
            <a:endParaRPr lang="ko-KR" sz="2400" dirty="0"/>
          </a:p>
        </p:txBody>
      </p:sp>
      <p:sp>
        <p:nvSpPr>
          <p:cNvPr id="6" name="S13-chip6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다르다고 놀리기</a:t>
            </a:r>
            <a:endParaRPr lang="ko-KR" sz="2400" dirty="0"/>
          </a:p>
        </p:txBody>
      </p:sp>
      <p:sp>
        <p:nvSpPr>
          <p:cNvPr id="7" name="S13-text7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7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할머니·할아버지와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손주가 사는 가족은?</a:t>
            </a:r>
            <a:endParaRPr lang="ko-KR" sz="2400" dirty="0"/>
          </a:p>
        </p:txBody>
      </p:sp>
      <p:sp>
        <p:nvSpPr>
          <p:cNvPr id="9" name="S13-text7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모든 가족에게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것은?</a:t>
            </a:r>
            <a:endParaRPr lang="ko-KR" sz="2400" dirty="0"/>
          </a:p>
        </p:txBody>
      </p:sp>
      <p:sp>
        <p:nvSpPr>
          <p:cNvPr id="10" name="S13-text7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친구 가족이 나와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다를 때 할 말은?</a:t>
            </a:r>
            <a:endParaRPr lang="ko-KR" sz="2400" dirty="0"/>
          </a:p>
        </p:txBody>
      </p:sp>
      <p:sp>
        <p:nvSpPr>
          <p:cNvPr id="11" name="S13-text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사람과 물자의 교류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가족이 돕는 일</a:t>
            </a:r>
            <a:endParaRPr lang="ko-KR" sz="4000" dirty="0"/>
          </a:p>
        </p:txBody>
      </p:sp>
      <p:sp>
        <p:nvSpPr>
          <p:cNvPr id="3" name="S14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본 모습을 골라 말해요.</a:t>
            </a:r>
            <a:endParaRPr lang="ko-KR" sz="3000" dirty="0"/>
          </a:p>
        </p:txBody>
      </p:sp>
      <p:sp>
        <p:nvSpPr>
          <p:cNvPr id="5" name="S14-card7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7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차려요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먹을 밥을 준비해요.</a:t>
            </a:r>
            <a:endParaRPr lang="ko-KR" sz="3000" dirty="0"/>
          </a:p>
        </p:txBody>
      </p:sp>
      <p:sp>
        <p:nvSpPr>
          <p:cNvPr id="7" name="S14-card7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8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돌봐요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 챙기고 곁에 있어요.</a:t>
            </a:r>
            <a:endParaRPr lang="ko-KR" sz="3000" dirty="0"/>
          </a:p>
        </p:txBody>
      </p:sp>
      <p:sp>
        <p:nvSpPr>
          <p:cNvPr id="9" name="S14-card8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8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들어요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속상한 일을 들어 줘요.</a:t>
            </a:r>
            <a:endParaRPr lang="ko-KR" sz="3000" dirty="0"/>
          </a:p>
        </p:txBody>
      </p:sp>
      <p:sp>
        <p:nvSpPr>
          <p:cNvPr id="11" name="S14-card8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8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치워요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집을 같이 정리해요.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다양한 가족</dc:title>
  <dc:subject>KR22-G03-SOC-FAMILIES-L01</dc:subject>
  <dc:creator>education-ppt</dc:creator>
  <cp:lastModifiedBy>education-ppt</cp:lastModifiedBy>
  <cp:revision>1</cp:revision>
  <dcterms:created xsi:type="dcterms:W3CDTF">2026-10-26T09:46:12Z</dcterms:created>
  <dcterms:modified xsi:type="dcterms:W3CDTF">2026-10-26T09:46:12Z</dcterms:modified>
</cp:coreProperties>
</file>