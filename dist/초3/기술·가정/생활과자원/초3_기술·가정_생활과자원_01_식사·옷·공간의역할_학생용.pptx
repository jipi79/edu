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939fb7a-0c3b-b7bf-99d9-9bdbd2421c00}">
          <p14:sldIdLst>
            <p14:sldId id="256"/>
            <p14:sldId id="257"/>
          </p14:sldIdLst>
        </p14:section>
        <p14:section name="개념" id="{39c253e5-0483-2f29-07e4-04b4ff48dd35}">
          <p14:sldIdLst>
            <p14:sldId id="258"/>
            <p14:sldId id="260"/>
          </p14:sldIdLst>
        </p14:section>
        <p14:section name="연습" id="{7ef2d7ab-3c5b-d28c-201d-bcaa670a73c3}">
          <p14:sldIdLst>
            <p14:sldId id="259"/>
            <p14:sldId id="261"/>
          </p14:sldIdLst>
        </p14:section>
        <p14:section name="개념" id="{5ad96ba6-d147-a63f-5839-49be2d760002}">
          <p14:sldIdLst/>
        </p14:section>
        <p14:section name="연습" id="{de234d99-8b15-6cd6-5957-f9f4cc351e20}">
          <p14:sldIdLst/>
        </p14:section>
        <p14:section name="확인" id="{b093e8e4-c26f-f04a-b7b4-63e3d195e0cd}">
          <p14:sldIdLst>
            <p14:sldId id="262"/>
          </p14:sldIdLst>
        </p14:section>
        <p14:section name="정리" id="{e065546c-8139-18fe-0c4c-81d2cfb38b52}">
          <p14:sldIdLst>
            <p14:sldId id="263"/>
          </p14:sldIdLst>
        </p14:section>
        <p14:section name="보충" id="{13bcd624-407e-822e-9241-0a17764fe4a1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기술·가정 · 생활과자원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기술·가정 · 식사·옷·공간의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기술·가정 · 식사·옷·공간의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기술·가정 · 식사·옷·공간의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식사·옷·공간의 역할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밥, 옷, 집은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우리에게 무엇을 해 줄까?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21536"/>
          <a:ext cx="3931920" cy="914400"/>
        </p:xfrm>
        <a:graphic>
          <a:graphicData uri="http://schemas.openxmlformats.org/drawingml/2006/table">
            <a:tbl>
              <a:tblPr/>
              <a:tblGrid>
                <a:gridCol w="1808683"/>
                <a:gridCol w="707746"/>
                <a:gridCol w="707746"/>
                <a:gridCol w="70774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빨래 개기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식사·옷·공간이 하는 일을 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우리 집 일 하나를 꾸준히 맡아요.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지난번 약속, 기억나요?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때 배운 것을 떠올려요.</a:t>
            </a:r>
            <a:endParaRPr lang="ko-KR" sz="30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일과표에는 무엇과 무엇을 적나요?</a:t>
            </a:r>
            <a:endParaRPr lang="ko-KR" sz="30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칼·불을 쓰는 일은 누가 하나요?</a:t>
            </a:r>
            <a:endParaRPr lang="ko-KR" sz="30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지난번에 맡았던 집안일은?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우리를 돌보는 세 가지</a:t>
            </a:r>
            <a:endParaRPr lang="ko-KR" sz="40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식사·옷·공간은 우리에게 이런 일을 해 줘요.</a:t>
            </a:r>
            <a:endParaRPr lang="ko-KR" sz="3000" dirty="0"/>
          </a:p>
        </p:txBody>
      </p:sp>
      <p:sp>
        <p:nvSpPr>
          <p:cNvPr id="4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 세 가지를 돌보는 일, 집안일이 필요해요.</a:t>
            </a:r>
            <a:endParaRPr lang="ko-KR" sz="3000" dirty="0"/>
          </a:p>
        </p:txBody>
      </p:sp>
      <p:sp>
        <p:nvSpPr>
          <p:cNvPr id="6" name="S03-card1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몸에 힘을 주고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자라게 해요</a:t>
            </a:r>
            <a:endParaRPr lang="ko-KR" sz="3000" dirty="0"/>
          </a:p>
        </p:txBody>
      </p:sp>
      <p:sp>
        <p:nvSpPr>
          <p:cNvPr id="8" name="S03-card1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보호하고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따뜻하게 해요</a:t>
            </a:r>
            <a:endParaRPr lang="ko-KR" sz="3000" dirty="0"/>
          </a:p>
        </p:txBody>
      </p:sp>
      <p:sp>
        <p:nvSpPr>
          <p:cNvPr id="10" name="S03-card1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공간(집)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쉬고 자고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지내는 곳이에요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일일까요?</a:t>
            </a:r>
            <a:endParaRPr lang="ko-KR" sz="40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식사·옷·공간 가운데 무엇을 돌보는 일일까요?</a:t>
            </a:r>
            <a:endParaRPr lang="ko-KR" sz="3000" dirty="0"/>
          </a:p>
        </p:txBody>
      </p:sp>
      <p:sp>
        <p:nvSpPr>
          <p:cNvPr id="4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일을 안 하면 무엇이 불편해질까요?</a:t>
            </a:r>
            <a:endParaRPr lang="ko-KR" sz="3000" dirty="0"/>
          </a:p>
        </p:txBody>
      </p:sp>
      <p:sp>
        <p:nvSpPr>
          <p:cNvPr id="6" name="S04-chip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text2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장보기</a:t>
            </a:r>
            <a:endParaRPr lang="ko-KR" sz="3000" dirty="0"/>
          </a:p>
        </p:txBody>
      </p:sp>
      <p:sp>
        <p:nvSpPr>
          <p:cNvPr id="8" name="S04-chip25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text26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 개기</a:t>
            </a:r>
            <a:endParaRPr lang="ko-KR" sz="3000" dirty="0"/>
          </a:p>
        </p:txBody>
      </p:sp>
      <p:sp>
        <p:nvSpPr>
          <p:cNvPr id="10" name="S04-chip2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4-text28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청소하기</a:t>
            </a:r>
            <a:endParaRPr lang="ko-KR" sz="3000" dirty="0"/>
          </a:p>
        </p:txBody>
      </p:sp>
      <p:sp>
        <p:nvSpPr>
          <p:cNvPr id="12" name="S04-chip29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4-text30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</a:t>
            </a:r>
            <a:endParaRPr lang="ko-KR" sz="3000" dirty="0"/>
          </a:p>
        </p:txBody>
      </p:sp>
      <p:sp>
        <p:nvSpPr>
          <p:cNvPr id="14" name="S04-chip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4-text3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 옷 정리</a:t>
            </a:r>
            <a:endParaRPr lang="ko-KR" sz="3000" dirty="0"/>
          </a:p>
        </p:txBody>
      </p:sp>
      <p:sp>
        <p:nvSpPr>
          <p:cNvPr id="16" name="S04-chip33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7" name="S04-text34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 내놓기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지우네 집 일 나누기</a:t>
            </a:r>
            <a:endParaRPr lang="ko-KR" sz="4000" dirty="0"/>
          </a:p>
        </p:txBody>
      </p:sp>
      <p:sp>
        <p:nvSpPr>
          <p:cNvPr id="3" name="S05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할머니, 아빠, 동생과 살아요.</a:t>
            </a:r>
            <a:endParaRPr lang="ko-KR" sz="3000" dirty="0"/>
          </a:p>
        </p:txBody>
      </p:sp>
      <p:sp>
        <p:nvSpPr>
          <p:cNvPr id="4" name="S05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배울 수 있는 일을 나이와 시간에 맞게 나눠요.</a:t>
            </a:r>
            <a:endParaRPr lang="ko-KR" sz="3000" dirty="0"/>
          </a:p>
        </p:txBody>
      </p:sp>
      <p:graphicFrame>
        <p:nvGraphicFramePr>
          <p:cNvPr id="6" name="S05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02636" y="2269236"/>
          <a:ext cx="6583680" cy="914400"/>
        </p:xfrm>
        <a:graphic>
          <a:graphicData uri="http://schemas.openxmlformats.org/drawingml/2006/table">
            <a:tbl>
              <a:tblPr/>
              <a:tblGrid>
                <a:gridCol w="1053389"/>
                <a:gridCol w="1975104"/>
                <a:gridCol w="1711757"/>
                <a:gridCol w="1843430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갈래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맡은 사람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차리기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6시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수저 놓기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먹기 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빨래 개기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할머니, 동생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8시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신발 정리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 다녀와서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꾸준히 맡으려면</a:t>
            </a:r>
            <a:endParaRPr lang="ko-KR" sz="4000" dirty="0"/>
          </a:p>
        </p:txBody>
      </p:sp>
      <p:sp>
        <p:nvSpPr>
          <p:cNvPr id="3" name="S06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서아는 ‘빨래 개기’를 맡았어요.</a:t>
            </a:r>
            <a:endParaRPr lang="ko-KR" sz="3000" dirty="0"/>
          </a:p>
        </p:txBody>
      </p:sp>
      <p:sp>
        <p:nvSpPr>
          <p:cNvPr id="4" name="S06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때, 물건을 둘 곳을 정해요.</a:t>
            </a:r>
            <a:endParaRPr lang="ko-KR" sz="3000" dirty="0"/>
          </a:p>
        </p:txBody>
      </p:sp>
      <p:sp>
        <p:nvSpPr>
          <p:cNvPr id="6" name="S06-chip4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4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하면 좋을까요?</a:t>
            </a:r>
            <a:endParaRPr lang="ko-KR" sz="3000" dirty="0"/>
          </a:p>
        </p:txBody>
      </p:sp>
      <p:sp>
        <p:nvSpPr>
          <p:cNvPr id="8" name="S06-chip4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4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갠 옷은 어디에 둘까요?</a:t>
            </a:r>
            <a:endParaRPr lang="ko-KR" sz="3000" dirty="0"/>
          </a:p>
        </p:txBody>
      </p:sp>
      <p:sp>
        <p:nvSpPr>
          <p:cNvPr id="10" name="S06-chip4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4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잊은 날은 어떻게 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역할 회의</a:t>
            </a:r>
            <a:endParaRPr lang="ko-KR" sz="4000" dirty="0"/>
          </a:p>
        </p:txBody>
      </p:sp>
      <p:sp>
        <p:nvSpPr>
          <p:cNvPr id="3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칼·불·뜨거운 물·세제는 어른과 함께 써요.</a:t>
            </a:r>
            <a:endParaRPr lang="ko-KR" sz="3000" dirty="0"/>
          </a:p>
        </p:txBody>
      </p:sp>
      <p:sp>
        <p:nvSpPr>
          <p:cNvPr id="5" name="S07-card50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1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갈래로 일을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가족에게 물어 적었어요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맡을 일과 때를 정했어요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 둘 곳을 말했어요</a:t>
            </a:r>
            <a:endParaRPr lang="ko-KR" sz="3000" dirty="0"/>
          </a:p>
        </p:txBody>
      </p:sp>
      <p:sp>
        <p:nvSpPr>
          <p:cNvPr id="7" name="S07-stepno52"/>
          <p:cNvSpPr txBox="1"/>
          <p:nvPr/>
        </p:nvSpPr>
        <p:spPr>
          <a:xfrm>
            <a:off x="548640" y="1827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3"/>
          <p:cNvSpPr txBox="1"/>
          <p:nvPr/>
        </p:nvSpPr>
        <p:spPr>
          <a:xfrm>
            <a:off x="1325880" y="178155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일을 식사·옷·공간으로 적어요.</a:t>
            </a:r>
            <a:endParaRPr lang="ko-KR" sz="2400" dirty="0"/>
          </a:p>
        </p:txBody>
      </p:sp>
      <p:sp>
        <p:nvSpPr>
          <p:cNvPr id="9" name="S07-stepno54"/>
          <p:cNvSpPr txBox="1"/>
          <p:nvPr/>
        </p:nvSpPr>
        <p:spPr>
          <a:xfrm>
            <a:off x="548640" y="26898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5"/>
          <p:cNvSpPr txBox="1"/>
          <p:nvPr/>
        </p:nvSpPr>
        <p:spPr>
          <a:xfrm>
            <a:off x="1325880" y="26898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가족에게 맡은 일을 물어 적어요.</a:t>
            </a:r>
            <a:endParaRPr lang="ko-KR" sz="2400" dirty="0"/>
          </a:p>
        </p:txBody>
      </p:sp>
      <p:sp>
        <p:nvSpPr>
          <p:cNvPr id="11" name="S07-stepno56"/>
          <p:cNvSpPr txBox="1"/>
          <p:nvPr/>
        </p:nvSpPr>
        <p:spPr>
          <a:xfrm>
            <a:off x="548640" y="3403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7"/>
          <p:cNvSpPr txBox="1"/>
          <p:nvPr/>
        </p:nvSpPr>
        <p:spPr>
          <a:xfrm>
            <a:off x="1325880" y="3403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꾸준히 맡을 일을 골라요.</a:t>
            </a:r>
            <a:endParaRPr lang="ko-KR" sz="2400" dirty="0"/>
          </a:p>
        </p:txBody>
      </p:sp>
      <p:sp>
        <p:nvSpPr>
          <p:cNvPr id="13" name="S07-stepno58"/>
          <p:cNvSpPr txBox="1"/>
          <p:nvPr/>
        </p:nvSpPr>
        <p:spPr>
          <a:xfrm>
            <a:off x="548640" y="4116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59"/>
          <p:cNvSpPr txBox="1"/>
          <p:nvPr/>
        </p:nvSpPr>
        <p:spPr>
          <a:xfrm>
            <a:off x="1325880" y="4116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때와 물건 둘 곳을 정해요.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08-card6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8-cardtext6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식사·옷·공간은 우리를 돌봐요. 그 일을 가족이 함께 나눠요.</a:t>
            </a:r>
            <a:endParaRPr lang="ko-KR" sz="3000" dirty="0"/>
          </a:p>
        </p:txBody>
      </p:sp>
      <p:sp>
        <p:nvSpPr>
          <p:cNvPr id="5" name="S08-chip6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정한 때에 꾸준히 하기</a:t>
            </a:r>
            <a:endParaRPr lang="ko-KR" sz="2400" dirty="0"/>
          </a:p>
        </p:txBody>
      </p:sp>
      <p:sp>
        <p:nvSpPr>
          <p:cNvPr id="6" name="S08-chip6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남의 일이라고 미루기</a:t>
            </a:r>
            <a:endParaRPr lang="ko-KR" sz="2400" dirty="0"/>
          </a:p>
        </p:txBody>
      </p:sp>
      <p:sp>
        <p:nvSpPr>
          <p:cNvPr id="7" name="S08-text6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08-text6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식사·옷·공간이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 하나씩</a:t>
            </a:r>
            <a:endParaRPr lang="ko-KR" sz="2400" dirty="0"/>
          </a:p>
        </p:txBody>
      </p:sp>
      <p:sp>
        <p:nvSpPr>
          <p:cNvPr id="9" name="S08-text6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옷을 돌보는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 하나</a:t>
            </a:r>
            <a:endParaRPr lang="ko-KR" sz="2400" dirty="0"/>
          </a:p>
        </p:txBody>
      </p:sp>
      <p:sp>
        <p:nvSpPr>
          <p:cNvPr id="10" name="S08-text6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내가 맡은 일과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때</a:t>
            </a:r>
            <a:endParaRPr lang="ko-KR" sz="2400" dirty="0"/>
          </a:p>
        </p:txBody>
      </p:sp>
      <p:sp>
        <p:nvSpPr>
          <p:cNvPr id="11" name="S08-text6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불편 찾고 해결하기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내가 할 수 있는 일</a:t>
            </a:r>
            <a:endParaRPr lang="ko-KR" sz="4000" dirty="0"/>
          </a:p>
        </p:txBody>
      </p:sp>
      <p:sp>
        <p:nvSpPr>
          <p:cNvPr id="3" name="S09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다칠 수 있는 일인지 먼저 생각해요.</a:t>
            </a:r>
            <a:endParaRPr lang="ko-KR" sz="3000" dirty="0"/>
          </a:p>
        </p:txBody>
      </p:sp>
      <p:sp>
        <p:nvSpPr>
          <p:cNvPr id="4" name="S09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일과표에는 시각(때)과 할 일을 적어요.</a:t>
            </a:r>
            <a:endParaRPr lang="ko-KR" sz="3000" dirty="0"/>
          </a:p>
        </p:txBody>
      </p:sp>
      <p:sp>
        <p:nvSpPr>
          <p:cNvPr id="6" name="S09-card7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7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 개기</a:t>
            </a:r>
            <a:endParaRPr lang="ko-KR" sz="3000" dirty="0"/>
          </a:p>
        </p:txBody>
      </p:sp>
      <p:sp>
        <p:nvSpPr>
          <p:cNvPr id="8" name="S09-card7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7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채소 씻기,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</a:t>
            </a:r>
            <a:endParaRPr lang="ko-KR" sz="3000" dirty="0"/>
          </a:p>
        </p:txBody>
      </p:sp>
      <p:sp>
        <p:nvSpPr>
          <p:cNvPr id="10" name="S09-card7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9-cardtext7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 쓰기,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 켜기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기술·가정 식사·옷·공간의 역할</dc:title>
  <dc:subject>KR22-G03-TEC-HOMEROLE-L01</dc:subject>
  <dc:creator>education-ppt</dc:creator>
  <cp:lastModifiedBy>education-ppt</cp:lastModifiedBy>
  <cp:revision>1</cp:revision>
  <dcterms:created xsi:type="dcterms:W3CDTF">2026-10-26T13:53:00Z</dcterms:created>
  <dcterms:modified xsi:type="dcterms:W3CDTF">2026-10-26T13:53:00Z</dcterms:modified>
</cp:coreProperties>
</file>