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68b7c4a-787d-80eb-a0fe-447f24aa87c3}">
          <p14:sldIdLst>
            <p14:sldId id="256"/>
            <p14:sldId id="257"/>
          </p14:sldIdLst>
        </p14:section>
        <p14:section name="개념" id="{37e4dd9d-3007-bff2-fe8c-4c46a6b1075b}">
          <p14:sldIdLst>
            <p14:sldId id="258"/>
            <p14:sldId id="260"/>
          </p14:sldIdLst>
        </p14:section>
        <p14:section name="연습" id="{57815505-f0f3-a925-7ec1-da72a72531b3}">
          <p14:sldIdLst>
            <p14:sldId id="259"/>
            <p14:sldId id="261"/>
          </p14:sldIdLst>
        </p14:section>
        <p14:section name="개념" id="{4808c7bd-762d-949d-38d8-8c9670c3c740}">
          <p14:sldIdLst/>
        </p14:section>
        <p14:section name="연습" id="{b8f290c7-b6ae-378c-a30d-155033831648}">
          <p14:sldIdLst/>
        </p14:section>
        <p14:section name="확인" id="{589463d8-4a6d-6400-f0e3-4791ffcc0e25}">
          <p14:sldIdLst>
            <p14:sldId id="262"/>
          </p14:sldIdLst>
        </p14:section>
        <p14:section name="정리" id="{63ef25cc-5dba-3859-1dc1-b07cec86014f}">
          <p14:sldIdLst>
            <p14:sldId id="263"/>
          </p14:sldIdLst>
        </p14:section>
        <p14:section name="보충" id="{7a5b9be2-35d2-ef25-2823-c481f3617204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밥(식사), 옷, 집(생활공간)이 우리에게 해 주는 일과 그것을 돌보는 집안일을 알아보고, 아이가 꾸준히 맡을 일 하나를 정한다고 알립니다.
시간: 약 2분
이렇게 말해 보세요
- “오늘 아침에 먹은 밥, 지금 입은 옷, 우리가 사는 집. 이 세 가지가 없으면 어떨까?”
- “오늘은 식사·옷·공간이 우리에게 해 주는 일을 알아보고, 그걸 돌보는 우리 집 일 가운데 네가 꾸준히 맡을 일을 하나 정해 볼 거야.”
예상 답
- “배고파요.” / “추워요.” / “잘 곳이 없어요.”
주의
- 이 차시는 화면보다 가족에게 묻고 함께 정하는 활동(S07)이 중심입니다. 활동지를 미리 인쇄하고, 가능하면 S07에 다른 가족도 함께하게 해 주세요.
- 가족의 모습은 집마다 다릅니다. 아이의 가족(한 부모, 조부모, 형제자매, 함께 사는 친척 등)을 있는 그대로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확인(일과표, 내가 할 수 있는 일)]
목적: 2학년 ‘시간 관리와 집안일 나누기’에서 배운 일과표(시각과 할 일)와 ‘내가 할 수 있는 일·어른이 하는 일’의 구별을 기억하는지 확인합니다. 오늘 맡을 일을 정할 때 그대로 씁니다.
시간: 약 3분
이렇게 말해 보세요
- “일과표를 만들 때 한 줄에 무엇과 무엇을 적었지?”
- “칼로 과일을 자르거나 불을 켜고 국을 끓이는 일은 누가 할까? 왜 그럴까?”
- “지난번에 맡기로 한 집안일이 있었지? 무엇이었어? 요즘도 하고 있어?”
예상 답
- ① “몇 시랑 할 일이요.”
- ② “엄마(아빠)요. 데거나 베일 수 있어요.”
정답
- ① 시각(또는 아침·낮·저녁·밤 같은 때)과 할 일
- ② 어른이 하거나 어른과 함께 해요. 다칠 수 있어서요.
- ③ 아이가 맡았던 일을 말하면 맞습니다(예: 수저 놓기, 신발 정리). 기억나지 않아도 괜찮습니다.
막히면
- ①②를 말하기 어려우면 S09(보충)를 먼저 하고 S03으로 이어 갑니다.
- ③은 확인용입니다. 지금도 하고 있으면 크게 칭찬하고, 오늘 그 일을 이어서 맡아도 된다고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식사·옷·공간의 역할]
목적: 식사·옷·생활공간(집)이 우리에게 해 주는 일(역할)을 알려 주고, 그것을 돌보는 일이 집안일이라는 것을 연결합니다(M1, M3).
시간: 약 4분
이렇게 말해 보세요
- “밥을 안 먹으면 어떻게 될까? 식사는 몸에 힘을 주고, 키가 크고 튼튼하게 자라게 해 줘.”
- “겨울에 얇은 옷만 입고 나가면? 옷은 추위와 햇볕, 긁힘에서 몸을 지켜 줘.”
- “집이 없으면 어디서 잘까? 집은 비와 바람을 막아 주고, 쉬고 자고 가족과 지내는 곳이야.”
- “그런데 밥은 누가 차리고, 옷은 누가 빨고, 집은 누가 치울까? 이렇게 식사·옷·공간을 돌보는 일이 집안일이야.”
예상 답
- “배가 고파서 힘이 없어요.” / “감기에 걸려요.” / “비를 맞아요.”
막히면
- 지금 입은 옷을 만져 보며 “이 옷이 없으면 지금 어떨까?” 하고 묻습니다.
주의
- 밥 한 끼에도 장보기 → 씻기·차리기 → 치우기·설거지처럼 여러 일이 있다는 것을 손가락으로 세며 말해 주면 M1을 바로잡는 데 좋습니다.
- 영양소 이름이나 옷 세탁 방법은 이 차시에서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집안일을 식사·옷·공간으로 나누기(도움 받아)]
목적: 처음 보는 집안일을 식사·옷·공간 가운데 무엇을 돌보는 일인지 나누고 까닭을 말해 봅니다.
시간: 약 5분
이렇게 말해 보세요
- “①부터 하나씩 읽고, 식사·옷·공간 가운데 무엇을 돌보는 일인지 말해 줘. 왜 그렇게 생각해?”
- “이 일을 아무도 안 하면 무엇이 불편해질까?”
예상 답
- “빨래 개기는 옷이에요. 안 개면 옷이 구겨져요.”
- “쓰레기를 안 내놓으면 집에서 냄새가 나요. 그러니까 공간이에요.”
정답
- ① 식사 ② 옷 ③ 공간 ④ 식사 ⑤ 옷 ⑥ 공간
- ⑤는 철 지난 옷을 넣고 계절에 맞는 옷을 꺼내는 일입니다. ⑥은 집 안을 깨끗하게 지키는 일이라 공간입니다.
- 까닭이 맞으면 다른 갈래도 인정합니다(예: “장보기는 옷을 살 때도 있어요.”).
막히면
- S03의 세 카드를 다시 보여 주고 “이 일을 하면 누가 좋아질까? 배? 몸? 방?” 하고 묻습니다.
주의
- 여기서 나눠도 됩니다. S05부터는 다른 가족이 함께 있을 때 이어서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가족이 일을 나누는 모습(지어낸 지우네)]
목적: 한 가족이 식사·옷·공간을 돌보는 일을 어떻게 나누는지 보여 주고, 집안일은 성별이 아니라 할 수 있는 것과 시간에 맞추어 나눈다는 것, 맡은 일에는 ‘하는 때’가 있다는 것을 알려 줍니다(M2).
시간: 약 4분
이렇게 말해 보세요
- “지우네 가족이 집안일을 어떻게 나눴는지 볼까? 저녁은 누가 차려? 지우가 맡은 일은 뭐야?”
- “요리나 빨래는 남자 일, 여자 일이 따로 있을까? 누구나 배우면 할 수 있어. 그래서 가족마다 할 수 있는 사람이, 할 수 있는 때에 해.”
- “맡은 사람 옆에 ‘하는 때’가 있지? 지우는 학교 다녀와서 신발을 정리해. 때를 정해 두면 잊지 않고 꾸준히 할 수 있어.”
예상 답
- “지우는 수저 놓기랑 신발 정리를 해요.” / “할머니랑 동생이 같이 빨래를 개요.”
막히면
- 표를 한 줄씩 손가락으로 짚으며 “누가, 무엇을, 언제” 순서로 함께 읽습니다.
주의
- 지우네는 지어낸 가족입니다. 가족은 집마다 다릅니다(엄마·아빠와 사는 집, 한 부모와 사는 집, 조부모와 사는 집 등). 아이의 가족과 비교해 좋고 나쁨을 말하지 않습니다.
- 아이가 “우리 집은 엄마가 다 해요.”라고 하면 그대로 받아 주고, S07에서 아이가 도울 수 있는 일을 함께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꾸준히 맡을 일의 때·물건·둘 곳 정하기(도움 받아)]
목적: 맡은 일을 꾸준히 하려면 하는 때와 물건을 둘 곳을 정해야 한다는 것을 서아의 예로 연습합니다(시간과 물건 관리, M4).
시간: 약 4분
이렇게 말해 보세요
- “서아가 빨래 개기를 맡았어. ‘생각날 때 할게.’ 하면 어떨까? 언제 하면 잊지 않을까?”
- “다 갠 옷은 어디에 두면 가족이 찾기 쉬울까?”
- “하루를 잊어버렸어. 그럼 서아는 실패한 걸까? 어떻게 하면 좋을까?”
예상 답
- “저녁 먹고 나서 할래요.”
- “엄마 옷은 엄마 서랍에 넣어요.”
- “다음 날 꼭 해요.”
정답
- 정해진 답은 없습니다. 아래처럼 ‘때’와 ‘둘 곳’을 구체적으로 말하면 맞습니다.
- ① 예: 학교 다녀와서 빨래를 걷은 뒤, 저녁 먹고 나서 등 날마다 같은 때
- ② 예: 사람마다 옷을 나누어 각자의 서랍이나 옷장에, 수건은 수건 칸에
- ③ 예: 다음 날 같은 때에 하거나, 생각난 때에 바로 해요. 기록표에 △를 하고 다시 해요.
막히면
- S05의 ‘하는 때’ 칸을 다시 보여 주고 “지우는 언제 신발을 정리했지?” 하고 묻습니다.
주의
- 못 한 날을 꾸짖지 않는 것이 꾸준히 하게 하는 데 가장 중요합니다(M4).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가족에게 묻고 내가 꾸준히 맡을 일 정하기]
목적: 우리 집 일을 식사·옷·공간으로 나누어 찾고(A), 가족에게 맡은 일을 물은 뒤 아이가 꾸준히 맡을 일을 때·둘 곳과 함께 정하는지(B) 확인합니다.
시간: 약 14분
이렇게 말해 보세요
- “우리 집 역할 회의를 해 보자. 식사를 돌보는 일에는 뭐가 있을까? 옷은? 공간은?” (활동지 2에 적기)
- “이 일은 우리 집에서 누가 하고 있는지 할머니(아빠, 엄마…)께 여쭤볼까?”
- “이 가운데 네가 이번 주부터 꾸준히 맡고 싶은 일은 뭐야? 왜 그 일을 골랐어?”
- “언제 할래? 그 일에 필요한 물건은 어디에 두면 좋을까?” (활동지 3에 적기)
예상 답
- “저는 저녁 먹기 전에 수저를 놓을래요. 수저는 수저통에 있어요.”
- “학교 다녀와서 갠 빨래를 각자 서랍에 넣을래요.”
정답
- 관찰 기준 네 가지를 지키면 목표 A·B 확인 완료입니다. 맡을 일과 때는 아이가 가족과 정한 것이면 맞습니다(칼·불을 쓰는 일은 제외).
- 일주일 기록표(활동지 4)는 밤마다 아이가 스스로 표시하게 합니다. ○ 개수는 평가하지 않습니다.
막히면
- 일을 찾기 어려우면 집 안을 함께 한 바퀴 돌며 부엌(식사), 빨래 바구니·옷장(옷), 거실·현관(공간)을 차례로 보여 줍니다.
- 맡을 일을 고르기 어려우면 S04에 나온 일 가운데 두 가지를 보기로 줍니다.
- 가족이 함께하기 어려우면 부모와 둘이서 하고, 다른 가족의 일은 부모가 대신 말해 줍니다.
주의
- 맡을 일은 하나로 시작합니다. 너무 많이 맡으면 지키기 어렵습니다.
- 관찰한 것을 기록표(S07 줄)에 바로 표시해 둡니다. 일주일 뒤 활동지 5로 잘된 점과 바꿀 점을 함께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정리와 다음 학습]
목적: 식사·옷·공간의 역할과 집안일 나누기를 한 문장으로 정리하고, 다음 수업 첫 5분에 할 복습을 알려 줍니다.
시간: 약 3분
이렇게 말해 보세요
- “오늘 정한 네 일은 무엇이고, 언제 하기로 했지?”
- “기록표를 잘 보이는 곳(냉장고, 책상 앞)에 붙여 둘까?”
예상 답
- “수저 놓기요. 저녁 먹기 전에 해요.”
정답
- ① 식사: 몸에 힘을 주고 자라게 해요 / 옷: 몸을 보호하고 따뜻하게 해요 / 공간: 쉬고 자고 지내는 곳이에요 ② 예: 빨래 개기, 빨래 널기, 계절 옷 정리 ③ 아이가 정한 일과 때
주의
- 다음 수업을 시작할 때 일주일 기록표를 함께 보며 한 날을 세고, 잘된 점부터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보충(내가 할 수 있는 일, 하는 때)]
목적: S02에서 일과표에 적는 것이나 내가 할 수 있는 일·어른의 일을 구별하지 못하면, 2학년 내용을 다시 보고 오늘 맡을 일을 고를 준비를 합니다.
시간: 약 5분
이렇게 말해 보세요
- “이 일을 하다가 다칠 수 있을까? 칼이나 불, 뜨거운 물을 쓰는 일은 어른이 하거나 어른과 함께 해.”
- “일과표에는 몇 시(아침·저녁 같은 때)와 그때 할 일을 함께 적었지? 맡은 일도 하는 때를 정하면 잊지 않아.”
정답
- 세 갈래에서 예를 하나씩 더 말하고(예: 내가 해요 — 신발 정리, 어른이 해요 — 다리미 쓰기), 일과표에 ‘때와 할 일’을 적는다고 말하면 맞습니다.
막히면
- 집에 있는 물건(수저, 수건, 냄비)을 보여 주며 “이건 네가 혼자 해도 될까?” 하고 하나씩 묻습니다.
- 이 차시의 선수 차시는 2학년 ‘시간 관리와 집안일 나누기’입니다. 보충으로도 어렵다면 그 차시를 먼저 합니다.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기술·가정 · 생활과자원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기술·가정 · 식사·옷·공간의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기술·가정 · 식사·옷·공간의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기술·가정 · 식사·옷·공간의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식사·옷·공간의 역할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밥, 옷, 집은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우리에게 무엇을 해 줄까?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21536"/>
          <a:ext cx="3931920" cy="914400"/>
        </p:xfrm>
        <a:graphic>
          <a:graphicData uri="http://schemas.openxmlformats.org/drawingml/2006/table">
            <a:tbl>
              <a:tblPr/>
              <a:tblGrid>
                <a:gridCol w="1808683"/>
                <a:gridCol w="707746"/>
                <a:gridCol w="707746"/>
                <a:gridCol w="70774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 개기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식사·옷·공간이 하는 일을 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 집 일 하나를 꾸준히 맡아요.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지난번 약속, 기억나요?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때 배운 것을 떠올려요.</a:t>
            </a:r>
            <a:endParaRPr lang="ko-KR" sz="30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일과표에는 무엇과 무엇을 적나요?</a:t>
            </a:r>
            <a:endParaRPr lang="ko-KR" sz="30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칼·불을 쓰는 일은 누가 하나요?</a:t>
            </a:r>
            <a:endParaRPr lang="ko-KR" sz="30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지난번에 맡았던 집안일은?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돌보는 세 가지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식사·옷·공간은 우리에게 이런 일을 해 줘요.</a:t>
            </a:r>
            <a:endParaRPr lang="ko-KR" sz="30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 세 가지를 돌보는 일, 집안일이 필요해요.</a:t>
            </a:r>
            <a:endParaRPr lang="ko-KR" sz="3000" dirty="0"/>
          </a:p>
        </p:txBody>
      </p:sp>
      <p:sp>
        <p:nvSpPr>
          <p:cNvPr id="6" name="S03-card1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몸에 힘을 주고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자라게 해요</a:t>
            </a:r>
            <a:endParaRPr lang="ko-KR" sz="3000" dirty="0"/>
          </a:p>
        </p:txBody>
      </p:sp>
      <p:sp>
        <p:nvSpPr>
          <p:cNvPr id="8" name="S03-card1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보호하고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따뜻하게 해요</a:t>
            </a:r>
            <a:endParaRPr lang="ko-KR" sz="3000" dirty="0"/>
          </a:p>
        </p:txBody>
      </p:sp>
      <p:sp>
        <p:nvSpPr>
          <p:cNvPr id="10" name="S03-card1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공간(집)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쉬고 자고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지내는 곳이에요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일일까요?</a:t>
            </a:r>
            <a:endParaRPr lang="ko-KR" sz="40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식사·옷·공간 가운데 무엇을 돌보는 일일까요?</a:t>
            </a:r>
            <a:endParaRPr lang="ko-KR" sz="30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일을 안 하면 무엇이 불편해질까요?</a:t>
            </a:r>
            <a:endParaRPr lang="ko-KR" sz="3000" dirty="0"/>
          </a:p>
        </p:txBody>
      </p:sp>
      <p:sp>
        <p:nvSpPr>
          <p:cNvPr id="6" name="S04-chip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text2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장보기</a:t>
            </a:r>
            <a:endParaRPr lang="ko-KR" sz="3000" dirty="0"/>
          </a:p>
        </p:txBody>
      </p:sp>
      <p:sp>
        <p:nvSpPr>
          <p:cNvPr id="8" name="S04-chip25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text26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 개기</a:t>
            </a:r>
            <a:endParaRPr lang="ko-KR" sz="3000" dirty="0"/>
          </a:p>
        </p:txBody>
      </p:sp>
      <p:sp>
        <p:nvSpPr>
          <p:cNvPr id="10" name="S04-chip2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text28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청소하기</a:t>
            </a:r>
            <a:endParaRPr lang="ko-KR" sz="3000" dirty="0"/>
          </a:p>
        </p:txBody>
      </p:sp>
      <p:sp>
        <p:nvSpPr>
          <p:cNvPr id="12" name="S04-chip29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4-text30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</a:t>
            </a:r>
            <a:endParaRPr lang="ko-KR" sz="3000" dirty="0"/>
          </a:p>
        </p:txBody>
      </p:sp>
      <p:sp>
        <p:nvSpPr>
          <p:cNvPr id="14" name="S04-chip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4-text3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 옷 정리</a:t>
            </a:r>
            <a:endParaRPr lang="ko-KR" sz="3000" dirty="0"/>
          </a:p>
        </p:txBody>
      </p:sp>
      <p:sp>
        <p:nvSpPr>
          <p:cNvPr id="16" name="S04-chip33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4-text34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내놓기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지우네 집 일 나누기</a:t>
            </a:r>
            <a:endParaRPr lang="ko-KR" sz="4000" dirty="0"/>
          </a:p>
        </p:txBody>
      </p:sp>
      <p:sp>
        <p:nvSpPr>
          <p:cNvPr id="3" name="S05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할머니, 아빠, 동생과 살아요.</a:t>
            </a:r>
            <a:endParaRPr lang="ko-KR" sz="3000" dirty="0"/>
          </a:p>
        </p:txBody>
      </p:sp>
      <p:sp>
        <p:nvSpPr>
          <p:cNvPr id="4" name="S05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배울 수 있는 일을 나이와 시간에 맞게 나눠요.</a:t>
            </a:r>
            <a:endParaRPr lang="ko-KR" sz="3000" dirty="0"/>
          </a:p>
        </p:txBody>
      </p:sp>
      <p:graphicFrame>
        <p:nvGraphicFramePr>
          <p:cNvPr id="6" name="S05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2636" y="2269236"/>
          <a:ext cx="6583680" cy="914400"/>
        </p:xfrm>
        <a:graphic>
          <a:graphicData uri="http://schemas.openxmlformats.org/drawingml/2006/table">
            <a:tbl>
              <a:tblPr/>
              <a:tblGrid>
                <a:gridCol w="1053389"/>
                <a:gridCol w="1975104"/>
                <a:gridCol w="1711757"/>
                <a:gridCol w="184343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갈래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맡은 사람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차리기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6시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수저 놓기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먹기 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 개기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할머니, 동생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8시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 정리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다녀와서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꾸준히 맡으려면</a:t>
            </a:r>
            <a:endParaRPr lang="ko-KR" sz="4000" dirty="0"/>
          </a:p>
        </p:txBody>
      </p:sp>
      <p:sp>
        <p:nvSpPr>
          <p:cNvPr id="3" name="S06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서아는 ‘빨래 개기’를 맡았어요.</a:t>
            </a:r>
            <a:endParaRPr lang="ko-KR" sz="3000" dirty="0"/>
          </a:p>
        </p:txBody>
      </p:sp>
      <p:sp>
        <p:nvSpPr>
          <p:cNvPr id="4" name="S06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때, 물건을 둘 곳을 정해요.</a:t>
            </a:r>
            <a:endParaRPr lang="ko-KR" sz="3000" dirty="0"/>
          </a:p>
        </p:txBody>
      </p:sp>
      <p:sp>
        <p:nvSpPr>
          <p:cNvPr id="6" name="S06-chip4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4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하면 좋을까요?</a:t>
            </a:r>
            <a:endParaRPr lang="ko-KR" sz="3000" dirty="0"/>
          </a:p>
        </p:txBody>
      </p:sp>
      <p:sp>
        <p:nvSpPr>
          <p:cNvPr id="8" name="S06-chip4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4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갠 옷은 어디에 둘까요?</a:t>
            </a:r>
            <a:endParaRPr lang="ko-KR" sz="3000" dirty="0"/>
          </a:p>
        </p:txBody>
      </p:sp>
      <p:sp>
        <p:nvSpPr>
          <p:cNvPr id="10" name="S06-chip4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4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잊은 날은 어떻게 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역할 회의</a:t>
            </a:r>
            <a:endParaRPr lang="ko-KR" sz="4000" dirty="0"/>
          </a:p>
        </p:txBody>
      </p:sp>
      <p:sp>
        <p:nvSpPr>
          <p:cNvPr id="3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칼·불·뜨거운 물·세제는 어른과 함께 써요.</a:t>
            </a:r>
            <a:endParaRPr lang="ko-KR" sz="3000" dirty="0"/>
          </a:p>
        </p:txBody>
      </p:sp>
      <p:sp>
        <p:nvSpPr>
          <p:cNvPr id="5" name="S07-card5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갈래로 일을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가족에게 물어 적었어요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맡을 일과 때를 정했어요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 둘 곳을 말했어요</a:t>
            </a:r>
            <a:endParaRPr lang="ko-KR" sz="3000" dirty="0"/>
          </a:p>
        </p:txBody>
      </p:sp>
      <p:sp>
        <p:nvSpPr>
          <p:cNvPr id="7" name="S07-stepno52"/>
          <p:cNvSpPr txBox="1"/>
          <p:nvPr/>
        </p:nvSpPr>
        <p:spPr>
          <a:xfrm>
            <a:off x="548640" y="1827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3"/>
          <p:cNvSpPr txBox="1"/>
          <p:nvPr/>
        </p:nvSpPr>
        <p:spPr>
          <a:xfrm>
            <a:off x="1325880" y="178155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일을 식사·옷·공간으로 적어요.</a:t>
            </a:r>
            <a:endParaRPr lang="ko-KR" sz="2400" dirty="0"/>
          </a:p>
        </p:txBody>
      </p:sp>
      <p:sp>
        <p:nvSpPr>
          <p:cNvPr id="9" name="S07-stepno54"/>
          <p:cNvSpPr txBox="1"/>
          <p:nvPr/>
        </p:nvSpPr>
        <p:spPr>
          <a:xfrm>
            <a:off x="548640" y="26898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5"/>
          <p:cNvSpPr txBox="1"/>
          <p:nvPr/>
        </p:nvSpPr>
        <p:spPr>
          <a:xfrm>
            <a:off x="1325880" y="26898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가족에게 맡은 일을 물어 적어요.</a:t>
            </a:r>
            <a:endParaRPr lang="ko-KR" sz="2400" dirty="0"/>
          </a:p>
        </p:txBody>
      </p:sp>
      <p:sp>
        <p:nvSpPr>
          <p:cNvPr id="11" name="S07-stepno56"/>
          <p:cNvSpPr txBox="1"/>
          <p:nvPr/>
        </p:nvSpPr>
        <p:spPr>
          <a:xfrm>
            <a:off x="548640" y="3403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7"/>
          <p:cNvSpPr txBox="1"/>
          <p:nvPr/>
        </p:nvSpPr>
        <p:spPr>
          <a:xfrm>
            <a:off x="1325880" y="3403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꾸준히 맡을 일을 골라요.</a:t>
            </a:r>
            <a:endParaRPr lang="ko-KR" sz="2400" dirty="0"/>
          </a:p>
        </p:txBody>
      </p:sp>
      <p:sp>
        <p:nvSpPr>
          <p:cNvPr id="13" name="S07-stepno58"/>
          <p:cNvSpPr txBox="1"/>
          <p:nvPr/>
        </p:nvSpPr>
        <p:spPr>
          <a:xfrm>
            <a:off x="548640" y="4116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9"/>
          <p:cNvSpPr txBox="1"/>
          <p:nvPr/>
        </p:nvSpPr>
        <p:spPr>
          <a:xfrm>
            <a:off x="1325880" y="4116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때와 물건 둘 곳을 정해요.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08-card6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6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식사·옷·공간은 우리를 돌봐요. 그 일을 가족이 함께 나눠요.</a:t>
            </a:r>
            <a:endParaRPr lang="ko-KR" sz="3000" dirty="0"/>
          </a:p>
        </p:txBody>
      </p:sp>
      <p:sp>
        <p:nvSpPr>
          <p:cNvPr id="5" name="S08-chip6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정한 때에 꾸준히 하기</a:t>
            </a:r>
            <a:endParaRPr lang="ko-KR" sz="2400" dirty="0"/>
          </a:p>
        </p:txBody>
      </p:sp>
      <p:sp>
        <p:nvSpPr>
          <p:cNvPr id="6" name="S08-chip6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남의 일이라고 미루기</a:t>
            </a:r>
            <a:endParaRPr lang="ko-KR" sz="2400" dirty="0"/>
          </a:p>
        </p:txBody>
      </p:sp>
      <p:sp>
        <p:nvSpPr>
          <p:cNvPr id="7" name="S08-text6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08-text6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식사·옷·공간이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 하나씩</a:t>
            </a:r>
            <a:endParaRPr lang="ko-KR" sz="2400" dirty="0"/>
          </a:p>
        </p:txBody>
      </p:sp>
      <p:sp>
        <p:nvSpPr>
          <p:cNvPr id="9" name="S08-text6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옷을 돌보는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 하나</a:t>
            </a:r>
            <a:endParaRPr lang="ko-KR" sz="2400" dirty="0"/>
          </a:p>
        </p:txBody>
      </p:sp>
      <p:sp>
        <p:nvSpPr>
          <p:cNvPr id="10" name="S08-text6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맡은 일과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때</a:t>
            </a:r>
            <a:endParaRPr lang="ko-KR" sz="2400" dirty="0"/>
          </a:p>
        </p:txBody>
      </p:sp>
      <p:sp>
        <p:nvSpPr>
          <p:cNvPr id="11" name="S08-text6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불편 찾고 해결하기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내가 할 수 있는 일</a:t>
            </a:r>
            <a:endParaRPr lang="ko-KR" sz="4000" dirty="0"/>
          </a:p>
        </p:txBody>
      </p:sp>
      <p:sp>
        <p:nvSpPr>
          <p:cNvPr id="3" name="S09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다칠 수 있는 일인지 먼저 생각해요.</a:t>
            </a:r>
            <a:endParaRPr lang="ko-KR" sz="3000" dirty="0"/>
          </a:p>
        </p:txBody>
      </p:sp>
      <p:sp>
        <p:nvSpPr>
          <p:cNvPr id="4" name="S09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일과표에는 시각(때)과 할 일을 적어요.</a:t>
            </a:r>
            <a:endParaRPr lang="ko-KR" sz="3000" dirty="0"/>
          </a:p>
        </p:txBody>
      </p:sp>
      <p:sp>
        <p:nvSpPr>
          <p:cNvPr id="6" name="S09-card7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7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 개기</a:t>
            </a:r>
            <a:endParaRPr lang="ko-KR" sz="3000" dirty="0"/>
          </a:p>
        </p:txBody>
      </p:sp>
      <p:sp>
        <p:nvSpPr>
          <p:cNvPr id="8" name="S09-card7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채소 씻기,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</a:t>
            </a:r>
            <a:endParaRPr lang="ko-KR" sz="3000" dirty="0"/>
          </a:p>
        </p:txBody>
      </p:sp>
      <p:sp>
        <p:nvSpPr>
          <p:cNvPr id="10" name="S09-card7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9-cardtext7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 쓰기,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 켜기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기술·가정 식사·옷·공간의 역할</dc:title>
  <dc:subject>KR22-G03-TEC-HOMEROLE-L01</dc:subject>
  <dc:creator>education-ppt</dc:creator>
  <cp:lastModifiedBy>education-ppt</cp:lastModifiedBy>
  <cp:revision>1</cp:revision>
  <dcterms:created xsi:type="dcterms:W3CDTF">2026-10-26T13:53:00Z</dcterms:created>
  <dcterms:modified xsi:type="dcterms:W3CDTF">2026-10-26T13:53:00Z</dcterms:modified>
</cp:coreProperties>
</file>