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6eadc0e-c02e-1885-b850-af9a0163f6cd}">
          <p14:sldIdLst>
            <p14:sldId id="256"/>
            <p14:sldId id="257"/>
          </p14:sldIdLst>
        </p14:section>
        <p14:section name="개념" id="{9408dac9-6cdd-fed4-6a5f-22a9027cff27}">
          <p14:sldIdLst>
            <p14:sldId id="258"/>
            <p14:sldId id="259"/>
            <p14:sldId id="261"/>
            <p14:sldId id="262"/>
          </p14:sldIdLst>
        </p14:section>
        <p14:section name="연습" id="{95246d8a-f954-d2a1-a402-2414328bde15}">
          <p14:sldIdLst>
            <p14:sldId id="260"/>
            <p14:sldId id="263"/>
            <p14:sldId id="264"/>
          </p14:sldIdLst>
        </p14:section>
        <p14:section name="개념" id="{b9629bfd-54de-8919-daba-6afeaa05b4e8}">
          <p14:sldIdLst/>
        </p14:section>
        <p14:section name="연습" id="{52774d33-e318-ea59-a7c7-b0cd57657f43}">
          <p14:sldIdLst/>
        </p14:section>
        <p14:section name="확인" id="{70d98831-2f81-2056-16bc-6821b2b1610a}">
          <p14:sldIdLst>
            <p14:sldId id="265"/>
            <p14:sldId id="266"/>
          </p14:sldIdLst>
        </p14:section>
        <p14:section name="정리" id="{456aef03-e303-eb5c-2c8c-fbf4f19a9ae8}">
          <p14:sldIdLst>
            <p14:sldId id="267"/>
          </p14:sldIdLst>
        </p14:section>
        <p14:section name="보충" id="{16c82b71-1b46-dd42-7936-05ca3ee6f66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정보·AI · 디지털기초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정보·AI · 파일 열고 저장하기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정보·AI · 파일 열고 저장하기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정보·AI · 파일 열고 저장하기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열고 저장하기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만든 그림을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다시 보려면?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파일을 저장하고 다시 열어요.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알맞은 이름을 지어 폴더에 정리해요.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순서, 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 때 배운 것을 떠올려요.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닦기를 ‘처음·그다음·마지막’으로 말해요.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양말과 신발의 순서를 바꾸면 어떻게 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파일과 폴더</a:t>
            </a:r>
            <a:endParaRPr lang="ko-KR" sz="40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저장해야 다음에 다시 열 수 있어요.</a:t>
            </a:r>
            <a:endParaRPr lang="ko-KR" sz="3000" dirty="0"/>
          </a:p>
        </p:txBody>
      </p:sp>
      <p:sp>
        <p:nvSpPr>
          <p:cNvPr id="5" name="S03-card10"/>
          <p:cNvSpPr/>
          <p:nvPr/>
        </p:nvSpPr>
        <p:spPr>
          <a:xfrm>
            <a:off x="548640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글이나 그림 하나를 담은 것</a:t>
            </a:r>
            <a:endParaRPr lang="ko-KR" sz="3000" dirty="0"/>
          </a:p>
        </p:txBody>
      </p:sp>
      <p:sp>
        <p:nvSpPr>
          <p:cNvPr id="7" name="S03-card12"/>
          <p:cNvSpPr/>
          <p:nvPr/>
        </p:nvSpPr>
        <p:spPr>
          <a:xfrm>
            <a:off x="4322064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4596384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모아 두는 곳</a:t>
            </a:r>
            <a:endParaRPr lang="ko-KR" sz="3000" dirty="0"/>
          </a:p>
        </p:txBody>
      </p:sp>
      <p:sp>
        <p:nvSpPr>
          <p:cNvPr id="9" name="S03-card14"/>
          <p:cNvSpPr/>
          <p:nvPr/>
        </p:nvSpPr>
        <p:spPr>
          <a:xfrm>
            <a:off x="8095488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369808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안에 넣어 두기</a:t>
            </a:r>
            <a:endParaRPr lang="ko-KR" sz="3000" dirty="0"/>
          </a:p>
        </p:txBody>
      </p:sp>
      <p:sp>
        <p:nvSpPr>
          <p:cNvPr id="11" name="S03-figure16" descr="‘숙제’라고 쓴 노란 폴더에서 화살표가 나와, 그 폴더 안에 든 파일 두 개(받아쓰기 연습, 개미 관찰 기록)를 보여 준다."/>
          <p:cNvSpPr/>
          <p:nvPr/>
        </p:nvSpPr>
        <p:spPr>
          <a:xfrm>
            <a:off x="3167380" y="1534404"/>
            <a:ext cx="1747520" cy="1237244"/>
          </a:xfrm>
          <a:custGeom>
            <a:avLst/>
            <a:gdLst/>
            <a:ahLst/>
            <a:cxnLst/>
            <a:rect l="l" t="t" r="r" b="b"/>
            <a:pathLst>
              <a:path w="1747520" h="1237244">
                <a:moveTo>
                  <a:pt x="0" y="1237244"/>
                </a:moveTo>
                <a:lnTo>
                  <a:pt x="1747520" y="1237244"/>
                </a:lnTo>
                <a:lnTo>
                  <a:pt x="1747520" y="188732"/>
                </a:lnTo>
                <a:lnTo>
                  <a:pt x="786384" y="188732"/>
                </a:lnTo>
                <a:lnTo>
                  <a:pt x="6116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12" name="S03-mark17"/>
          <p:cNvSpPr/>
          <p:nvPr/>
        </p:nvSpPr>
        <p:spPr>
          <a:xfrm>
            <a:off x="5788660" y="1417320"/>
            <a:ext cx="3232912" cy="1485392"/>
          </a:xfrm>
          <a:custGeom>
            <a:avLst/>
            <a:gdLst/>
            <a:ahLst/>
            <a:cxnLst/>
            <a:rect l="l" t="t" r="r" b="b"/>
            <a:pathLst>
              <a:path w="3232912" h="1485392">
                <a:moveTo>
                  <a:pt x="0" y="1485392"/>
                </a:moveTo>
                <a:lnTo>
                  <a:pt x="3232912" y="1485392"/>
                </a:lnTo>
                <a:lnTo>
                  <a:pt x="3232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13" name="S03-mark18"/>
          <p:cNvSpPr/>
          <p:nvPr/>
        </p:nvSpPr>
        <p:spPr>
          <a:xfrm>
            <a:off x="5963412" y="1613916"/>
            <a:ext cx="349504" cy="480568"/>
          </a:xfrm>
          <a:custGeom>
            <a:avLst/>
            <a:gdLst/>
            <a:ahLst/>
            <a:cxnLst/>
            <a:rect l="l" t="t" r="r" b="b"/>
            <a:pathLst>
              <a:path w="349504" h="480568">
                <a:moveTo>
                  <a:pt x="0" y="480568"/>
                </a:moveTo>
                <a:lnTo>
                  <a:pt x="349504" y="480568"/>
                </a:lnTo>
                <a:lnTo>
                  <a:pt x="349504" y="122326"/>
                </a:lnTo>
                <a:lnTo>
                  <a:pt x="2271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4" name="S03-mark19"/>
          <p:cNvSpPr/>
          <p:nvPr/>
        </p:nvSpPr>
        <p:spPr>
          <a:xfrm>
            <a:off x="5963412" y="2269236"/>
            <a:ext cx="349504" cy="480568"/>
          </a:xfrm>
          <a:custGeom>
            <a:avLst/>
            <a:gdLst/>
            <a:ahLst/>
            <a:cxnLst/>
            <a:rect l="l" t="t" r="r" b="b"/>
            <a:pathLst>
              <a:path w="349504" h="480568">
                <a:moveTo>
                  <a:pt x="0" y="480568"/>
                </a:moveTo>
                <a:lnTo>
                  <a:pt x="349504" y="480568"/>
                </a:lnTo>
                <a:lnTo>
                  <a:pt x="349504" y="122326"/>
                </a:lnTo>
                <a:lnTo>
                  <a:pt x="2271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5" name="S03-mark20"/>
          <p:cNvSpPr/>
          <p:nvPr/>
        </p:nvSpPr>
        <p:spPr>
          <a:xfrm>
            <a:off x="5089652" y="2160016"/>
            <a:ext cx="52425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6" name="S03-label22"/>
          <p:cNvSpPr txBox="1"/>
          <p:nvPr/>
        </p:nvSpPr>
        <p:spPr>
          <a:xfrm>
            <a:off x="3687572" y="205689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</a:t>
            </a:r>
            <a:endParaRPr lang="ko-KR" sz="2400" dirty="0"/>
          </a:p>
        </p:txBody>
      </p:sp>
      <p:sp>
        <p:nvSpPr>
          <p:cNvPr id="17" name="S03-label24"/>
          <p:cNvSpPr txBox="1"/>
          <p:nvPr/>
        </p:nvSpPr>
        <p:spPr>
          <a:xfrm>
            <a:off x="6443980" y="1663700"/>
            <a:ext cx="199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받아쓰기 연습</a:t>
            </a:r>
            <a:endParaRPr lang="ko-KR" sz="2400" dirty="0"/>
          </a:p>
        </p:txBody>
      </p:sp>
      <p:sp>
        <p:nvSpPr>
          <p:cNvPr id="18" name="S03-label26"/>
          <p:cNvSpPr txBox="1"/>
          <p:nvPr/>
        </p:nvSpPr>
        <p:spPr>
          <a:xfrm>
            <a:off x="6443980" y="2319020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관찰 기록</a:t>
            </a:r>
            <a:endParaRPr lang="ko-KR" sz="2400" dirty="0"/>
          </a:p>
        </p:txBody>
      </p:sp>
      <p:sp>
        <p:nvSpPr>
          <p:cNvPr id="19" name="S03-label28"/>
          <p:cNvSpPr txBox="1"/>
          <p:nvPr/>
        </p:nvSpPr>
        <p:spPr>
          <a:xfrm>
            <a:off x="3749802" y="3035871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</a:t>
            </a:r>
            <a:endParaRPr lang="ko-KR" sz="1900" dirty="0"/>
          </a:p>
        </p:txBody>
      </p:sp>
      <p:sp>
        <p:nvSpPr>
          <p:cNvPr id="20" name="S03-label30"/>
          <p:cNvSpPr txBox="1"/>
          <p:nvPr/>
        </p:nvSpPr>
        <p:spPr>
          <a:xfrm>
            <a:off x="6568440" y="3035871"/>
            <a:ext cx="16733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안의 파일</a:t>
            </a:r>
            <a:endParaRPr lang="ko-K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저장하는 순서</a:t>
            </a:r>
            <a:endParaRPr lang="ko-KR" sz="4000" dirty="0"/>
          </a:p>
        </p:txBody>
      </p:sp>
      <p:sp>
        <p:nvSpPr>
          <p:cNvPr id="3" name="S04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기기마다 버튼 모양과 자리는 달라요.</a:t>
            </a:r>
            <a:endParaRPr lang="ko-KR" sz="3000" dirty="0"/>
          </a:p>
        </p:txBody>
      </p:sp>
      <p:sp>
        <p:nvSpPr>
          <p:cNvPr id="5" name="S04-figure33" descr="그려 놓은 저장하기 창. 저장할 곳으로 ‘숙제’ 폴더가 골라져 있고, 파일 이름 칸에 ‘개미 관찰 기록’이 쓰여 있으며, 아래에 ‘저장’과 ‘취소’ 단추가 있다."/>
          <p:cNvSpPr/>
          <p:nvPr/>
        </p:nvSpPr>
        <p:spPr>
          <a:xfrm>
            <a:off x="7012351" y="1816938"/>
            <a:ext cx="4536521" cy="2812643"/>
          </a:xfrm>
          <a:custGeom>
            <a:avLst/>
            <a:gdLst/>
            <a:ahLst/>
            <a:cxnLst/>
            <a:rect l="l" t="t" r="r" b="b"/>
            <a:pathLst>
              <a:path w="4536521" h="2812643">
                <a:moveTo>
                  <a:pt x="0" y="2812643"/>
                </a:moveTo>
                <a:lnTo>
                  <a:pt x="4536521" y="2812643"/>
                </a:lnTo>
                <a:lnTo>
                  <a:pt x="453652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4-mark34"/>
          <p:cNvSpPr/>
          <p:nvPr/>
        </p:nvSpPr>
        <p:spPr>
          <a:xfrm>
            <a:off x="7012351" y="1816938"/>
            <a:ext cx="4536521" cy="362922"/>
          </a:xfrm>
          <a:custGeom>
            <a:avLst/>
            <a:gdLst/>
            <a:ahLst/>
            <a:cxnLst/>
            <a:rect l="l" t="t" r="r" b="b"/>
            <a:pathLst>
              <a:path w="4536521" h="362922">
                <a:moveTo>
                  <a:pt x="0" y="362922"/>
                </a:moveTo>
                <a:lnTo>
                  <a:pt x="4536521" y="362922"/>
                </a:lnTo>
                <a:lnTo>
                  <a:pt x="4536521" y="0"/>
                </a:lnTo>
                <a:lnTo>
                  <a:pt x="0" y="0"/>
                </a:lnTo>
                <a:close/>
              </a:path>
            </a:pathLst>
          </a:custGeom>
          <a:solidFill>
            <a:srgbClr val="3D5A80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35"/>
          <p:cNvSpPr/>
          <p:nvPr/>
        </p:nvSpPr>
        <p:spPr>
          <a:xfrm>
            <a:off x="7193812" y="2640317"/>
            <a:ext cx="1270226" cy="401482"/>
          </a:xfrm>
          <a:custGeom>
            <a:avLst/>
            <a:gdLst/>
            <a:ahLst/>
            <a:cxnLst/>
            <a:rect l="l" t="t" r="r" b="b"/>
            <a:pathLst>
              <a:path w="1270226" h="401482">
                <a:moveTo>
                  <a:pt x="0" y="401482"/>
                </a:moveTo>
                <a:lnTo>
                  <a:pt x="1270226" y="401482"/>
                </a:lnTo>
                <a:lnTo>
                  <a:pt x="1270226" y="61243"/>
                </a:lnTo>
                <a:lnTo>
                  <a:pt x="571602" y="61243"/>
                </a:lnTo>
                <a:lnTo>
                  <a:pt x="4445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8" name="S04-mark36"/>
          <p:cNvSpPr/>
          <p:nvPr/>
        </p:nvSpPr>
        <p:spPr>
          <a:xfrm>
            <a:off x="8577451" y="2565464"/>
            <a:ext cx="1406322" cy="544383"/>
          </a:xfrm>
          <a:custGeom>
            <a:avLst/>
            <a:gdLst/>
            <a:ahLst/>
            <a:cxnLst/>
            <a:rect l="l" t="t" r="r" b="b"/>
            <a:pathLst>
              <a:path w="1406322" h="544383">
                <a:moveTo>
                  <a:pt x="0" y="544383"/>
                </a:moveTo>
                <a:lnTo>
                  <a:pt x="1406322" y="544383"/>
                </a:lnTo>
                <a:lnTo>
                  <a:pt x="14063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4-mark37"/>
          <p:cNvSpPr/>
          <p:nvPr/>
        </p:nvSpPr>
        <p:spPr>
          <a:xfrm>
            <a:off x="8645498" y="2640317"/>
            <a:ext cx="1270226" cy="401482"/>
          </a:xfrm>
          <a:custGeom>
            <a:avLst/>
            <a:gdLst/>
            <a:ahLst/>
            <a:cxnLst/>
            <a:rect l="l" t="t" r="r" b="b"/>
            <a:pathLst>
              <a:path w="1270226" h="401482">
                <a:moveTo>
                  <a:pt x="0" y="401482"/>
                </a:moveTo>
                <a:lnTo>
                  <a:pt x="1270226" y="401482"/>
                </a:lnTo>
                <a:lnTo>
                  <a:pt x="1270226" y="61243"/>
                </a:lnTo>
                <a:lnTo>
                  <a:pt x="571602" y="61243"/>
                </a:lnTo>
                <a:lnTo>
                  <a:pt x="4445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10" name="S04-mark38"/>
          <p:cNvSpPr/>
          <p:nvPr/>
        </p:nvSpPr>
        <p:spPr>
          <a:xfrm>
            <a:off x="10097185" y="2640317"/>
            <a:ext cx="1270226" cy="401482"/>
          </a:xfrm>
          <a:custGeom>
            <a:avLst/>
            <a:gdLst/>
            <a:ahLst/>
            <a:cxnLst/>
            <a:rect l="l" t="t" r="r" b="b"/>
            <a:pathLst>
              <a:path w="1270226" h="401482">
                <a:moveTo>
                  <a:pt x="0" y="401482"/>
                </a:moveTo>
                <a:lnTo>
                  <a:pt x="1270226" y="401482"/>
                </a:lnTo>
                <a:lnTo>
                  <a:pt x="1270226" y="61243"/>
                </a:lnTo>
                <a:lnTo>
                  <a:pt x="571602" y="61243"/>
                </a:lnTo>
                <a:lnTo>
                  <a:pt x="4445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11" name="S04-mark39"/>
          <p:cNvSpPr/>
          <p:nvPr/>
        </p:nvSpPr>
        <p:spPr>
          <a:xfrm>
            <a:off x="7193812" y="3495451"/>
            <a:ext cx="4173600" cy="362922"/>
          </a:xfrm>
          <a:custGeom>
            <a:avLst/>
            <a:gdLst/>
            <a:ahLst/>
            <a:cxnLst/>
            <a:rect l="l" t="t" r="r" b="b"/>
            <a:pathLst>
              <a:path w="4173600" h="362922">
                <a:moveTo>
                  <a:pt x="0" y="362922"/>
                </a:moveTo>
                <a:lnTo>
                  <a:pt x="4173600" y="362922"/>
                </a:lnTo>
                <a:lnTo>
                  <a:pt x="4173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2" name="S04-mark40"/>
          <p:cNvSpPr/>
          <p:nvPr/>
        </p:nvSpPr>
        <p:spPr>
          <a:xfrm>
            <a:off x="9008420" y="4107882"/>
            <a:ext cx="1088765" cy="385604"/>
          </a:xfrm>
          <a:custGeom>
            <a:avLst/>
            <a:gdLst/>
            <a:ahLst/>
            <a:cxnLst/>
            <a:rect l="l" t="t" r="r" b="b"/>
            <a:pathLst>
              <a:path w="1088765" h="385604">
                <a:moveTo>
                  <a:pt x="0" y="385604"/>
                </a:moveTo>
                <a:lnTo>
                  <a:pt x="1088765" y="385604"/>
                </a:lnTo>
                <a:lnTo>
                  <a:pt x="1088765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3" name="S04-mark41"/>
          <p:cNvSpPr/>
          <p:nvPr/>
        </p:nvSpPr>
        <p:spPr>
          <a:xfrm>
            <a:off x="10278646" y="4107882"/>
            <a:ext cx="1088765" cy="385604"/>
          </a:xfrm>
          <a:custGeom>
            <a:avLst/>
            <a:gdLst/>
            <a:ahLst/>
            <a:cxnLst/>
            <a:rect l="l" t="t" r="r" b="b"/>
            <a:pathLst>
              <a:path w="1088765" h="385604">
                <a:moveTo>
                  <a:pt x="0" y="385604"/>
                </a:moveTo>
                <a:lnTo>
                  <a:pt x="1088765" y="385604"/>
                </a:lnTo>
                <a:lnTo>
                  <a:pt x="1088765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14" name="S04-label43"/>
          <p:cNvSpPr txBox="1"/>
          <p:nvPr/>
        </p:nvSpPr>
        <p:spPr>
          <a:xfrm>
            <a:off x="8628339" y="1807899"/>
            <a:ext cx="1304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저장하기</a:t>
            </a:r>
            <a:endParaRPr lang="ko-KR" sz="2400" dirty="0"/>
          </a:p>
        </p:txBody>
      </p:sp>
      <p:sp>
        <p:nvSpPr>
          <p:cNvPr id="15" name="S04-label45"/>
          <p:cNvSpPr txBox="1"/>
          <p:nvPr/>
        </p:nvSpPr>
        <p:spPr>
          <a:xfrm>
            <a:off x="7193812" y="2255874"/>
            <a:ext cx="112801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저장할 곳</a:t>
            </a:r>
            <a:endParaRPr lang="ko-KR" sz="1900" dirty="0"/>
          </a:p>
        </p:txBody>
      </p:sp>
      <p:sp>
        <p:nvSpPr>
          <p:cNvPr id="16" name="S04-label47"/>
          <p:cNvSpPr txBox="1"/>
          <p:nvPr/>
        </p:nvSpPr>
        <p:spPr>
          <a:xfrm>
            <a:off x="7537587" y="2718599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</a:t>
            </a:r>
            <a:endParaRPr lang="ko-KR" sz="1900" dirty="0"/>
          </a:p>
        </p:txBody>
      </p:sp>
      <p:sp>
        <p:nvSpPr>
          <p:cNvPr id="17" name="S04-label49"/>
          <p:cNvSpPr txBox="1"/>
          <p:nvPr/>
        </p:nvSpPr>
        <p:spPr>
          <a:xfrm>
            <a:off x="8989273" y="2718599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</a:t>
            </a:r>
            <a:endParaRPr lang="ko-KR" sz="1900" dirty="0"/>
          </a:p>
        </p:txBody>
      </p:sp>
      <p:sp>
        <p:nvSpPr>
          <p:cNvPr id="18" name="S04-label51"/>
          <p:cNvSpPr txBox="1"/>
          <p:nvPr/>
        </p:nvSpPr>
        <p:spPr>
          <a:xfrm>
            <a:off x="10440960" y="2718599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</a:t>
            </a:r>
            <a:endParaRPr lang="ko-KR" sz="1900" dirty="0"/>
          </a:p>
        </p:txBody>
      </p:sp>
      <p:sp>
        <p:nvSpPr>
          <p:cNvPr id="19" name="S04-label53"/>
          <p:cNvSpPr txBox="1"/>
          <p:nvPr/>
        </p:nvSpPr>
        <p:spPr>
          <a:xfrm>
            <a:off x="7193812" y="3163178"/>
            <a:ext cx="112801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이름</a:t>
            </a:r>
            <a:endParaRPr lang="ko-KR" sz="1900" dirty="0"/>
          </a:p>
        </p:txBody>
      </p:sp>
      <p:sp>
        <p:nvSpPr>
          <p:cNvPr id="20" name="S04-label55"/>
          <p:cNvSpPr txBox="1"/>
          <p:nvPr/>
        </p:nvSpPr>
        <p:spPr>
          <a:xfrm>
            <a:off x="7329907" y="3526100"/>
            <a:ext cx="16733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관찰 기록</a:t>
            </a:r>
            <a:endParaRPr lang="ko-KR" sz="1900" dirty="0"/>
          </a:p>
        </p:txBody>
      </p:sp>
      <p:sp>
        <p:nvSpPr>
          <p:cNvPr id="21" name="S04-label57"/>
          <p:cNvSpPr txBox="1"/>
          <p:nvPr/>
        </p:nvSpPr>
        <p:spPr>
          <a:xfrm>
            <a:off x="9261465" y="4147603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ko-KR" sz="1900" dirty="0"/>
          </a:p>
        </p:txBody>
      </p:sp>
      <p:sp>
        <p:nvSpPr>
          <p:cNvPr id="22" name="S04-label59"/>
          <p:cNvSpPr txBox="1"/>
          <p:nvPr/>
        </p:nvSpPr>
        <p:spPr>
          <a:xfrm>
            <a:off x="10531691" y="4147603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ko-KR" sz="1900" dirty="0"/>
          </a:p>
        </p:txBody>
      </p:sp>
      <p:sp>
        <p:nvSpPr>
          <p:cNvPr id="23" name="S04-stepno60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4" name="S04-text61"/>
          <p:cNvSpPr txBox="1"/>
          <p:nvPr/>
        </p:nvSpPr>
        <p:spPr>
          <a:xfrm>
            <a:off x="1325880" y="18790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버튼이나 메뉴를 눌러요.</a:t>
            </a:r>
            <a:endParaRPr lang="ko-KR" sz="3000" dirty="0"/>
          </a:p>
        </p:txBody>
      </p:sp>
      <p:sp>
        <p:nvSpPr>
          <p:cNvPr id="25" name="S04-stepno62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6" name="S04-text63"/>
          <p:cNvSpPr txBox="1"/>
          <p:nvPr/>
        </p:nvSpPr>
        <p:spPr>
          <a:xfrm>
            <a:off x="1325880" y="259232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저장할 폴더를 골라요.</a:t>
            </a:r>
            <a:endParaRPr lang="ko-KR" sz="3000" dirty="0"/>
          </a:p>
        </p:txBody>
      </p:sp>
      <p:sp>
        <p:nvSpPr>
          <p:cNvPr id="27" name="S04-stepno6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8" name="S04-text65"/>
          <p:cNvSpPr txBox="1"/>
          <p:nvPr/>
        </p:nvSpPr>
        <p:spPr>
          <a:xfrm>
            <a:off x="1325880" y="330555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이름을 써요.</a:t>
            </a:r>
            <a:endParaRPr lang="ko-KR" sz="3000" dirty="0"/>
          </a:p>
        </p:txBody>
      </p:sp>
      <p:sp>
        <p:nvSpPr>
          <p:cNvPr id="29" name="S04-stepno66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0" name="S04-text67"/>
          <p:cNvSpPr txBox="1"/>
          <p:nvPr/>
        </p:nvSpPr>
        <p:spPr>
          <a:xfrm>
            <a:off x="1325880" y="401878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‘저장’을 눌러요.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화면에서 짚어 봐요</a:t>
            </a:r>
            <a:endParaRPr lang="ko-KR" sz="4000" dirty="0"/>
          </a:p>
        </p:txBody>
      </p:sp>
      <p:sp>
        <p:nvSpPr>
          <p:cNvPr id="3" name="S05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가·나·다·라로 답하고 손으로 짚어요.</a:t>
            </a:r>
            <a:endParaRPr lang="ko-KR" sz="3000" dirty="0"/>
          </a:p>
        </p:txBody>
      </p:sp>
      <p:sp>
        <p:nvSpPr>
          <p:cNvPr id="5" name="S05-figure70" descr="그려 놓은 저장하기 창. 가는 저장할 폴더(그림·숙제·사진)를 고르는 곳, 나는 파일 이름을 쓰는 빈칸, 다는 초록색 ‘저장’ 단추, 라는 회색 ‘취소’ 단추를 가리킨다."/>
          <p:cNvSpPr/>
          <p:nvPr/>
        </p:nvSpPr>
        <p:spPr>
          <a:xfrm>
            <a:off x="6923804" y="1948797"/>
            <a:ext cx="4111171" cy="2548926"/>
          </a:xfrm>
          <a:custGeom>
            <a:avLst/>
            <a:gdLst/>
            <a:ahLst/>
            <a:cxnLst/>
            <a:rect l="l" t="t" r="r" b="b"/>
            <a:pathLst>
              <a:path w="4111171" h="2548926">
                <a:moveTo>
                  <a:pt x="0" y="2548926"/>
                </a:moveTo>
                <a:lnTo>
                  <a:pt x="4111171" y="2548926"/>
                </a:lnTo>
                <a:lnTo>
                  <a:pt x="411117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71"/>
          <p:cNvSpPr/>
          <p:nvPr/>
        </p:nvSpPr>
        <p:spPr>
          <a:xfrm>
            <a:off x="6923804" y="1948797"/>
            <a:ext cx="4111171" cy="328894"/>
          </a:xfrm>
          <a:custGeom>
            <a:avLst/>
            <a:gdLst/>
            <a:ahLst/>
            <a:cxnLst/>
            <a:rect l="l" t="t" r="r" b="b"/>
            <a:pathLst>
              <a:path w="4111171" h="328894">
                <a:moveTo>
                  <a:pt x="0" y="328894"/>
                </a:moveTo>
                <a:lnTo>
                  <a:pt x="4111171" y="328894"/>
                </a:lnTo>
                <a:lnTo>
                  <a:pt x="4111171" y="0"/>
                </a:lnTo>
                <a:lnTo>
                  <a:pt x="0" y="0"/>
                </a:lnTo>
                <a:close/>
              </a:path>
            </a:pathLst>
          </a:custGeom>
          <a:solidFill>
            <a:srgbClr val="3D5A80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72"/>
          <p:cNvSpPr/>
          <p:nvPr/>
        </p:nvSpPr>
        <p:spPr>
          <a:xfrm>
            <a:off x="7088251" y="2694974"/>
            <a:ext cx="1151128" cy="363839"/>
          </a:xfrm>
          <a:custGeom>
            <a:avLst/>
            <a:gdLst/>
            <a:ahLst/>
            <a:cxnLst/>
            <a:rect l="l" t="t" r="r" b="b"/>
            <a:pathLst>
              <a:path w="1151128" h="363839">
                <a:moveTo>
                  <a:pt x="0" y="363839"/>
                </a:moveTo>
                <a:lnTo>
                  <a:pt x="1151128" y="363839"/>
                </a:lnTo>
                <a:lnTo>
                  <a:pt x="1151128" y="55501"/>
                </a:lnTo>
                <a:lnTo>
                  <a:pt x="518008" y="55501"/>
                </a:lnTo>
                <a:lnTo>
                  <a:pt x="4028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8" name="S05-mark73"/>
          <p:cNvSpPr/>
          <p:nvPr/>
        </p:nvSpPr>
        <p:spPr>
          <a:xfrm>
            <a:off x="8342158" y="2627140"/>
            <a:ext cx="1274463" cy="493341"/>
          </a:xfrm>
          <a:custGeom>
            <a:avLst/>
            <a:gdLst/>
            <a:ahLst/>
            <a:cxnLst/>
            <a:rect l="l" t="t" r="r" b="b"/>
            <a:pathLst>
              <a:path w="1274463" h="493341">
                <a:moveTo>
                  <a:pt x="0" y="493341"/>
                </a:moveTo>
                <a:lnTo>
                  <a:pt x="1274463" y="493341"/>
                </a:lnTo>
                <a:lnTo>
                  <a:pt x="12744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5-mark74"/>
          <p:cNvSpPr/>
          <p:nvPr/>
        </p:nvSpPr>
        <p:spPr>
          <a:xfrm>
            <a:off x="8403826" y="2694974"/>
            <a:ext cx="1151128" cy="363839"/>
          </a:xfrm>
          <a:custGeom>
            <a:avLst/>
            <a:gdLst/>
            <a:ahLst/>
            <a:cxnLst/>
            <a:rect l="l" t="t" r="r" b="b"/>
            <a:pathLst>
              <a:path w="1151128" h="363839">
                <a:moveTo>
                  <a:pt x="0" y="363839"/>
                </a:moveTo>
                <a:lnTo>
                  <a:pt x="1151128" y="363839"/>
                </a:lnTo>
                <a:lnTo>
                  <a:pt x="1151128" y="55501"/>
                </a:lnTo>
                <a:lnTo>
                  <a:pt x="518008" y="55501"/>
                </a:lnTo>
                <a:lnTo>
                  <a:pt x="4028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10" name="S05-mark75"/>
          <p:cNvSpPr/>
          <p:nvPr/>
        </p:nvSpPr>
        <p:spPr>
          <a:xfrm>
            <a:off x="9719401" y="2694974"/>
            <a:ext cx="1151128" cy="363839"/>
          </a:xfrm>
          <a:custGeom>
            <a:avLst/>
            <a:gdLst/>
            <a:ahLst/>
            <a:cxnLst/>
            <a:rect l="l" t="t" r="r" b="b"/>
            <a:pathLst>
              <a:path w="1151128" h="363839">
                <a:moveTo>
                  <a:pt x="0" y="363839"/>
                </a:moveTo>
                <a:lnTo>
                  <a:pt x="1151128" y="363839"/>
                </a:lnTo>
                <a:lnTo>
                  <a:pt x="1151128" y="55501"/>
                </a:lnTo>
                <a:lnTo>
                  <a:pt x="518008" y="55501"/>
                </a:lnTo>
                <a:lnTo>
                  <a:pt x="4028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11" name="S05-mark76"/>
          <p:cNvSpPr/>
          <p:nvPr/>
        </p:nvSpPr>
        <p:spPr>
          <a:xfrm>
            <a:off x="7088251" y="3469930"/>
            <a:ext cx="3782278" cy="328894"/>
          </a:xfrm>
          <a:custGeom>
            <a:avLst/>
            <a:gdLst/>
            <a:ahLst/>
            <a:cxnLst/>
            <a:rect l="l" t="t" r="r" b="b"/>
            <a:pathLst>
              <a:path w="3782278" h="328894">
                <a:moveTo>
                  <a:pt x="0" y="328894"/>
                </a:moveTo>
                <a:lnTo>
                  <a:pt x="3782278" y="328894"/>
                </a:lnTo>
                <a:lnTo>
                  <a:pt x="37822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2" name="S05-mark77"/>
          <p:cNvSpPr/>
          <p:nvPr/>
        </p:nvSpPr>
        <p:spPr>
          <a:xfrm>
            <a:off x="8732720" y="4024938"/>
            <a:ext cx="986681" cy="349450"/>
          </a:xfrm>
          <a:custGeom>
            <a:avLst/>
            <a:gdLst/>
            <a:ahLst/>
            <a:cxnLst/>
            <a:rect l="l" t="t" r="r" b="b"/>
            <a:pathLst>
              <a:path w="986681" h="349450">
                <a:moveTo>
                  <a:pt x="0" y="349450"/>
                </a:moveTo>
                <a:lnTo>
                  <a:pt x="986681" y="349450"/>
                </a:lnTo>
                <a:lnTo>
                  <a:pt x="986681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3" name="S05-mark78"/>
          <p:cNvSpPr/>
          <p:nvPr/>
        </p:nvSpPr>
        <p:spPr>
          <a:xfrm>
            <a:off x="9883848" y="4024938"/>
            <a:ext cx="986681" cy="349450"/>
          </a:xfrm>
          <a:custGeom>
            <a:avLst/>
            <a:gdLst/>
            <a:ahLst/>
            <a:cxnLst/>
            <a:rect l="l" t="t" r="r" b="b"/>
            <a:pathLst>
              <a:path w="986681" h="349450">
                <a:moveTo>
                  <a:pt x="0" y="349450"/>
                </a:moveTo>
                <a:lnTo>
                  <a:pt x="986681" y="349450"/>
                </a:lnTo>
                <a:lnTo>
                  <a:pt x="986681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14" name="S05-mark79"/>
          <p:cNvSpPr/>
          <p:nvPr/>
        </p:nvSpPr>
        <p:spPr>
          <a:xfrm>
            <a:off x="6368796" y="2668252"/>
            <a:ext cx="411117" cy="411117"/>
          </a:xfrm>
          <a:prstGeom prst="ellipse">
            <a:avLst/>
          </a:prstGeom>
          <a:solidFill>
            <a:srgbClr val="E9762B"/>
          </a:solidFill>
          <a:ln w="28575">
            <a:solidFill>
              <a:srgbClr val="E9762B"/>
            </a:solidFill>
            <a:prstDash val="solid"/>
          </a:ln>
        </p:spPr>
      </p:sp>
      <p:sp>
        <p:nvSpPr>
          <p:cNvPr id="15" name="S05-mark80"/>
          <p:cNvSpPr/>
          <p:nvPr/>
        </p:nvSpPr>
        <p:spPr>
          <a:xfrm>
            <a:off x="6368796" y="3428819"/>
            <a:ext cx="411117" cy="411117"/>
          </a:xfrm>
          <a:prstGeom prst="ellipse">
            <a:avLst/>
          </a:prstGeom>
          <a:solidFill>
            <a:srgbClr val="E9762B"/>
          </a:solidFill>
          <a:ln w="28575">
            <a:solidFill>
              <a:srgbClr val="E9762B"/>
            </a:solidFill>
            <a:prstDash val="solid"/>
          </a:ln>
        </p:spPr>
      </p:sp>
      <p:sp>
        <p:nvSpPr>
          <p:cNvPr id="16" name="S05-mark81"/>
          <p:cNvSpPr/>
          <p:nvPr/>
        </p:nvSpPr>
        <p:spPr>
          <a:xfrm>
            <a:off x="8259935" y="3992049"/>
            <a:ext cx="411117" cy="411117"/>
          </a:xfrm>
          <a:prstGeom prst="ellipse">
            <a:avLst/>
          </a:prstGeom>
          <a:solidFill>
            <a:srgbClr val="E9762B"/>
          </a:solidFill>
          <a:ln w="28575">
            <a:solidFill>
              <a:srgbClr val="E9762B"/>
            </a:solidFill>
            <a:prstDash val="solid"/>
          </a:ln>
        </p:spPr>
      </p:sp>
      <p:sp>
        <p:nvSpPr>
          <p:cNvPr id="17" name="S05-mark82"/>
          <p:cNvSpPr/>
          <p:nvPr/>
        </p:nvSpPr>
        <p:spPr>
          <a:xfrm>
            <a:off x="11137755" y="3992049"/>
            <a:ext cx="411117" cy="411117"/>
          </a:xfrm>
          <a:prstGeom prst="ellipse">
            <a:avLst/>
          </a:prstGeom>
          <a:solidFill>
            <a:srgbClr val="E9762B"/>
          </a:solidFill>
          <a:ln w="28575">
            <a:solidFill>
              <a:srgbClr val="E9762B"/>
            </a:solidFill>
            <a:prstDash val="solid"/>
          </a:ln>
        </p:spPr>
      </p:sp>
      <p:sp>
        <p:nvSpPr>
          <p:cNvPr id="18" name="S05-label84"/>
          <p:cNvSpPr txBox="1"/>
          <p:nvPr/>
        </p:nvSpPr>
        <p:spPr>
          <a:xfrm>
            <a:off x="8327118" y="1922744"/>
            <a:ext cx="1304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저장하기</a:t>
            </a:r>
            <a:endParaRPr lang="ko-KR" sz="2400" dirty="0"/>
          </a:p>
        </p:txBody>
      </p:sp>
      <p:sp>
        <p:nvSpPr>
          <p:cNvPr id="19" name="S05-label86"/>
          <p:cNvSpPr txBox="1"/>
          <p:nvPr/>
        </p:nvSpPr>
        <p:spPr>
          <a:xfrm>
            <a:off x="7088251" y="2332437"/>
            <a:ext cx="112801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저장할 곳</a:t>
            </a:r>
            <a:endParaRPr lang="ko-KR" sz="1900" dirty="0"/>
          </a:p>
        </p:txBody>
      </p:sp>
      <p:sp>
        <p:nvSpPr>
          <p:cNvPr id="20" name="S05-label88"/>
          <p:cNvSpPr txBox="1"/>
          <p:nvPr/>
        </p:nvSpPr>
        <p:spPr>
          <a:xfrm>
            <a:off x="7372477" y="2751776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</a:t>
            </a:r>
            <a:endParaRPr lang="ko-KR" sz="1900" dirty="0"/>
          </a:p>
        </p:txBody>
      </p:sp>
      <p:sp>
        <p:nvSpPr>
          <p:cNvPr id="21" name="S05-label90"/>
          <p:cNvSpPr txBox="1"/>
          <p:nvPr/>
        </p:nvSpPr>
        <p:spPr>
          <a:xfrm>
            <a:off x="8688052" y="2751776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</a:t>
            </a:r>
            <a:endParaRPr lang="ko-KR" sz="1900" dirty="0"/>
          </a:p>
        </p:txBody>
      </p:sp>
      <p:sp>
        <p:nvSpPr>
          <p:cNvPr id="22" name="S05-label92"/>
          <p:cNvSpPr txBox="1"/>
          <p:nvPr/>
        </p:nvSpPr>
        <p:spPr>
          <a:xfrm>
            <a:off x="10003627" y="2751776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</a:t>
            </a:r>
            <a:endParaRPr lang="ko-KR" sz="1900" dirty="0"/>
          </a:p>
        </p:txBody>
      </p:sp>
      <p:sp>
        <p:nvSpPr>
          <p:cNvPr id="23" name="S05-label94"/>
          <p:cNvSpPr txBox="1"/>
          <p:nvPr/>
        </p:nvSpPr>
        <p:spPr>
          <a:xfrm>
            <a:off x="7088251" y="3154671"/>
            <a:ext cx="112801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이름</a:t>
            </a:r>
            <a:endParaRPr lang="ko-KR" sz="1900" dirty="0"/>
          </a:p>
        </p:txBody>
      </p:sp>
      <p:sp>
        <p:nvSpPr>
          <p:cNvPr id="24" name="S05-label96"/>
          <p:cNvSpPr txBox="1"/>
          <p:nvPr/>
        </p:nvSpPr>
        <p:spPr>
          <a:xfrm>
            <a:off x="8934722" y="4046795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ko-KR" sz="1900" dirty="0"/>
          </a:p>
        </p:txBody>
      </p:sp>
      <p:sp>
        <p:nvSpPr>
          <p:cNvPr id="25" name="S05-label98"/>
          <p:cNvSpPr txBox="1"/>
          <p:nvPr/>
        </p:nvSpPr>
        <p:spPr>
          <a:xfrm>
            <a:off x="10085850" y="4046795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ko-KR" sz="1900" dirty="0"/>
          </a:p>
        </p:txBody>
      </p:sp>
      <p:sp>
        <p:nvSpPr>
          <p:cNvPr id="26" name="S05-label100"/>
          <p:cNvSpPr txBox="1"/>
          <p:nvPr/>
        </p:nvSpPr>
        <p:spPr>
          <a:xfrm>
            <a:off x="6370139" y="268331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27" name="S05-label102"/>
          <p:cNvSpPr txBox="1"/>
          <p:nvPr/>
        </p:nvSpPr>
        <p:spPr>
          <a:xfrm>
            <a:off x="6370139" y="344387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28" name="S05-label104"/>
          <p:cNvSpPr txBox="1"/>
          <p:nvPr/>
        </p:nvSpPr>
        <p:spPr>
          <a:xfrm>
            <a:off x="8261277" y="4007108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29" name="S05-label106"/>
          <p:cNvSpPr txBox="1"/>
          <p:nvPr/>
        </p:nvSpPr>
        <p:spPr>
          <a:xfrm>
            <a:off x="11139097" y="4007108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30" name="S05-chip107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1" name="S05-text108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이름을 쓰는 곳은?</a:t>
            </a:r>
            <a:endParaRPr lang="ko-KR" sz="3000" dirty="0"/>
          </a:p>
        </p:txBody>
      </p:sp>
      <p:sp>
        <p:nvSpPr>
          <p:cNvPr id="32" name="S05-chip109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3" name="S05-text110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저장할 폴더를 고르는 곳은?</a:t>
            </a:r>
            <a:endParaRPr lang="ko-KR" sz="3000" dirty="0"/>
          </a:p>
        </p:txBody>
      </p:sp>
      <p:sp>
        <p:nvSpPr>
          <p:cNvPr id="34" name="S05-chip111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5" name="S05-text112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 누르는 곳은?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여는 순서</a:t>
            </a:r>
            <a:endParaRPr lang="ko-KR" sz="4000" dirty="0"/>
          </a:p>
        </p:txBody>
      </p:sp>
      <p:sp>
        <p:nvSpPr>
          <p:cNvPr id="3" name="S06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잘 지어 두면 찾기 쉬워요.</a:t>
            </a:r>
            <a:endParaRPr lang="ko-KR" sz="3000" dirty="0"/>
          </a:p>
        </p:txBody>
      </p:sp>
      <p:sp>
        <p:nvSpPr>
          <p:cNvPr id="5" name="S06-figure115" descr="그려 놓은 열기 창. 왼쪽에 폴더 목록(그림·숙제·사진)이 있고 ‘숙제’가 골라져 있다. 오른쪽에 숙제 폴더 안의 파일(받아쓰기 연습, 개미 관찰 기록)이 보이며, 아래에 초록색 ‘열기’ 단추가 있다."/>
          <p:cNvSpPr/>
          <p:nvPr/>
        </p:nvSpPr>
        <p:spPr>
          <a:xfrm>
            <a:off x="7023186" y="1417320"/>
            <a:ext cx="4514850" cy="3611880"/>
          </a:xfrm>
          <a:custGeom>
            <a:avLst/>
            <a:gdLst/>
            <a:ahLst/>
            <a:cxnLst/>
            <a:rect l="l" t="t" r="r" b="b"/>
            <a:pathLst>
              <a:path w="4514850" h="3611880">
                <a:moveTo>
                  <a:pt x="0" y="3611880"/>
                </a:moveTo>
                <a:lnTo>
                  <a:pt x="4514850" y="3611880"/>
                </a:lnTo>
                <a:lnTo>
                  <a:pt x="45148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116"/>
          <p:cNvSpPr/>
          <p:nvPr/>
        </p:nvSpPr>
        <p:spPr>
          <a:xfrm>
            <a:off x="7023186" y="1417320"/>
            <a:ext cx="4514850" cy="451485"/>
          </a:xfrm>
          <a:custGeom>
            <a:avLst/>
            <a:gdLst/>
            <a:ahLst/>
            <a:cxnLst/>
            <a:rect l="l" t="t" r="r" b="b"/>
            <a:pathLst>
              <a:path w="4514850" h="451485">
                <a:moveTo>
                  <a:pt x="0" y="451485"/>
                </a:moveTo>
                <a:lnTo>
                  <a:pt x="4514850" y="451485"/>
                </a:lnTo>
                <a:lnTo>
                  <a:pt x="4514850" y="0"/>
                </a:lnTo>
                <a:lnTo>
                  <a:pt x="0" y="0"/>
                </a:lnTo>
                <a:close/>
              </a:path>
            </a:pathLst>
          </a:custGeom>
          <a:solidFill>
            <a:srgbClr val="3D5A80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6-mark117"/>
          <p:cNvSpPr/>
          <p:nvPr/>
        </p:nvSpPr>
        <p:spPr>
          <a:xfrm>
            <a:off x="7136058" y="2749201"/>
            <a:ext cx="1399604" cy="519208"/>
          </a:xfrm>
          <a:custGeom>
            <a:avLst/>
            <a:gdLst/>
            <a:ahLst/>
            <a:cxnLst/>
            <a:rect l="l" t="t" r="r" b="b"/>
            <a:pathLst>
              <a:path w="1399604" h="519208">
                <a:moveTo>
                  <a:pt x="0" y="519208"/>
                </a:moveTo>
                <a:lnTo>
                  <a:pt x="1399604" y="519208"/>
                </a:lnTo>
                <a:lnTo>
                  <a:pt x="13996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6-mark118"/>
          <p:cNvSpPr/>
          <p:nvPr/>
        </p:nvSpPr>
        <p:spPr>
          <a:xfrm>
            <a:off x="8693681" y="2004250"/>
            <a:ext cx="2708910" cy="2212276"/>
          </a:xfrm>
          <a:custGeom>
            <a:avLst/>
            <a:gdLst/>
            <a:ahLst/>
            <a:cxnLst/>
            <a:rect l="l" t="t" r="r" b="b"/>
            <a:pathLst>
              <a:path w="2708910" h="2212276">
                <a:moveTo>
                  <a:pt x="0" y="2212276"/>
                </a:moveTo>
                <a:lnTo>
                  <a:pt x="2708910" y="2212276"/>
                </a:lnTo>
                <a:lnTo>
                  <a:pt x="270891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9" name="S06-mark119"/>
          <p:cNvSpPr/>
          <p:nvPr/>
        </p:nvSpPr>
        <p:spPr>
          <a:xfrm>
            <a:off x="7203780" y="2294104"/>
            <a:ext cx="406337" cy="319651"/>
          </a:xfrm>
          <a:custGeom>
            <a:avLst/>
            <a:gdLst/>
            <a:ahLst/>
            <a:cxnLst/>
            <a:rect l="l" t="t" r="r" b="b"/>
            <a:pathLst>
              <a:path w="406337" h="319651">
                <a:moveTo>
                  <a:pt x="0" y="319651"/>
                </a:moveTo>
                <a:lnTo>
                  <a:pt x="406337" y="319651"/>
                </a:lnTo>
                <a:lnTo>
                  <a:pt x="406337" y="48760"/>
                </a:lnTo>
                <a:lnTo>
                  <a:pt x="182851" y="48760"/>
                </a:lnTo>
                <a:lnTo>
                  <a:pt x="142218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10" name="S06-mark120"/>
          <p:cNvSpPr/>
          <p:nvPr/>
        </p:nvSpPr>
        <p:spPr>
          <a:xfrm>
            <a:off x="7203780" y="2858460"/>
            <a:ext cx="406337" cy="319651"/>
          </a:xfrm>
          <a:custGeom>
            <a:avLst/>
            <a:gdLst/>
            <a:ahLst/>
            <a:cxnLst/>
            <a:rect l="l" t="t" r="r" b="b"/>
            <a:pathLst>
              <a:path w="406337" h="319651">
                <a:moveTo>
                  <a:pt x="0" y="319651"/>
                </a:moveTo>
                <a:lnTo>
                  <a:pt x="406337" y="319651"/>
                </a:lnTo>
                <a:lnTo>
                  <a:pt x="406337" y="48760"/>
                </a:lnTo>
                <a:lnTo>
                  <a:pt x="182851" y="48760"/>
                </a:lnTo>
                <a:lnTo>
                  <a:pt x="142218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11" name="S06-mark121"/>
          <p:cNvSpPr/>
          <p:nvPr/>
        </p:nvSpPr>
        <p:spPr>
          <a:xfrm>
            <a:off x="7203780" y="3422816"/>
            <a:ext cx="406337" cy="319651"/>
          </a:xfrm>
          <a:custGeom>
            <a:avLst/>
            <a:gdLst/>
            <a:ahLst/>
            <a:cxnLst/>
            <a:rect l="l" t="t" r="r" b="b"/>
            <a:pathLst>
              <a:path w="406337" h="319651">
                <a:moveTo>
                  <a:pt x="0" y="319651"/>
                </a:moveTo>
                <a:lnTo>
                  <a:pt x="406337" y="319651"/>
                </a:lnTo>
                <a:lnTo>
                  <a:pt x="406337" y="48760"/>
                </a:lnTo>
                <a:lnTo>
                  <a:pt x="182851" y="48760"/>
                </a:lnTo>
                <a:lnTo>
                  <a:pt x="142218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12" name="S06-mark122"/>
          <p:cNvSpPr/>
          <p:nvPr/>
        </p:nvSpPr>
        <p:spPr>
          <a:xfrm>
            <a:off x="8851701" y="2243538"/>
            <a:ext cx="270891" cy="379247"/>
          </a:xfrm>
          <a:custGeom>
            <a:avLst/>
            <a:gdLst/>
            <a:ahLst/>
            <a:cxnLst/>
            <a:rect l="l" t="t" r="r" b="b"/>
            <a:pathLst>
              <a:path w="270891" h="379247">
                <a:moveTo>
                  <a:pt x="0" y="379247"/>
                </a:moveTo>
                <a:lnTo>
                  <a:pt x="270891" y="379247"/>
                </a:lnTo>
                <a:lnTo>
                  <a:pt x="270891" y="94812"/>
                </a:lnTo>
                <a:lnTo>
                  <a:pt x="17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3" name="S06-mark123"/>
          <p:cNvSpPr/>
          <p:nvPr/>
        </p:nvSpPr>
        <p:spPr>
          <a:xfrm>
            <a:off x="8761404" y="2749201"/>
            <a:ext cx="2573465" cy="496633"/>
          </a:xfrm>
          <a:custGeom>
            <a:avLst/>
            <a:gdLst/>
            <a:ahLst/>
            <a:cxnLst/>
            <a:rect l="l" t="t" r="r" b="b"/>
            <a:pathLst>
              <a:path w="2573465" h="496633">
                <a:moveTo>
                  <a:pt x="0" y="496633"/>
                </a:moveTo>
                <a:lnTo>
                  <a:pt x="2573465" y="496633"/>
                </a:lnTo>
                <a:lnTo>
                  <a:pt x="257346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4" name="S06-mark124"/>
          <p:cNvSpPr/>
          <p:nvPr/>
        </p:nvSpPr>
        <p:spPr>
          <a:xfrm>
            <a:off x="8851701" y="2807894"/>
            <a:ext cx="270891" cy="379247"/>
          </a:xfrm>
          <a:custGeom>
            <a:avLst/>
            <a:gdLst/>
            <a:ahLst/>
            <a:cxnLst/>
            <a:rect l="l" t="t" r="r" b="b"/>
            <a:pathLst>
              <a:path w="270891" h="379247">
                <a:moveTo>
                  <a:pt x="0" y="379247"/>
                </a:moveTo>
                <a:lnTo>
                  <a:pt x="270891" y="379247"/>
                </a:lnTo>
                <a:lnTo>
                  <a:pt x="270891" y="94812"/>
                </a:lnTo>
                <a:lnTo>
                  <a:pt x="17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5" name="S06-mark125"/>
          <p:cNvSpPr/>
          <p:nvPr/>
        </p:nvSpPr>
        <p:spPr>
          <a:xfrm>
            <a:off x="10273878" y="4397121"/>
            <a:ext cx="1083564" cy="451485"/>
          </a:xfrm>
          <a:custGeom>
            <a:avLst/>
            <a:gdLst/>
            <a:ahLst/>
            <a:cxnLst/>
            <a:rect l="l" t="t" r="r" b="b"/>
            <a:pathLst>
              <a:path w="1083564" h="451485">
                <a:moveTo>
                  <a:pt x="0" y="451485"/>
                </a:moveTo>
                <a:lnTo>
                  <a:pt x="1083564" y="451485"/>
                </a:lnTo>
                <a:lnTo>
                  <a:pt x="1083564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6" name="S06-label127"/>
          <p:cNvSpPr txBox="1"/>
          <p:nvPr/>
        </p:nvSpPr>
        <p:spPr>
          <a:xfrm>
            <a:off x="8927043" y="1452563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열기</a:t>
            </a:r>
            <a:endParaRPr lang="ko-KR" sz="2400" dirty="0"/>
          </a:p>
        </p:txBody>
      </p:sp>
      <p:sp>
        <p:nvSpPr>
          <p:cNvPr id="17" name="S06-label129"/>
          <p:cNvSpPr txBox="1"/>
          <p:nvPr/>
        </p:nvSpPr>
        <p:spPr>
          <a:xfrm>
            <a:off x="7722988" y="2304923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</a:t>
            </a:r>
            <a:endParaRPr lang="ko-KR" sz="1900" dirty="0"/>
          </a:p>
        </p:txBody>
      </p:sp>
      <p:sp>
        <p:nvSpPr>
          <p:cNvPr id="18" name="S06-label131"/>
          <p:cNvSpPr txBox="1"/>
          <p:nvPr/>
        </p:nvSpPr>
        <p:spPr>
          <a:xfrm>
            <a:off x="7722988" y="2869279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</a:t>
            </a:r>
            <a:endParaRPr lang="ko-KR" sz="1900" dirty="0"/>
          </a:p>
        </p:txBody>
      </p:sp>
      <p:sp>
        <p:nvSpPr>
          <p:cNvPr id="19" name="S06-label133"/>
          <p:cNvSpPr txBox="1"/>
          <p:nvPr/>
        </p:nvSpPr>
        <p:spPr>
          <a:xfrm>
            <a:off x="7722988" y="3433635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</a:t>
            </a:r>
            <a:endParaRPr lang="ko-KR" sz="1900" dirty="0"/>
          </a:p>
        </p:txBody>
      </p:sp>
      <p:sp>
        <p:nvSpPr>
          <p:cNvPr id="20" name="S06-label135"/>
          <p:cNvSpPr txBox="1"/>
          <p:nvPr/>
        </p:nvSpPr>
        <p:spPr>
          <a:xfrm>
            <a:off x="9235463" y="2282349"/>
            <a:ext cx="160096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받아쓰기 연습</a:t>
            </a:r>
            <a:endParaRPr lang="ko-KR" sz="1900" dirty="0"/>
          </a:p>
        </p:txBody>
      </p:sp>
      <p:sp>
        <p:nvSpPr>
          <p:cNvPr id="21" name="S06-label137"/>
          <p:cNvSpPr txBox="1"/>
          <p:nvPr/>
        </p:nvSpPr>
        <p:spPr>
          <a:xfrm>
            <a:off x="9235463" y="2846705"/>
            <a:ext cx="16733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관찰 기록</a:t>
            </a:r>
            <a:endParaRPr lang="ko-KR" sz="1900" dirty="0"/>
          </a:p>
        </p:txBody>
      </p:sp>
      <p:sp>
        <p:nvSpPr>
          <p:cNvPr id="22" name="S06-label139"/>
          <p:cNvSpPr txBox="1"/>
          <p:nvPr/>
        </p:nvSpPr>
        <p:spPr>
          <a:xfrm>
            <a:off x="10524322" y="4472051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열기</a:t>
            </a:r>
            <a:endParaRPr lang="ko-KR" sz="1900" dirty="0"/>
          </a:p>
        </p:txBody>
      </p:sp>
      <p:sp>
        <p:nvSpPr>
          <p:cNvPr id="23" name="S06-stepno140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4" name="S06-text141"/>
          <p:cNvSpPr txBox="1"/>
          <p:nvPr/>
        </p:nvSpPr>
        <p:spPr>
          <a:xfrm>
            <a:off x="1325880" y="18790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열기 메뉴나 파일 앱을 열어요.</a:t>
            </a:r>
            <a:endParaRPr lang="ko-KR" sz="3000" dirty="0"/>
          </a:p>
        </p:txBody>
      </p:sp>
      <p:sp>
        <p:nvSpPr>
          <p:cNvPr id="25" name="S06-stepno142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6" name="S06-text143"/>
          <p:cNvSpPr txBox="1"/>
          <p:nvPr/>
        </p:nvSpPr>
        <p:spPr>
          <a:xfrm>
            <a:off x="1325880" y="259232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폴더를 찾아 열어요.</a:t>
            </a:r>
            <a:endParaRPr lang="ko-KR" sz="3000" dirty="0"/>
          </a:p>
        </p:txBody>
      </p:sp>
      <p:sp>
        <p:nvSpPr>
          <p:cNvPr id="27" name="S06-stepno14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8" name="S06-text145"/>
          <p:cNvSpPr txBox="1"/>
          <p:nvPr/>
        </p:nvSpPr>
        <p:spPr>
          <a:xfrm>
            <a:off x="1325880" y="330555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보고 파일을 골라요.</a:t>
            </a:r>
            <a:endParaRPr lang="ko-KR" sz="3000" dirty="0"/>
          </a:p>
        </p:txBody>
      </p:sp>
      <p:sp>
        <p:nvSpPr>
          <p:cNvPr id="29" name="S06-stepno146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0" name="S06-text147"/>
          <p:cNvSpPr txBox="1"/>
          <p:nvPr/>
        </p:nvSpPr>
        <p:spPr>
          <a:xfrm>
            <a:off x="1325880" y="401878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‘열기’를 눌러요.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이름이 찾기 쉬울까요?</a:t>
            </a:r>
            <a:endParaRPr lang="ko-KR" sz="4000" dirty="0"/>
          </a:p>
        </p:txBody>
      </p:sp>
      <p:sp>
        <p:nvSpPr>
          <p:cNvPr id="3" name="S07-card14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4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파일 세 개에 이름을 두 가지로 붙였어요.</a:t>
            </a:r>
            <a:endParaRPr lang="ko-KR" sz="3000" dirty="0"/>
          </a:p>
        </p:txBody>
      </p:sp>
      <p:sp>
        <p:nvSpPr>
          <p:cNvPr id="5" name="S07-card1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이름만 보고 무엇인지 알 수 있게 지어요.</a:t>
            </a:r>
            <a:endParaRPr lang="ko-KR" sz="3000" dirty="0"/>
          </a:p>
        </p:txBody>
      </p:sp>
      <p:sp>
        <p:nvSpPr>
          <p:cNvPr id="7" name="S07-chip15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</a:t>
            </a:r>
            <a:endParaRPr lang="ko-KR" sz="2400" dirty="0"/>
          </a:p>
        </p:txBody>
      </p:sp>
      <p:sp>
        <p:nvSpPr>
          <p:cNvPr id="8" name="S07-text15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없음 1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없음 2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ㅋㅋㅋ</a:t>
            </a:r>
            <a:endParaRPr lang="ko-KR" sz="3000" dirty="0"/>
          </a:p>
        </p:txBody>
      </p:sp>
      <p:sp>
        <p:nvSpPr>
          <p:cNvPr id="9" name="S07-chip15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400" dirty="0"/>
          </a:p>
        </p:txBody>
      </p:sp>
      <p:sp>
        <p:nvSpPr>
          <p:cNvPr id="10" name="S07-text15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관찰 기록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받아쓰기 연습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생신 카드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지어 봐요</a:t>
            </a:r>
            <a:endParaRPr lang="ko-KR" sz="4000" dirty="0"/>
          </a:p>
        </p:txBody>
      </p:sp>
      <p:sp>
        <p:nvSpPr>
          <p:cNvPr id="3" name="S08-text1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이름과 폴더를 말해요.</a:t>
            </a:r>
            <a:endParaRPr lang="ko-KR" sz="3000" dirty="0"/>
          </a:p>
        </p:txBody>
      </p:sp>
      <p:sp>
        <p:nvSpPr>
          <p:cNvPr id="4" name="S08-card1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무엇인지 쓰고, 필요하면 날짜를 붙여요.</a:t>
            </a:r>
            <a:endParaRPr lang="ko-KR" sz="3000" dirty="0"/>
          </a:p>
        </p:txBody>
      </p:sp>
      <p:sp>
        <p:nvSpPr>
          <p:cNvPr id="6" name="S08-chip15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16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3일에 그린 고양이 그림</a:t>
            </a:r>
            <a:endParaRPr lang="ko-KR" sz="3000" dirty="0"/>
          </a:p>
        </p:txBody>
      </p:sp>
      <p:sp>
        <p:nvSpPr>
          <p:cNvPr id="8" name="S08-chip16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16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 시간 강낭콩 관찰 기록</a:t>
            </a:r>
            <a:endParaRPr lang="ko-KR" sz="3000" dirty="0"/>
          </a:p>
        </p:txBody>
      </p:sp>
      <p:sp>
        <p:nvSpPr>
          <p:cNvPr id="10" name="S08-chip16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16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①, ②는 그림·숙제 가운데 어느 폴더에?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기기에서 직접 해 봐요</a:t>
            </a:r>
            <a:endParaRPr lang="ko-KR" sz="4000" dirty="0"/>
          </a:p>
        </p:txBody>
      </p:sp>
      <p:sp>
        <p:nvSpPr>
          <p:cNvPr id="3" name="S09-card16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6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기기는 어른과 함께 써요.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사람의 파일은 지우거나 바꾸지 않아요.</a:t>
            </a:r>
            <a:endParaRPr lang="ko-KR" sz="3000" dirty="0"/>
          </a:p>
        </p:txBody>
      </p:sp>
      <p:sp>
        <p:nvSpPr>
          <p:cNvPr id="5" name="S09-card167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168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순서대로 저장했어요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무엇인지 알 수 있는 이름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다시 열어 찾았어요</a:t>
            </a:r>
            <a:endParaRPr lang="ko-KR" sz="3000" dirty="0"/>
          </a:p>
        </p:txBody>
      </p:sp>
      <p:sp>
        <p:nvSpPr>
          <p:cNvPr id="7" name="S09-stepno169"/>
          <p:cNvSpPr txBox="1"/>
          <p:nvPr/>
        </p:nvSpPr>
        <p:spPr>
          <a:xfrm>
            <a:off x="548640" y="1493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170"/>
          <p:cNvSpPr txBox="1"/>
          <p:nvPr/>
        </p:nvSpPr>
        <p:spPr>
          <a:xfrm>
            <a:off x="1325880" y="14935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그림이나 글을 만들어요.</a:t>
            </a:r>
            <a:endParaRPr lang="ko-KR" sz="3000" dirty="0"/>
          </a:p>
        </p:txBody>
      </p:sp>
      <p:sp>
        <p:nvSpPr>
          <p:cNvPr id="9" name="S09-stepno171"/>
          <p:cNvSpPr txBox="1"/>
          <p:nvPr/>
        </p:nvSpPr>
        <p:spPr>
          <a:xfrm>
            <a:off x="548640" y="22524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172"/>
          <p:cNvSpPr txBox="1"/>
          <p:nvPr/>
        </p:nvSpPr>
        <p:spPr>
          <a:xfrm>
            <a:off x="1325880" y="220675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폴더를 고르고 이름을 지어 저장해요.</a:t>
            </a:r>
            <a:endParaRPr lang="ko-KR" sz="3000" dirty="0"/>
          </a:p>
        </p:txBody>
      </p:sp>
      <p:sp>
        <p:nvSpPr>
          <p:cNvPr id="11" name="S09-stepno173"/>
          <p:cNvSpPr txBox="1"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174"/>
          <p:cNvSpPr txBox="1"/>
          <p:nvPr/>
        </p:nvSpPr>
        <p:spPr>
          <a:xfrm>
            <a:off x="1325880" y="33009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앱을 닫아요.</a:t>
            </a:r>
            <a:endParaRPr lang="ko-KR" sz="3000" dirty="0"/>
          </a:p>
        </p:txBody>
      </p:sp>
      <p:sp>
        <p:nvSpPr>
          <p:cNvPr id="13" name="S09-stepno175"/>
          <p:cNvSpPr txBox="1"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9-text176"/>
          <p:cNvSpPr txBox="1"/>
          <p:nvPr/>
        </p:nvSpPr>
        <p:spPr>
          <a:xfrm>
            <a:off x="1325880" y="40142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열어 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화면을 보고 말해요.</a:t>
            </a:r>
            <a:endParaRPr lang="ko-KR" sz="3000" dirty="0"/>
          </a:p>
        </p:txBody>
      </p:sp>
      <p:sp>
        <p:nvSpPr>
          <p:cNvPr id="4" name="S10-figure178" descr="그려 놓은 열기 창. 왼쪽에 폴더 목록(그림·숙제·사진)이 있고 ‘숙제’가 골라져 있다. 오른쪽에 숙제 폴더 안의 파일(개미 관찰 기록, 제목 없음)이 보이며, 아래에 초록색 ‘열기’ 단추가 있다."/>
          <p:cNvSpPr/>
          <p:nvPr/>
        </p:nvSpPr>
        <p:spPr>
          <a:xfrm>
            <a:off x="6444234" y="2103120"/>
            <a:ext cx="5029200" cy="4023360"/>
          </a:xfrm>
          <a:custGeom>
            <a:avLst/>
            <a:gdLst/>
            <a:ahLst/>
            <a:cxnLst/>
            <a:rect l="l" t="t" r="r" b="b"/>
            <a:pathLst>
              <a:path w="5029200" h="4023360">
                <a:moveTo>
                  <a:pt x="0" y="4023360"/>
                </a:moveTo>
                <a:lnTo>
                  <a:pt x="5029200" y="4023360"/>
                </a:lnTo>
                <a:lnTo>
                  <a:pt x="5029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10-mark179"/>
          <p:cNvSpPr/>
          <p:nvPr/>
        </p:nvSpPr>
        <p:spPr>
          <a:xfrm>
            <a:off x="6444234" y="2103120"/>
            <a:ext cx="5029200" cy="502920"/>
          </a:xfrm>
          <a:custGeom>
            <a:avLst/>
            <a:gdLst/>
            <a:ahLst/>
            <a:cxnLst/>
            <a:rect l="l" t="t" r="r" b="b"/>
            <a:pathLst>
              <a:path w="5029200" h="502920">
                <a:moveTo>
                  <a:pt x="0" y="502920"/>
                </a:moveTo>
                <a:lnTo>
                  <a:pt x="5029200" y="502920"/>
                </a:lnTo>
                <a:lnTo>
                  <a:pt x="5029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D5A80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0-mark180"/>
          <p:cNvSpPr/>
          <p:nvPr/>
        </p:nvSpPr>
        <p:spPr>
          <a:xfrm>
            <a:off x="6569964" y="3586734"/>
            <a:ext cx="1559052" cy="578358"/>
          </a:xfrm>
          <a:custGeom>
            <a:avLst/>
            <a:gdLst/>
            <a:ahLst/>
            <a:cxnLst/>
            <a:rect l="l" t="t" r="r" b="b"/>
            <a:pathLst>
              <a:path w="1559052" h="578358">
                <a:moveTo>
                  <a:pt x="0" y="578358"/>
                </a:moveTo>
                <a:lnTo>
                  <a:pt x="1559052" y="578358"/>
                </a:lnTo>
                <a:lnTo>
                  <a:pt x="155905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10-mark181"/>
          <p:cNvSpPr/>
          <p:nvPr/>
        </p:nvSpPr>
        <p:spPr>
          <a:xfrm>
            <a:off x="8305038" y="2756916"/>
            <a:ext cx="3017520" cy="2464308"/>
          </a:xfrm>
          <a:custGeom>
            <a:avLst/>
            <a:gdLst/>
            <a:ahLst/>
            <a:cxnLst/>
            <a:rect l="l" t="t" r="r" b="b"/>
            <a:pathLst>
              <a:path w="3017520" h="2464308">
                <a:moveTo>
                  <a:pt x="0" y="2464308"/>
                </a:moveTo>
                <a:lnTo>
                  <a:pt x="3017520" y="2464308"/>
                </a:lnTo>
                <a:lnTo>
                  <a:pt x="30175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94A3B8"/>
            </a:solidFill>
            <a:prstDash val="solid"/>
          </a:ln>
        </p:spPr>
      </p:sp>
      <p:sp>
        <p:nvSpPr>
          <p:cNvPr id="8" name="S10-mark182"/>
          <p:cNvSpPr/>
          <p:nvPr/>
        </p:nvSpPr>
        <p:spPr>
          <a:xfrm>
            <a:off x="6645402" y="3079791"/>
            <a:ext cx="452628" cy="356067"/>
          </a:xfrm>
          <a:custGeom>
            <a:avLst/>
            <a:gdLst/>
            <a:ahLst/>
            <a:cxnLst/>
            <a:rect l="l" t="t" r="r" b="b"/>
            <a:pathLst>
              <a:path w="452628" h="356067">
                <a:moveTo>
                  <a:pt x="0" y="356067"/>
                </a:moveTo>
                <a:lnTo>
                  <a:pt x="452628" y="356067"/>
                </a:lnTo>
                <a:lnTo>
                  <a:pt x="452628" y="54315"/>
                </a:lnTo>
                <a:lnTo>
                  <a:pt x="203683" y="54315"/>
                </a:lnTo>
                <a:lnTo>
                  <a:pt x="158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9" name="S10-mark183"/>
          <p:cNvSpPr/>
          <p:nvPr/>
        </p:nvSpPr>
        <p:spPr>
          <a:xfrm>
            <a:off x="6645402" y="3708441"/>
            <a:ext cx="452628" cy="356067"/>
          </a:xfrm>
          <a:custGeom>
            <a:avLst/>
            <a:gdLst/>
            <a:ahLst/>
            <a:cxnLst/>
            <a:rect l="l" t="t" r="r" b="b"/>
            <a:pathLst>
              <a:path w="452628" h="356067">
                <a:moveTo>
                  <a:pt x="0" y="356067"/>
                </a:moveTo>
                <a:lnTo>
                  <a:pt x="452628" y="356067"/>
                </a:lnTo>
                <a:lnTo>
                  <a:pt x="452628" y="54315"/>
                </a:lnTo>
                <a:lnTo>
                  <a:pt x="203683" y="54315"/>
                </a:lnTo>
                <a:lnTo>
                  <a:pt x="158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10" name="S10-mark184"/>
          <p:cNvSpPr/>
          <p:nvPr/>
        </p:nvSpPr>
        <p:spPr>
          <a:xfrm>
            <a:off x="6645402" y="4337091"/>
            <a:ext cx="452628" cy="356067"/>
          </a:xfrm>
          <a:custGeom>
            <a:avLst/>
            <a:gdLst/>
            <a:ahLst/>
            <a:cxnLst/>
            <a:rect l="l" t="t" r="r" b="b"/>
            <a:pathLst>
              <a:path w="452628" h="356067">
                <a:moveTo>
                  <a:pt x="0" y="356067"/>
                </a:moveTo>
                <a:lnTo>
                  <a:pt x="452628" y="356067"/>
                </a:lnTo>
                <a:lnTo>
                  <a:pt x="452628" y="54315"/>
                </a:lnTo>
                <a:lnTo>
                  <a:pt x="203683" y="54315"/>
                </a:lnTo>
                <a:lnTo>
                  <a:pt x="158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7D774"/>
          </a:solidFill>
          <a:ln w="28575">
            <a:solidFill>
              <a:srgbClr val="B8962E"/>
            </a:solidFill>
            <a:prstDash val="solid"/>
          </a:ln>
        </p:spPr>
      </p:sp>
      <p:sp>
        <p:nvSpPr>
          <p:cNvPr id="11" name="S10-mark185"/>
          <p:cNvSpPr/>
          <p:nvPr/>
        </p:nvSpPr>
        <p:spPr>
          <a:xfrm>
            <a:off x="8481060" y="3023464"/>
            <a:ext cx="301752" cy="422453"/>
          </a:xfrm>
          <a:custGeom>
            <a:avLst/>
            <a:gdLst/>
            <a:ahLst/>
            <a:cxnLst/>
            <a:rect l="l" t="t" r="r" b="b"/>
            <a:pathLst>
              <a:path w="301752" h="422453">
                <a:moveTo>
                  <a:pt x="0" y="422453"/>
                </a:moveTo>
                <a:lnTo>
                  <a:pt x="301752" y="422453"/>
                </a:lnTo>
                <a:lnTo>
                  <a:pt x="301752" y="105613"/>
                </a:lnTo>
                <a:lnTo>
                  <a:pt x="1961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2" name="S10-mark186"/>
          <p:cNvSpPr/>
          <p:nvPr/>
        </p:nvSpPr>
        <p:spPr>
          <a:xfrm>
            <a:off x="8481060" y="3652114"/>
            <a:ext cx="301752" cy="422453"/>
          </a:xfrm>
          <a:custGeom>
            <a:avLst/>
            <a:gdLst/>
            <a:ahLst/>
            <a:cxnLst/>
            <a:rect l="l" t="t" r="r" b="b"/>
            <a:pathLst>
              <a:path w="301752" h="422453">
                <a:moveTo>
                  <a:pt x="0" y="422453"/>
                </a:moveTo>
                <a:lnTo>
                  <a:pt x="301752" y="422453"/>
                </a:lnTo>
                <a:lnTo>
                  <a:pt x="301752" y="105613"/>
                </a:lnTo>
                <a:lnTo>
                  <a:pt x="1961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3" name="S10-mark187"/>
          <p:cNvSpPr/>
          <p:nvPr/>
        </p:nvSpPr>
        <p:spPr>
          <a:xfrm>
            <a:off x="10065258" y="5422392"/>
            <a:ext cx="1207008" cy="502920"/>
          </a:xfrm>
          <a:custGeom>
            <a:avLst/>
            <a:gdLst/>
            <a:ahLst/>
            <a:cxnLst/>
            <a:rect l="l" t="t" r="r" b="b"/>
            <a:pathLst>
              <a:path w="1207008" h="502920">
                <a:moveTo>
                  <a:pt x="0" y="502920"/>
                </a:moveTo>
                <a:lnTo>
                  <a:pt x="1207008" y="502920"/>
                </a:lnTo>
                <a:lnTo>
                  <a:pt x="12070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4" name="S10-label189"/>
          <p:cNvSpPr txBox="1"/>
          <p:nvPr/>
        </p:nvSpPr>
        <p:spPr>
          <a:xfrm>
            <a:off x="8605266" y="2164080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열기</a:t>
            </a:r>
            <a:endParaRPr lang="ko-KR" sz="2400" dirty="0"/>
          </a:p>
        </p:txBody>
      </p:sp>
      <p:sp>
        <p:nvSpPr>
          <p:cNvPr id="15" name="S10-label191"/>
          <p:cNvSpPr txBox="1"/>
          <p:nvPr/>
        </p:nvSpPr>
        <p:spPr>
          <a:xfrm>
            <a:off x="7223760" y="3109023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</a:t>
            </a:r>
            <a:endParaRPr lang="ko-KR" sz="1900" dirty="0"/>
          </a:p>
        </p:txBody>
      </p:sp>
      <p:sp>
        <p:nvSpPr>
          <p:cNvPr id="16" name="S10-label193"/>
          <p:cNvSpPr txBox="1"/>
          <p:nvPr/>
        </p:nvSpPr>
        <p:spPr>
          <a:xfrm>
            <a:off x="7223760" y="3737673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</a:t>
            </a:r>
            <a:endParaRPr lang="ko-KR" sz="1900" dirty="0"/>
          </a:p>
        </p:txBody>
      </p:sp>
      <p:sp>
        <p:nvSpPr>
          <p:cNvPr id="17" name="S10-label195"/>
          <p:cNvSpPr txBox="1"/>
          <p:nvPr/>
        </p:nvSpPr>
        <p:spPr>
          <a:xfrm>
            <a:off x="7223760" y="4366324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</a:t>
            </a:r>
            <a:endParaRPr lang="ko-KR" sz="1900" dirty="0"/>
          </a:p>
        </p:txBody>
      </p:sp>
      <p:sp>
        <p:nvSpPr>
          <p:cNvPr id="18" name="S10-label197"/>
          <p:cNvSpPr txBox="1"/>
          <p:nvPr/>
        </p:nvSpPr>
        <p:spPr>
          <a:xfrm>
            <a:off x="8908542" y="3083878"/>
            <a:ext cx="16733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관찰 기록</a:t>
            </a:r>
            <a:endParaRPr lang="ko-KR" sz="1900" dirty="0"/>
          </a:p>
        </p:txBody>
      </p:sp>
      <p:sp>
        <p:nvSpPr>
          <p:cNvPr id="19" name="S10-label199"/>
          <p:cNvSpPr txBox="1"/>
          <p:nvPr/>
        </p:nvSpPr>
        <p:spPr>
          <a:xfrm>
            <a:off x="8908542" y="3712528"/>
            <a:ext cx="112801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없음</a:t>
            </a:r>
            <a:endParaRPr lang="ko-KR" sz="1900" dirty="0"/>
          </a:p>
        </p:txBody>
      </p:sp>
      <p:sp>
        <p:nvSpPr>
          <p:cNvPr id="20" name="S10-label201"/>
          <p:cNvSpPr txBox="1"/>
          <p:nvPr/>
        </p:nvSpPr>
        <p:spPr>
          <a:xfrm>
            <a:off x="10377424" y="5523039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열기</a:t>
            </a:r>
            <a:endParaRPr lang="ko-KR" sz="1900" dirty="0"/>
          </a:p>
        </p:txBody>
      </p:sp>
      <p:sp>
        <p:nvSpPr>
          <p:cNvPr id="21" name="S10-chip20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22" name="S10-text203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‘개미 관찰 기록’을 여는 순서를 말해요.</a:t>
            </a:r>
            <a:endParaRPr lang="ko-KR" sz="3000" dirty="0"/>
          </a:p>
        </p:txBody>
      </p:sp>
      <p:sp>
        <p:nvSpPr>
          <p:cNvPr id="23" name="S10-chip20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4" name="S10-text205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‘제목 없음’은 생신 카드예요.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이름은?</a:t>
            </a:r>
            <a:endParaRPr lang="ko-KR" sz="2400" dirty="0"/>
          </a:p>
        </p:txBody>
      </p:sp>
      <p:sp>
        <p:nvSpPr>
          <p:cNvPr id="25" name="S10-chip20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6" name="S10-text207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생신 카드는 어느 폴더에 둘까요?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순서가 맞는 것은?</a:t>
            </a:r>
            <a:endParaRPr lang="ko-KR" sz="4000" dirty="0"/>
          </a:p>
        </p:txBody>
      </p:sp>
      <p:sp>
        <p:nvSpPr>
          <p:cNvPr id="3" name="S12-text2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유나가 그린 그림을 저장하려고 해요.</a:t>
            </a:r>
            <a:endParaRPr lang="ko-KR" sz="3000" dirty="0"/>
          </a:p>
        </p:txBody>
      </p:sp>
      <p:sp>
        <p:nvSpPr>
          <p:cNvPr id="4" name="S12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 것을 고르고, 다른 것은 왜 안 되는지 말해요.</a:t>
            </a:r>
            <a:endParaRPr lang="ko-KR" sz="3000" dirty="0"/>
          </a:p>
        </p:txBody>
      </p:sp>
      <p:sp>
        <p:nvSpPr>
          <p:cNvPr id="6" name="S12-chip21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21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21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쓰기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저장 단추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저장 메뉴</a:t>
            </a:r>
            <a:endParaRPr lang="ko-KR" sz="3000" dirty="0"/>
          </a:p>
        </p:txBody>
      </p:sp>
      <p:sp>
        <p:nvSpPr>
          <p:cNvPr id="9" name="S12-chip21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21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21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메뉴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폴더 고르기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이름 쓰기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저장 단추</a:t>
            </a:r>
            <a:endParaRPr lang="ko-KR" sz="3000" dirty="0"/>
          </a:p>
        </p:txBody>
      </p:sp>
      <p:sp>
        <p:nvSpPr>
          <p:cNvPr id="12" name="S12-chip21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21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21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고르기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앱 닫기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22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2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저장하고, 무엇인지 알 수 있는 이름으로 폴더에 정리해요.</a:t>
            </a:r>
            <a:endParaRPr lang="ko-KR" sz="3000" dirty="0"/>
          </a:p>
        </p:txBody>
      </p:sp>
      <p:sp>
        <p:nvSpPr>
          <p:cNvPr id="5" name="S13-chip22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이름 짓고 폴더에 저장하기</a:t>
            </a:r>
            <a:endParaRPr lang="ko-KR" sz="2400" dirty="0"/>
          </a:p>
        </p:txBody>
      </p:sp>
      <p:sp>
        <p:nvSpPr>
          <p:cNvPr id="6" name="S13-chip22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‘제목 없음’으로 두기</a:t>
            </a:r>
            <a:endParaRPr lang="ko-KR" sz="2400" dirty="0"/>
          </a:p>
        </p:txBody>
      </p:sp>
      <p:sp>
        <p:nvSpPr>
          <p:cNvPr id="7" name="S13-text22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22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저장하는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ko-KR" sz="2400" dirty="0"/>
          </a:p>
        </p:txBody>
      </p:sp>
      <p:sp>
        <p:nvSpPr>
          <p:cNvPr id="9" name="S13-text22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좋은 파일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이름의 예</a:t>
            </a:r>
            <a:endParaRPr lang="ko-KR" sz="2400" dirty="0"/>
          </a:p>
        </p:txBody>
      </p:sp>
      <p:sp>
        <p:nvSpPr>
          <p:cNvPr id="10" name="S13-text22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파일을 여는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ko-KR" sz="2400" dirty="0"/>
          </a:p>
        </p:txBody>
      </p:sp>
      <p:sp>
        <p:nvSpPr>
          <p:cNvPr id="11" name="S13-text22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순서 정확히 설명하기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차례대로 말하기</a:t>
            </a:r>
            <a:endParaRPr lang="ko-KR" sz="4000" dirty="0"/>
          </a:p>
        </p:txBody>
      </p:sp>
      <p:sp>
        <p:nvSpPr>
          <p:cNvPr id="3" name="S14-text2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정리하는 차례예요.</a:t>
            </a:r>
            <a:endParaRPr lang="ko-KR" sz="3000" dirty="0"/>
          </a:p>
        </p:txBody>
      </p:sp>
      <p:sp>
        <p:nvSpPr>
          <p:cNvPr id="4" name="S14-card2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2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‘처음·그다음·마지막’을 넣으면 순서가 잘 보여요.</a:t>
            </a:r>
            <a:endParaRPr lang="ko-KR" sz="3000" dirty="0"/>
          </a:p>
        </p:txBody>
      </p:sp>
      <p:sp>
        <p:nvSpPr>
          <p:cNvPr id="6" name="S14-step232"/>
          <p:cNvSpPr txBox="1"/>
          <p:nvPr/>
        </p:nvSpPr>
        <p:spPr>
          <a:xfrm>
            <a:off x="129387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그려요</a:t>
            </a:r>
            <a:endParaRPr lang="ko-KR" sz="2400" dirty="0"/>
          </a:p>
        </p:txBody>
      </p:sp>
      <p:sp>
        <p:nvSpPr>
          <p:cNvPr id="7" name="S14-line233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4-step234"/>
          <p:cNvSpPr txBox="1"/>
          <p:nvPr/>
        </p:nvSpPr>
        <p:spPr>
          <a:xfrm>
            <a:off x="463143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써요</a:t>
            </a:r>
            <a:endParaRPr lang="ko-KR" sz="2400" dirty="0"/>
          </a:p>
        </p:txBody>
      </p:sp>
      <p:sp>
        <p:nvSpPr>
          <p:cNvPr id="9" name="S14-line235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236"/>
          <p:cNvSpPr txBox="1"/>
          <p:nvPr/>
        </p:nvSpPr>
        <p:spPr>
          <a:xfrm>
            <a:off x="796899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서랍에 넣어요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정보·AI 파일 열고 저장하기</dc:title>
  <dc:subject>KR22-G03-INF-FILES-L01</dc:subject>
  <dc:creator>education-ppt</dc:creator>
  <cp:lastModifiedBy>education-ppt</cp:lastModifiedBy>
  <cp:revision>1</cp:revision>
  <dcterms:created xsi:type="dcterms:W3CDTF">2026-10-26T13:43:15Z</dcterms:created>
  <dcterms:modified xsi:type="dcterms:W3CDTF">2026-10-26T13:43:15Z</dcterms:modified>
</cp:coreProperties>
</file>