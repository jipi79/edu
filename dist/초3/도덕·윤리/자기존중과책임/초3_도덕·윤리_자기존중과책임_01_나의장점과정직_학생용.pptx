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9e2f22a-42f9-430d-65c3-e45361363a6f}">
          <p14:sldIdLst>
            <p14:sldId id="256"/>
            <p14:sldId id="257"/>
          </p14:sldIdLst>
        </p14:section>
        <p14:section name="개념" id="{16729784-1770-a9e5-90eb-8780ec7645fb}">
          <p14:sldIdLst>
            <p14:sldId id="258"/>
            <p14:sldId id="259"/>
            <p14:sldId id="261"/>
            <p14:sldId id="262"/>
          </p14:sldIdLst>
        </p14:section>
        <p14:section name="연습" id="{97aa4bc6-298d-010d-ccb5-31304b50e3d7}">
          <p14:sldIdLst>
            <p14:sldId id="260"/>
            <p14:sldId id="263"/>
            <p14:sldId id="264"/>
          </p14:sldIdLst>
        </p14:section>
        <p14:section name="개념" id="{3db24c10-fae1-eaa3-5d41-71e5ced87205}">
          <p14:sldIdLst/>
        </p14:section>
        <p14:section name="연습" id="{797c813d-d4e6-d4c7-e156-722f77edef09}">
          <p14:sldIdLst/>
        </p14:section>
        <p14:section name="확인" id="{288757b3-2d0e-5b6f-a25b-bdeb2576ce67}">
          <p14:sldIdLst>
            <p14:sldId id="265"/>
            <p14:sldId id="266"/>
          </p14:sldIdLst>
        </p14:section>
        <p14:section name="정리" id="{82da359e-01fa-73f3-0ed9-5d85d7510c3c}">
          <p14:sldIdLst>
            <p14:sldId id="267"/>
          </p14:sldIdLst>
        </p14:section>
        <p14:section name="보충" id="{cacf2887-3c73-897b-735a-d58e4f58f80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자기존중과책임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나의 장점과 정직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도덕·윤리 · 나의 장점과 정직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도덕·윤리 · 나의 장점과 정직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장점과 정직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나에게는 어떤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점이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노력한 일에서 나의 장점을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정직해야 하는 까닭을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솔직하게 말하기, 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때 배운 것을 떠올려요.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 사과하는 말에 넣을 세 가지는?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잊지 않는 방법 하나는?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장점은 여러 가지예요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장점은 나의 좋은 점이에요.</a:t>
            </a:r>
            <a:endParaRPr lang="ko-KR" sz="30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견주지 않고, 내가 한 일에서 찾아요.</a:t>
            </a:r>
            <a:endParaRPr lang="ko-KR" sz="3000" dirty="0"/>
          </a:p>
        </p:txBody>
      </p:sp>
      <p:sp>
        <p:nvSpPr>
          <p:cNvPr id="6" name="S03-card1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</a:t>
            </a:r>
            <a:endParaRPr lang="ko-KR" sz="3000" dirty="0"/>
          </a:p>
        </p:txBody>
      </p:sp>
      <p:sp>
        <p:nvSpPr>
          <p:cNvPr id="8" name="S03-card1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노력하는 모습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해요,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해 봐요</a:t>
            </a:r>
            <a:endParaRPr lang="ko-KR" sz="3000" dirty="0"/>
          </a:p>
        </p:txBody>
      </p:sp>
      <p:sp>
        <p:nvSpPr>
          <p:cNvPr id="10" name="S03-card1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마음씨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친절해요,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도와줘요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1등이 아니어도 장점일까요?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서준이는 줄넘기를 아직 열 번밖에 못 하지만, 날마다 연습해요.</a:t>
            </a:r>
            <a:endParaRPr lang="ko-KR" sz="3000" dirty="0"/>
          </a:p>
        </p:txBody>
      </p:sp>
      <p:sp>
        <p:nvSpPr>
          <p:cNvPr id="5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생각에 찬성해요? 왜요?</a:t>
            </a:r>
            <a:endParaRPr lang="ko-KR" sz="3000" dirty="0"/>
          </a:p>
        </p:txBody>
      </p:sp>
      <p:sp>
        <p:nvSpPr>
          <p:cNvPr id="7" name="S04-chip21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4-text22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“1등이 아니니까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장점이 아니야.”</a:t>
            </a:r>
            <a:endParaRPr lang="ko-KR" sz="3000" dirty="0"/>
          </a:p>
        </p:txBody>
      </p:sp>
      <p:sp>
        <p:nvSpPr>
          <p:cNvPr id="9" name="S04-chip23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4-text24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“날마다 연습하니까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꾸준한 게 장점이야.”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장점을 찾아 줘요</a:t>
            </a:r>
            <a:endParaRPr lang="ko-KR" sz="4000" dirty="0"/>
          </a:p>
        </p:txBody>
      </p:sp>
      <p:sp>
        <p:nvSpPr>
          <p:cNvPr id="3" name="S05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친구들의 장점은 무엇일까요?</a:t>
            </a:r>
            <a:endParaRPr lang="ko-KR" sz="3000" dirty="0"/>
          </a:p>
        </p:txBody>
      </p:sp>
      <p:sp>
        <p:nvSpPr>
          <p:cNvPr id="4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~한 점이 좋아요.”</a:t>
            </a:r>
            <a:endParaRPr lang="ko-KR" sz="3000" dirty="0"/>
          </a:p>
        </p:txBody>
      </p:sp>
      <p:sp>
        <p:nvSpPr>
          <p:cNvPr id="6" name="S05-chip2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지아는 모르는 문제를 선생님께 여쭤봐요.</a:t>
            </a:r>
            <a:endParaRPr lang="ko-KR" sz="3000" dirty="0"/>
          </a:p>
        </p:txBody>
      </p:sp>
      <p:sp>
        <p:nvSpPr>
          <p:cNvPr id="8" name="S05-chip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하준이는 블록이 무너져도 다시 쌓아요.</a:t>
            </a:r>
            <a:endParaRPr lang="ko-KR" sz="3000" dirty="0"/>
          </a:p>
        </p:txBody>
      </p:sp>
      <p:sp>
        <p:nvSpPr>
          <p:cNvPr id="10" name="S05-chip3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민서는 동생에게 책을 읽어 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도윤이의 고민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숫자를 바꾸면 어떻게 될까요?</a:t>
            </a:r>
            <a:endParaRPr lang="ko-KR" sz="3000" dirty="0"/>
          </a:p>
        </p:txBody>
      </p:sp>
      <p:sp>
        <p:nvSpPr>
          <p:cNvPr id="5" name="S06-passagebox3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 숫자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엄마와 보드게임을 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잠깐 전화를 받으러 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주사위를 던졌는데 1이 나왔어요.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‘6으로 바꿔 놓을까? 아무도 모를 거야.’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정직하면 좋은 까닭</a:t>
            </a:r>
            <a:endParaRPr lang="ko-KR" sz="4000" dirty="0"/>
          </a:p>
        </p:txBody>
      </p:sp>
      <p:sp>
        <p:nvSpPr>
          <p:cNvPr id="3" name="S07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정직은 사실대로 말하고 행동하는 거예요.</a:t>
            </a:r>
            <a:endParaRPr lang="ko-KR" sz="3000" dirty="0"/>
          </a:p>
        </p:txBody>
      </p:sp>
      <p:sp>
        <p:nvSpPr>
          <p:cNvPr id="4" name="S07-card39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0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믿을 수 있어요</a:t>
            </a:r>
            <a:endParaRPr lang="ko-KR" sz="3000" dirty="0"/>
          </a:p>
        </p:txBody>
      </p:sp>
      <p:sp>
        <p:nvSpPr>
          <p:cNvPr id="6" name="S07-card41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2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편한 마음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 없이 지내요</a:t>
            </a:r>
            <a:endParaRPr lang="ko-KR" sz="3000" dirty="0"/>
          </a:p>
        </p:txBody>
      </p:sp>
      <p:sp>
        <p:nvSpPr>
          <p:cNvPr id="8" name="S07-card43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44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사실을 알면 도와줄 수 있어요</a:t>
            </a:r>
            <a:endParaRPr lang="ko-KR" sz="3000" dirty="0"/>
          </a:p>
        </p:txBody>
      </p:sp>
      <p:sp>
        <p:nvSpPr>
          <p:cNvPr id="10" name="S07-card45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7-cardtext46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억울한 일이 생기지 않아요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어떻게 할까요?</a:t>
            </a:r>
            <a:endParaRPr lang="ko-KR" sz="4000" dirty="0"/>
          </a:p>
        </p:txBody>
      </p:sp>
      <p:sp>
        <p:nvSpPr>
          <p:cNvPr id="3" name="S08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반만 했는데, 아빠가 “숙제 다 했니?” 하고 물어요.</a:t>
            </a:r>
            <a:endParaRPr lang="ko-KR" sz="3000" dirty="0"/>
          </a:p>
        </p:txBody>
      </p:sp>
      <p:sp>
        <p:nvSpPr>
          <p:cNvPr id="4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까닭도 말해요.</a:t>
            </a:r>
            <a:endParaRPr lang="ko-KR" sz="3000" dirty="0"/>
          </a:p>
        </p:txBody>
      </p:sp>
      <p:sp>
        <p:nvSpPr>
          <p:cNvPr id="6" name="S08-chip5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8-card5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“네, 다 했어요.”</a:t>
            </a:r>
            <a:endParaRPr lang="ko-KR" sz="3000" dirty="0"/>
          </a:p>
        </p:txBody>
      </p:sp>
      <p:sp>
        <p:nvSpPr>
          <p:cNvPr id="9" name="S08-chip5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8-card5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“반만 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있어요.”</a:t>
            </a:r>
            <a:endParaRPr lang="ko-KR" sz="3000" dirty="0"/>
          </a:p>
        </p:txBody>
      </p:sp>
      <p:sp>
        <p:nvSpPr>
          <p:cNvPr id="12" name="S08-chip5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8-card5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5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들은 척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방으로 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정직하게, 왜요?</a:t>
            </a:r>
            <a:endParaRPr lang="ko-KR" sz="4000" dirty="0"/>
          </a:p>
        </p:txBody>
      </p:sp>
      <p:sp>
        <p:nvSpPr>
          <p:cNvPr id="3" name="S09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할지와 까닭을 말해요.</a:t>
            </a:r>
            <a:endParaRPr lang="ko-KR" sz="3000" dirty="0"/>
          </a:p>
        </p:txBody>
      </p:sp>
      <p:sp>
        <p:nvSpPr>
          <p:cNvPr id="4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마음일까요?</a:t>
            </a:r>
            <a:endParaRPr lang="ko-KR" sz="3000" dirty="0"/>
          </a:p>
        </p:txBody>
      </p:sp>
      <p:sp>
        <p:nvSpPr>
          <p:cNvPr id="6" name="S09-chip6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거스름돈을 더 받았어요.</a:t>
            </a:r>
            <a:endParaRPr lang="ko-KR" sz="3000" dirty="0"/>
          </a:p>
        </p:txBody>
      </p:sp>
      <p:sp>
        <p:nvSpPr>
          <p:cNvPr id="8" name="S09-chip6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그림을 칭찬했는데, 언니가 많이 도와줬어요.</a:t>
            </a:r>
            <a:endParaRPr lang="ko-KR" sz="3000" dirty="0"/>
          </a:p>
        </p:txBody>
      </p:sp>
      <p:sp>
        <p:nvSpPr>
          <p:cNvPr id="10" name="S09-chip6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숨바꼭질 술래인데 눈을 살짝 떴어요.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000" dirty="0"/>
          </a:p>
        </p:txBody>
      </p:sp>
      <p:sp>
        <p:nvSpPr>
          <p:cNvPr id="4" name="S10-chip6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7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장점 두 가지와 그 장점이 보인 일은?</a:t>
            </a:r>
            <a:endParaRPr lang="ko-KR" sz="3000" dirty="0"/>
          </a:p>
        </p:txBody>
      </p:sp>
      <p:sp>
        <p:nvSpPr>
          <p:cNvPr id="6" name="S10-chip7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7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빌린 지우개를 잃어버렸어요. 어떻게 할까요?</a:t>
            </a:r>
            <a:endParaRPr lang="ko-KR" sz="3000" dirty="0"/>
          </a:p>
        </p:txBody>
      </p:sp>
      <p:sp>
        <p:nvSpPr>
          <p:cNvPr id="8" name="S10-chip7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7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정직해야 하는 까닭 두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장점을 잘 찾은 친구는?</a:t>
            </a:r>
            <a:endParaRPr lang="ko-KR" sz="4000" dirty="0"/>
          </a:p>
        </p:txBody>
      </p:sp>
      <p:sp>
        <p:nvSpPr>
          <p:cNvPr id="3" name="S12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친구가 자기 장점을 말해요.</a:t>
            </a:r>
            <a:endParaRPr lang="ko-KR" sz="3000" dirty="0"/>
          </a:p>
        </p:txBody>
      </p:sp>
      <p:sp>
        <p:nvSpPr>
          <p:cNvPr id="4" name="S12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장점을 잘 찾았나요? 왜요?</a:t>
            </a:r>
            <a:endParaRPr lang="ko-KR" sz="3000" dirty="0"/>
          </a:p>
        </p:txBody>
      </p:sp>
      <p:sp>
        <p:nvSpPr>
          <p:cNvPr id="6" name="S12-chip7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7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우리 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1등이야.”</a:t>
            </a:r>
            <a:endParaRPr lang="ko-KR" sz="3000" dirty="0"/>
          </a:p>
        </p:txBody>
      </p:sp>
      <p:sp>
        <p:nvSpPr>
          <p:cNvPr id="9" name="S12-chip8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8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잘하는 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하나도 없어.”</a:t>
            </a:r>
            <a:endParaRPr lang="ko-KR" sz="3000" dirty="0"/>
          </a:p>
        </p:txBody>
      </p:sp>
      <p:sp>
        <p:nvSpPr>
          <p:cNvPr id="12" name="S12-chip8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8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 정리를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해서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성실해.”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장점은 내가 한 일 속에 있어요. 정직하면 서로 믿을 수 있어요.</a:t>
            </a:r>
            <a:endParaRPr lang="ko-KR" sz="3000" dirty="0"/>
          </a:p>
        </p:txBody>
      </p:sp>
      <p:sp>
        <p:nvSpPr>
          <p:cNvPr id="5" name="S13-chip8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노력에서 장점 찾기</a:t>
            </a:r>
            <a:endParaRPr lang="ko-KR" sz="2400" dirty="0"/>
          </a:p>
        </p:txBody>
      </p:sp>
      <p:sp>
        <p:nvSpPr>
          <p:cNvPr id="6" name="S13-chip9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아무도 모른다고 숨기기</a:t>
            </a:r>
            <a:endParaRPr lang="ko-KR" sz="2400" dirty="0"/>
          </a:p>
        </p:txBody>
      </p:sp>
      <p:sp>
        <p:nvSpPr>
          <p:cNvPr id="7" name="S13-text9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9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장점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400" dirty="0"/>
          </a:p>
        </p:txBody>
      </p:sp>
      <p:sp>
        <p:nvSpPr>
          <p:cNvPr id="9" name="S13-text9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정직하면 좋은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하나</a:t>
            </a:r>
            <a:endParaRPr lang="ko-KR" sz="2400" dirty="0"/>
          </a:p>
        </p:txBody>
      </p:sp>
      <p:sp>
        <p:nvSpPr>
          <p:cNvPr id="10" name="S13-text9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주에 찾은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장점</a:t>
            </a:r>
            <a:endParaRPr lang="ko-KR" sz="2400" dirty="0"/>
          </a:p>
        </p:txBody>
      </p:sp>
      <p:sp>
        <p:nvSpPr>
          <p:cNvPr id="11" name="S13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함께 지킬 규칙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솔직하게 말하기</a:t>
            </a:r>
            <a:endParaRPr lang="ko-KR" sz="4000" dirty="0"/>
          </a:p>
        </p:txBody>
      </p:sp>
      <p:sp>
        <p:nvSpPr>
          <p:cNvPr id="3" name="S14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실수했을 때 이렇게 말해요.</a:t>
            </a:r>
            <a:endParaRPr lang="ko-KR" sz="3000" dirty="0"/>
          </a:p>
        </p:txBody>
      </p:sp>
      <p:sp>
        <p:nvSpPr>
          <p:cNvPr id="4" name="S14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솔직하게 말하면 서로 믿을 수 있어요.</a:t>
            </a:r>
            <a:endParaRPr lang="ko-KR" sz="3000" dirty="0"/>
          </a:p>
        </p:txBody>
      </p:sp>
      <p:sp>
        <p:nvSpPr>
          <p:cNvPr id="6" name="S14-card99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00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“컵을 깼어요.”</a:t>
            </a:r>
            <a:endParaRPr lang="ko-KR" sz="3000" dirty="0"/>
          </a:p>
        </p:txBody>
      </p:sp>
      <p:sp>
        <p:nvSpPr>
          <p:cNvPr id="8" name="S14-card101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02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미안한 마음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“죄송해요.”</a:t>
            </a:r>
            <a:endParaRPr lang="ko-KR" sz="3000" dirty="0"/>
          </a:p>
        </p:txBody>
      </p:sp>
      <p:sp>
        <p:nvSpPr>
          <p:cNvPr id="10" name="S14-card103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4-cardtext104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“다음엔 조심할게요.”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도덕·윤리 나의 장점과 정직</dc:title>
  <dc:subject>KR22-G03-ETH-MYSTRENGTH-L01</dc:subject>
  <dc:creator>education-ppt</dc:creator>
  <cp:lastModifiedBy>education-ppt</cp:lastModifiedBy>
  <cp:revision>1</cp:revision>
  <dcterms:created xsi:type="dcterms:W3CDTF">2026-10-26T13:43:07Z</dcterms:created>
  <dcterms:modified xsi:type="dcterms:W3CDTF">2026-10-26T13:43:07Z</dcterms:modified>
</cp:coreProperties>
</file>