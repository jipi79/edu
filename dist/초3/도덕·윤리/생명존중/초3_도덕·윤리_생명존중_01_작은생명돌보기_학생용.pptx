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84c6138-26db-28c6-31f2-13ec623fa7d0}">
          <p14:sldIdLst>
            <p14:sldId id="256"/>
            <p14:sldId id="257"/>
          </p14:sldIdLst>
        </p14:section>
        <p14:section name="개념" id="{59c1b3d1-76c1-eb2c-2023-e52dd9b724dd}">
          <p14:sldIdLst>
            <p14:sldId id="258"/>
            <p14:sldId id="261"/>
            <p14:sldId id="262"/>
          </p14:sldIdLst>
        </p14:section>
        <p14:section name="연습" id="{fdced099-5e7f-7de8-b0f4-2250119a94ac}">
          <p14:sldIdLst>
            <p14:sldId id="259"/>
            <p14:sldId id="260"/>
            <p14:sldId id="263"/>
            <p14:sldId id="264"/>
          </p14:sldIdLst>
        </p14:section>
        <p14:section name="개념" id="{14df218f-8b4e-1e2c-acb0-8a955404d783}">
          <p14:sldIdLst/>
        </p14:section>
        <p14:section name="연습" id="{b137cfbf-b26a-80a3-2809-ddf4763b2a3f}">
          <p14:sldIdLst/>
        </p14:section>
        <p14:section name="확인" id="{14ac21ea-db4b-4479-f120-d91f75cd0071}">
          <p14:sldIdLst>
            <p14:sldId id="265"/>
            <p14:sldId id="266"/>
          </p14:sldIdLst>
        </p14:section>
        <p14:section name="정리" id="{699ff706-9dfe-10f5-b17a-7d29828c0029}">
          <p14:sldIdLst>
            <p14:sldId id="267"/>
          </p14:sldIdLst>
        </p14:section>
        <p14:section name="보충" id="{bcd6bca1-f8fb-ad65-baa2-5f852b3567a3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도덕·윤리 · 생명존중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도덕·윤리 · 작은 생명 돌보기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도덕·윤리 · 작은 생명 돌보기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도덕·윤리 · 작은 생명 돌보기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생명 돌보기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생명을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대하고 돌볼까?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해치지 않고 살펴봐요.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돌봄 계획을 세워 실천해요.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생명, 기억나요?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1학년 때 배운 것을 떠올려요.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식물이 살아가는 데 필요한 것 두 가지는?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개미가 줄지어 가요. 어떻게 할까요?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생명을 만나면</a:t>
            </a:r>
            <a:endParaRPr lang="ko-KR" sz="4000" dirty="0"/>
          </a:p>
        </p:txBody>
      </p:sp>
      <p:sp>
        <p:nvSpPr>
          <p:cNvPr id="3" name="S03-text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생명도 살던 곳이 있어요.</a:t>
            </a:r>
            <a:endParaRPr lang="ko-KR" sz="3000" dirty="0"/>
          </a:p>
        </p:txBody>
      </p:sp>
      <p:sp>
        <p:nvSpPr>
          <p:cNvPr id="4" name="S03-card9"/>
          <p:cNvSpPr/>
          <p:nvPr/>
        </p:nvSpPr>
        <p:spPr>
          <a:xfrm>
            <a:off x="548640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10"/>
          <p:cNvSpPr txBox="1"/>
          <p:nvPr/>
        </p:nvSpPr>
        <p:spPr>
          <a:xfrm>
            <a:off x="822960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눈으로 봐요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가만히, 가까이 들여다봐요</a:t>
            </a:r>
            <a:endParaRPr lang="ko-KR" sz="3000" dirty="0"/>
          </a:p>
        </p:txBody>
      </p:sp>
      <p:sp>
        <p:nvSpPr>
          <p:cNvPr id="6" name="S03-card11"/>
          <p:cNvSpPr/>
          <p:nvPr/>
        </p:nvSpPr>
        <p:spPr>
          <a:xfrm>
            <a:off x="6208776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2"/>
          <p:cNvSpPr txBox="1"/>
          <p:nvPr/>
        </p:nvSpPr>
        <p:spPr>
          <a:xfrm>
            <a:off x="6483096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제자리에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곳에 놓아줘요</a:t>
            </a:r>
            <a:endParaRPr lang="ko-KR" sz="3000" dirty="0"/>
          </a:p>
        </p:txBody>
      </p:sp>
      <p:sp>
        <p:nvSpPr>
          <p:cNvPr id="8" name="S03-card13"/>
          <p:cNvSpPr/>
          <p:nvPr/>
        </p:nvSpPr>
        <p:spPr>
          <a:xfrm>
            <a:off x="548640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4"/>
          <p:cNvSpPr txBox="1"/>
          <p:nvPr/>
        </p:nvSpPr>
        <p:spPr>
          <a:xfrm>
            <a:off x="822960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데려오지 않아요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야생 동물은 집에서 안 길러요</a:t>
            </a:r>
            <a:endParaRPr lang="ko-KR" sz="3000" dirty="0"/>
          </a:p>
        </p:txBody>
      </p:sp>
      <p:sp>
        <p:nvSpPr>
          <p:cNvPr id="10" name="S03-card15"/>
          <p:cNvSpPr/>
          <p:nvPr/>
        </p:nvSpPr>
        <p:spPr>
          <a:xfrm>
            <a:off x="6208776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3-cardtext16"/>
          <p:cNvSpPr txBox="1"/>
          <p:nvPr/>
        </p:nvSpPr>
        <p:spPr>
          <a:xfrm>
            <a:off x="6483096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씻어요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흙·동물을 만진 뒤 비누로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무당벌레를 만났어요</a:t>
            </a:r>
            <a:endParaRPr lang="ko-KR" sz="4000" dirty="0"/>
          </a:p>
        </p:txBody>
      </p:sp>
      <p:sp>
        <p:nvSpPr>
          <p:cNvPr id="3" name="S04-card1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 풀잎에 무당벌레가 앉아 있어요.</a:t>
            </a:r>
            <a:endParaRPr lang="ko-KR" sz="3000" dirty="0"/>
          </a:p>
        </p:txBody>
      </p:sp>
      <p:sp>
        <p:nvSpPr>
          <p:cNvPr id="5" name="S04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무당벌레에게 좋은 쪽은 어느 쪽일까요? 왜요?</a:t>
            </a:r>
            <a:endParaRPr lang="ko-KR" sz="3000" dirty="0"/>
          </a:p>
        </p:txBody>
      </p:sp>
      <p:sp>
        <p:nvSpPr>
          <p:cNvPr id="7" name="S04-chip2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4-text2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“병에 넣어서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가져갈래.”</a:t>
            </a:r>
            <a:endParaRPr lang="ko-KR" sz="3000" dirty="0"/>
          </a:p>
        </p:txBody>
      </p:sp>
      <p:sp>
        <p:nvSpPr>
          <p:cNvPr id="9" name="S04-chip2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4-text2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“잎에 앉은 채로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자세히 보고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둘래.”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땐 어떻게 할까요?</a:t>
            </a:r>
            <a:endParaRPr lang="ko-KR" sz="4000" dirty="0"/>
          </a:p>
        </p:txBody>
      </p:sp>
      <p:sp>
        <p:nvSpPr>
          <p:cNvPr id="3" name="S05-text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생명을 해치지 않는 방법을 말해요.</a:t>
            </a:r>
            <a:endParaRPr lang="ko-KR" sz="3000" dirty="0"/>
          </a:p>
        </p:txBody>
      </p:sp>
      <p:sp>
        <p:nvSpPr>
          <p:cNvPr id="4" name="S05-card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생명의 입장과 내 몸을 함께 생각해요.</a:t>
            </a:r>
            <a:endParaRPr lang="ko-KR" sz="3000" dirty="0"/>
          </a:p>
        </p:txBody>
      </p:sp>
      <p:sp>
        <p:nvSpPr>
          <p:cNvPr id="6" name="S05-chip2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text2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화단에서 지렁이를 손에 올려 봤어요. 그다음엔?</a:t>
            </a:r>
            <a:endParaRPr lang="ko-KR" sz="3000" dirty="0"/>
          </a:p>
        </p:txBody>
      </p:sp>
      <p:sp>
        <p:nvSpPr>
          <p:cNvPr id="8" name="S05-chip3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text3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길에 아기 새가 떨어져 있어요.</a:t>
            </a:r>
            <a:endParaRPr lang="ko-KR" sz="3000" dirty="0"/>
          </a:p>
        </p:txBody>
      </p:sp>
      <p:sp>
        <p:nvSpPr>
          <p:cNvPr id="10" name="S05-chip3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text3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개미를 보려고 개미집을 파 보고 싶어요.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식물을 돌보는 방법</a:t>
            </a:r>
            <a:endParaRPr lang="ko-KR" sz="4000" dirty="0"/>
          </a:p>
        </p:txBody>
      </p:sp>
      <p:sp>
        <p:nvSpPr>
          <p:cNvPr id="3" name="S06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식물마다 물 주는 때가 달라요. 어른과 확인해요.</a:t>
            </a:r>
            <a:endParaRPr lang="ko-KR" sz="3000" dirty="0"/>
          </a:p>
        </p:txBody>
      </p:sp>
      <p:sp>
        <p:nvSpPr>
          <p:cNvPr id="5" name="S06-stepno36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6-text37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흙을 만져 말랐는지 봐요.</a:t>
            </a:r>
            <a:endParaRPr lang="ko-KR" sz="3000" dirty="0"/>
          </a:p>
        </p:txBody>
      </p:sp>
      <p:sp>
        <p:nvSpPr>
          <p:cNvPr id="7" name="S06-stepno38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6-text39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마른 날에 물을 줘요.</a:t>
            </a:r>
            <a:endParaRPr lang="ko-KR" sz="3000" dirty="0"/>
          </a:p>
        </p:txBody>
      </p:sp>
      <p:sp>
        <p:nvSpPr>
          <p:cNvPr id="9" name="S06-stepno40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6-text41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밝은 곳에 두어요.</a:t>
            </a:r>
            <a:endParaRPr lang="ko-KR" sz="3000" dirty="0"/>
          </a:p>
        </p:txBody>
      </p:sp>
      <p:sp>
        <p:nvSpPr>
          <p:cNvPr id="11" name="S06-stepno42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6-text43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잎과 키를 살펴 적어요.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다인이의 돌봄 계획</a:t>
            </a:r>
            <a:endParaRPr lang="ko-KR" sz="4000" dirty="0"/>
          </a:p>
        </p:txBody>
      </p:sp>
      <p:sp>
        <p:nvSpPr>
          <p:cNvPr id="3" name="S07-text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무엇을, 언제, 어떻게 할지 정했어요.</a:t>
            </a:r>
            <a:endParaRPr lang="ko-KR" sz="3000" dirty="0"/>
          </a:p>
        </p:txBody>
      </p:sp>
      <p:sp>
        <p:nvSpPr>
          <p:cNvPr id="4" name="S07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기록표에 표시하고, 본 것을 적어요.</a:t>
            </a:r>
            <a:endParaRPr lang="ko-KR" sz="3000" dirty="0"/>
          </a:p>
        </p:txBody>
      </p:sp>
      <p:graphicFrame>
        <p:nvGraphicFramePr>
          <p:cNvPr id="8" name="S07-table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2839212"/>
                <a:gridCol w="3154680"/>
                <a:gridCol w="4521708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흙 살피기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날마다 저녁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손가락으로 만져 봐요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 주기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흙이 마른 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흙이 촉촉해질 만큼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잎 살피기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날마다 저녁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색과 키를 적어요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계획을 고쳐요</a:t>
            </a:r>
            <a:endParaRPr lang="ko-KR" sz="4000" dirty="0"/>
          </a:p>
        </p:txBody>
      </p:sp>
      <p:sp>
        <p:nvSpPr>
          <p:cNvPr id="3" name="S08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것이나 고칠 점을 찾아요.</a:t>
            </a:r>
            <a:endParaRPr lang="ko-KR" sz="3000" dirty="0"/>
          </a:p>
        </p:txBody>
      </p:sp>
      <p:sp>
        <p:nvSpPr>
          <p:cNvPr id="4" name="S08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무엇을·언제·어떻게, 그리고 생명의 입장</a:t>
            </a:r>
            <a:endParaRPr lang="ko-KR" sz="3000" dirty="0"/>
          </a:p>
        </p:txBody>
      </p:sp>
      <p:sp>
        <p:nvSpPr>
          <p:cNvPr id="6" name="S08-chip5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52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“화분에 날마다 물을 가득 줄래요.”</a:t>
            </a:r>
            <a:endParaRPr lang="ko-KR" sz="3000" dirty="0"/>
          </a:p>
        </p:txBody>
      </p:sp>
      <p:sp>
        <p:nvSpPr>
          <p:cNvPr id="8" name="S08-chip5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54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“생각날 때 돌볼래요.”</a:t>
            </a:r>
            <a:endParaRPr lang="ko-KR" sz="3000" dirty="0"/>
          </a:p>
        </p:txBody>
      </p:sp>
      <p:sp>
        <p:nvSpPr>
          <p:cNvPr id="10" name="S08-chip5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8-text56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“개미를 잡아 통에 넣고 기를래요.”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돌봄 계획 세우기</a:t>
            </a:r>
            <a:endParaRPr lang="ko-KR" sz="4000" dirty="0"/>
          </a:p>
        </p:txBody>
      </p:sp>
      <p:sp>
        <p:nvSpPr>
          <p:cNvPr id="3" name="S09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흙을 만진 뒤에는 비누로 손을 씻어요.</a:t>
            </a:r>
            <a:endParaRPr lang="ko-KR" sz="3000" dirty="0"/>
          </a:p>
        </p:txBody>
      </p:sp>
      <p:sp>
        <p:nvSpPr>
          <p:cNvPr id="5" name="S09-card59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9-cardtext60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세 가지를 다 정했어요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생명에게 알맞은 방법이에요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돌본 뒤 손을 씻었어요</a:t>
            </a:r>
            <a:endParaRPr lang="ko-KR" sz="3000" dirty="0"/>
          </a:p>
        </p:txBody>
      </p:sp>
      <p:sp>
        <p:nvSpPr>
          <p:cNvPr id="7" name="S09-stepno61"/>
          <p:cNvSpPr txBox="1"/>
          <p:nvPr/>
        </p:nvSpPr>
        <p:spPr>
          <a:xfrm>
            <a:off x="548640" y="16885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9-text62"/>
          <p:cNvSpPr txBox="1"/>
          <p:nvPr/>
        </p:nvSpPr>
        <p:spPr>
          <a:xfrm>
            <a:off x="1325880" y="16885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돌볼 생명을 하나 골라요.</a:t>
            </a:r>
            <a:endParaRPr lang="ko-KR" sz="3000" dirty="0"/>
          </a:p>
        </p:txBody>
      </p:sp>
      <p:sp>
        <p:nvSpPr>
          <p:cNvPr id="9" name="S09-stepno63"/>
          <p:cNvSpPr txBox="1"/>
          <p:nvPr/>
        </p:nvSpPr>
        <p:spPr>
          <a:xfrm>
            <a:off x="548640" y="24475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9-text64"/>
          <p:cNvSpPr txBox="1"/>
          <p:nvPr/>
        </p:nvSpPr>
        <p:spPr>
          <a:xfrm>
            <a:off x="1325880" y="2401824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무엇을·언제·어떻게 정해요.</a:t>
            </a:r>
            <a:endParaRPr lang="ko-KR" sz="3000" dirty="0"/>
          </a:p>
        </p:txBody>
      </p:sp>
      <p:sp>
        <p:nvSpPr>
          <p:cNvPr id="11" name="S09-stepno65"/>
          <p:cNvSpPr txBox="1"/>
          <p:nvPr/>
        </p:nvSpPr>
        <p:spPr>
          <a:xfrm>
            <a:off x="548640" y="34960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9-text66"/>
          <p:cNvSpPr txBox="1"/>
          <p:nvPr/>
        </p:nvSpPr>
        <p:spPr>
          <a:xfrm>
            <a:off x="1325880" y="34960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기록표를 붙여 둬요.</a:t>
            </a:r>
            <a:endParaRPr lang="ko-KR" sz="3000" dirty="0"/>
          </a:p>
        </p:txBody>
      </p:sp>
      <p:sp>
        <p:nvSpPr>
          <p:cNvPr id="13" name="S09-stepno67"/>
          <p:cNvSpPr txBox="1"/>
          <p:nvPr/>
        </p:nvSpPr>
        <p:spPr>
          <a:xfrm>
            <a:off x="548640" y="42092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9-text68"/>
          <p:cNvSpPr txBox="1"/>
          <p:nvPr/>
        </p:nvSpPr>
        <p:spPr>
          <a:xfrm>
            <a:off x="1325880" y="42092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첫 돌봄을 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엄마(아빠)는 듣기만 해요.</a:t>
            </a:r>
            <a:endParaRPr lang="ko-KR" sz="3000" dirty="0"/>
          </a:p>
        </p:txBody>
      </p:sp>
      <p:sp>
        <p:nvSpPr>
          <p:cNvPr id="4" name="S10-chip70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text71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공원에서 사마귀를 봤어요. 어떻게 할까요? 왜요?</a:t>
            </a:r>
            <a:endParaRPr lang="ko-KR" sz="3000" dirty="0"/>
          </a:p>
        </p:txBody>
      </p:sp>
      <p:sp>
        <p:nvSpPr>
          <p:cNvPr id="6" name="S10-chip72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text73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화분을 옮기다 손에 흙이 묻었어요. 그다음엔?</a:t>
            </a:r>
            <a:endParaRPr lang="ko-KR" sz="3000" dirty="0"/>
          </a:p>
        </p:txBody>
      </p:sp>
      <p:sp>
        <p:nvSpPr>
          <p:cNvPr id="8" name="S10-chip74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text75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돌봄 계획을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잘 대했을까요?</a:t>
            </a:r>
            <a:endParaRPr lang="ko-KR" sz="4000" dirty="0"/>
          </a:p>
        </p:txBody>
      </p:sp>
      <p:sp>
        <p:nvSpPr>
          <p:cNvPr id="3" name="S12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친구가 비 온 뒤 달팽이를 만났어요.</a:t>
            </a:r>
            <a:endParaRPr lang="ko-KR" sz="3000" dirty="0"/>
          </a:p>
        </p:txBody>
      </p:sp>
      <p:sp>
        <p:nvSpPr>
          <p:cNvPr id="4" name="S12-card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잘했나요? 다른 친구에게는 뭐라고 할까요?</a:t>
            </a:r>
            <a:endParaRPr lang="ko-KR" sz="3000" dirty="0"/>
          </a:p>
        </p:txBody>
      </p:sp>
      <p:sp>
        <p:nvSpPr>
          <p:cNvPr id="6" name="S12-chip7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card80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81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달팽이를 만지고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간식을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먹었어요.</a:t>
            </a:r>
            <a:endParaRPr lang="ko-KR" sz="3000" dirty="0"/>
          </a:p>
        </p:txBody>
      </p:sp>
      <p:sp>
        <p:nvSpPr>
          <p:cNvPr id="9" name="S12-chip82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2-card83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84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자세히 본 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곳에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놓아줬어요.</a:t>
            </a:r>
            <a:endParaRPr lang="ko-KR" sz="3000" dirty="0"/>
          </a:p>
        </p:txBody>
      </p:sp>
      <p:sp>
        <p:nvSpPr>
          <p:cNvPr id="12" name="S12-chip85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2-card86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87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통에 넣어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기르기로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88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9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생명은 해치지 않고 살펴보고, 계획을 세워 꾸준히 돌봐요.</a:t>
            </a:r>
            <a:endParaRPr lang="ko-KR" sz="3000" dirty="0"/>
          </a:p>
        </p:txBody>
      </p:sp>
      <p:sp>
        <p:nvSpPr>
          <p:cNvPr id="5" name="S13-chip90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보고, 놓아주고, 손 씻기</a:t>
            </a:r>
            <a:endParaRPr lang="ko-KR" sz="2400" dirty="0"/>
          </a:p>
        </p:txBody>
      </p:sp>
      <p:sp>
        <p:nvSpPr>
          <p:cNvPr id="6" name="S13-chip91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잡아서 집에 데려오기</a:t>
            </a:r>
            <a:endParaRPr lang="ko-KR" sz="2400" dirty="0"/>
          </a:p>
        </p:txBody>
      </p:sp>
      <p:sp>
        <p:nvSpPr>
          <p:cNvPr id="7" name="S13-text92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93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작은 생명을 만날 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 하나</a:t>
            </a:r>
            <a:endParaRPr lang="ko-KR" sz="2400" dirty="0"/>
          </a:p>
        </p:txBody>
      </p:sp>
      <p:sp>
        <p:nvSpPr>
          <p:cNvPr id="9" name="S13-text94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식물에 물을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주는 때</a:t>
            </a:r>
            <a:endParaRPr lang="ko-KR" sz="2400" dirty="0"/>
          </a:p>
        </p:txBody>
      </p:sp>
      <p:sp>
        <p:nvSpPr>
          <p:cNvPr id="10" name="S13-text95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돌봄 기록표,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어땠나요?</a:t>
            </a:r>
            <a:endParaRPr lang="ko-KR" sz="2400" dirty="0"/>
          </a:p>
        </p:txBody>
      </p:sp>
      <p:sp>
        <p:nvSpPr>
          <p:cNvPr id="11" name="S13-text9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충동 조절과 선택(4학년)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생명에게 필요한 것</a:t>
            </a:r>
            <a:endParaRPr lang="ko-KR" sz="4000" dirty="0"/>
          </a:p>
        </p:txBody>
      </p:sp>
      <p:sp>
        <p:nvSpPr>
          <p:cNvPr id="3" name="S14-text9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생물은 이것이 있어야 살아요.</a:t>
            </a:r>
            <a:endParaRPr lang="ko-KR" sz="3000" dirty="0"/>
          </a:p>
        </p:txBody>
      </p:sp>
      <p:sp>
        <p:nvSpPr>
          <p:cNvPr id="4" name="S14-card98"/>
          <p:cNvSpPr/>
          <p:nvPr/>
        </p:nvSpPr>
        <p:spPr>
          <a:xfrm>
            <a:off x="548640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99"/>
          <p:cNvSpPr txBox="1"/>
          <p:nvPr/>
        </p:nvSpPr>
        <p:spPr>
          <a:xfrm>
            <a:off x="822960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식물도 동물도 물이 필요해요</a:t>
            </a:r>
            <a:endParaRPr lang="ko-KR" sz="3000" dirty="0"/>
          </a:p>
        </p:txBody>
      </p:sp>
      <p:sp>
        <p:nvSpPr>
          <p:cNvPr id="6" name="S14-card100"/>
          <p:cNvSpPr/>
          <p:nvPr/>
        </p:nvSpPr>
        <p:spPr>
          <a:xfrm>
            <a:off x="6208776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101"/>
          <p:cNvSpPr txBox="1"/>
          <p:nvPr/>
        </p:nvSpPr>
        <p:spPr>
          <a:xfrm>
            <a:off x="6483096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햇빛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식물은 빛을 받아 자라요</a:t>
            </a:r>
            <a:endParaRPr lang="ko-KR" sz="3000" dirty="0"/>
          </a:p>
        </p:txBody>
      </p:sp>
      <p:sp>
        <p:nvSpPr>
          <p:cNvPr id="8" name="S14-card102"/>
          <p:cNvSpPr/>
          <p:nvPr/>
        </p:nvSpPr>
        <p:spPr>
          <a:xfrm>
            <a:off x="548640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4-cardtext103"/>
          <p:cNvSpPr txBox="1"/>
          <p:nvPr/>
        </p:nvSpPr>
        <p:spPr>
          <a:xfrm>
            <a:off x="822960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동물은 먹이를 먹어요</a:t>
            </a:r>
            <a:endParaRPr lang="ko-KR" sz="3000" dirty="0"/>
          </a:p>
        </p:txBody>
      </p:sp>
      <p:sp>
        <p:nvSpPr>
          <p:cNvPr id="10" name="S14-card104"/>
          <p:cNvSpPr/>
          <p:nvPr/>
        </p:nvSpPr>
        <p:spPr>
          <a:xfrm>
            <a:off x="6208776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14-cardtext105"/>
          <p:cNvSpPr txBox="1"/>
          <p:nvPr/>
        </p:nvSpPr>
        <p:spPr>
          <a:xfrm>
            <a:off x="6483096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 곳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편히 쉴 곳이 필요해요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도덕·윤리 작은 생명 돌보기</dc:title>
  <dc:subject>KR22-G03-ETH-LIFECARE-L01</dc:subject>
  <dc:creator>education-ppt</dc:creator>
  <cp:lastModifiedBy>education-ppt</cp:lastModifiedBy>
  <cp:revision>1</cp:revision>
  <dcterms:created xsi:type="dcterms:W3CDTF">2026-10-26T13:43:12Z</dcterms:created>
  <dcterms:modified xsi:type="dcterms:W3CDTF">2026-10-26T13:43:12Z</dcterms:modified>
</cp:coreProperties>
</file>