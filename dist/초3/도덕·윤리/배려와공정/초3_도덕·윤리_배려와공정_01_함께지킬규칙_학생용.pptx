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19b3bd4-b47a-ffbe-e322-3264b96680d5}">
          <p14:sldIdLst>
            <p14:sldId id="256"/>
            <p14:sldId id="257"/>
          </p14:sldIdLst>
        </p14:section>
        <p14:section name="개념" id="{f7fe3da8-58b6-c053-1b6e-a25b7e7851d0}">
          <p14:sldIdLst>
            <p14:sldId id="258"/>
            <p14:sldId id="259"/>
            <p14:sldId id="261"/>
            <p14:sldId id="262"/>
          </p14:sldIdLst>
        </p14:section>
        <p14:section name="연습" id="{1d0cf156-20c5-613c-532a-764f67daf731}">
          <p14:sldIdLst>
            <p14:sldId id="260"/>
            <p14:sldId id="263"/>
            <p14:sldId id="264"/>
          </p14:sldIdLst>
        </p14:section>
        <p14:section name="개념" id="{c086467f-e2d5-29b3-d824-4e2770be7b6f}">
          <p14:sldIdLst/>
        </p14:section>
        <p14:section name="연습" id="{4dbdc580-e0f6-5715-adc5-c0717d7995d3}">
          <p14:sldIdLst/>
        </p14:section>
        <p14:section name="확인" id="{fdf98032-8f94-f8a0-21f7-6aee197066b6}">
          <p14:sldIdLst>
            <p14:sldId id="265"/>
            <p14:sldId id="266"/>
          </p14:sldIdLst>
        </p14:section>
        <p14:section name="정리" id="{2a5f319b-2090-0f78-c5fc-afda49c9f299}">
          <p14:sldIdLst>
            <p14:sldId id="267"/>
          </p14:sldIdLst>
        </p14:section>
        <p14:section name="보충" id="{2a50937d-68ee-85f0-1268-8f0e1de8dbe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배려와공정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함께 지킬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함께 지킬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도덕·윤리 · 함께 지킬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지킬 규칙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즐거운 규칙은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사람의 입장에서 규칙을 살펴요.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공정한 규칙을 함께 정해요.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그네는 하나인데 둘이 타고 싶어요. 어떻게 할까요?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‘공정하다’는 무슨 뜻일까요?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하준이의 게임 규칙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다온이와 지수는 어떤 마음일까요?</a:t>
            </a:r>
            <a:endParaRPr lang="ko-KR" sz="3000" dirty="0"/>
          </a:p>
        </p:txBody>
      </p:sp>
      <p:sp>
        <p:nvSpPr>
          <p:cNvPr id="5" name="S03-passagebox1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3-passage1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게임이니까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하준이가 집에서 보드게임을 가져왔어요.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게임이니까 언제나 내가 먼저 할 거야.”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다온이와 지수는 한 번도 먼저 하지 못했어요.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규칙을 견주어요</a:t>
            </a:r>
            <a:endParaRPr lang="ko-KR" sz="4000" dirty="0"/>
          </a:p>
        </p:txBody>
      </p:sp>
      <p:sp>
        <p:nvSpPr>
          <p:cNvPr id="3" name="S04-card1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게임, 두 가지 규칙이에요.</a:t>
            </a:r>
            <a:endParaRPr lang="ko-KR" sz="3000" dirty="0"/>
          </a:p>
        </p:txBody>
      </p:sp>
      <p:sp>
        <p:nvSpPr>
          <p:cNvPr id="5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하준, 다온, 지수의 입장에서 각각 생각해 봐요.</a:t>
            </a:r>
            <a:endParaRPr lang="ko-KR" sz="3000" dirty="0"/>
          </a:p>
        </p:txBody>
      </p:sp>
      <p:sp>
        <p:nvSpPr>
          <p:cNvPr id="7" name="S04-chip1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1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주인이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언제나 먼저 해요.</a:t>
            </a:r>
            <a:endParaRPr lang="ko-KR" sz="3000" dirty="0"/>
          </a:p>
        </p:txBody>
      </p:sp>
      <p:sp>
        <p:nvSpPr>
          <p:cNvPr id="9" name="S04-chip1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1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가위바위보로 정하고,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판마다 돌아가며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불리할까요?</a:t>
            </a:r>
            <a:endParaRPr lang="ko-KR" sz="4000" dirty="0"/>
          </a:p>
        </p:txBody>
      </p:sp>
      <p:sp>
        <p:nvSpPr>
          <p:cNvPr id="3" name="S05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불리한지, 왜 그런지 말해요.</a:t>
            </a:r>
            <a:endParaRPr lang="ko-KR" sz="3000" dirty="0"/>
          </a:p>
        </p:txBody>
      </p:sp>
      <p:sp>
        <p:nvSpPr>
          <p:cNvPr id="4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사람이 되어 생각해 봐요.</a:t>
            </a:r>
            <a:endParaRPr lang="ko-KR" sz="3000" dirty="0"/>
          </a:p>
        </p:txBody>
      </p:sp>
      <p:sp>
        <p:nvSpPr>
          <p:cNvPr id="6" name="S05-chip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늦게 온 사람은 끝까지 술래를 해요.</a:t>
            </a:r>
            <a:endParaRPr lang="ko-KR" sz="3000" dirty="0"/>
          </a:p>
        </p:txBody>
      </p:sp>
      <p:sp>
        <p:nvSpPr>
          <p:cNvPr id="8" name="S05-chip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목소리가 가장 큰 사람이 채널을 정해요.</a:t>
            </a:r>
            <a:endParaRPr lang="ko-KR" sz="3000" dirty="0"/>
          </a:p>
        </p:txBody>
      </p:sp>
      <p:sp>
        <p:nvSpPr>
          <p:cNvPr id="10" name="S05-chip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2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하는 친구에게도 설명 없이 바로 시작해요.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규칙 만들기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규칙은 모두 볼 수 있게 적어 둬요.</a:t>
            </a:r>
            <a:endParaRPr lang="ko-KR" sz="3000" dirty="0"/>
          </a:p>
        </p:txBody>
      </p:sp>
      <p:sp>
        <p:nvSpPr>
          <p:cNvPr id="5" name="S06-stepno31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2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생각을 들어요.</a:t>
            </a:r>
            <a:endParaRPr lang="ko-KR" sz="3000" dirty="0"/>
          </a:p>
        </p:txBody>
      </p:sp>
      <p:sp>
        <p:nvSpPr>
          <p:cNvPr id="7" name="S06-stepno33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4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규칙을 정해요.</a:t>
            </a:r>
            <a:endParaRPr lang="ko-KR" sz="3000" dirty="0"/>
          </a:p>
        </p:txBody>
      </p:sp>
      <p:sp>
        <p:nvSpPr>
          <p:cNvPr id="9" name="S06-stepno35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6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“모두에게 공정한가?” 물어요.</a:t>
            </a:r>
            <a:endParaRPr lang="ko-KR" sz="3000" dirty="0"/>
          </a:p>
        </p:txBody>
      </p:sp>
      <p:sp>
        <p:nvSpPr>
          <p:cNvPr id="11" name="S06-stepno3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38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곳이 있으면 고쳐요.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공정한가?</a:t>
            </a:r>
            <a:endParaRPr lang="ko-KR" sz="4000" dirty="0"/>
          </a:p>
        </p:txBody>
      </p:sp>
      <p:sp>
        <p:nvSpPr>
          <p:cNvPr id="3" name="S07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정하면 네 가지를 물어요.</a:t>
            </a:r>
            <a:endParaRPr lang="ko-KR" sz="3000" dirty="0"/>
          </a:p>
        </p:txBody>
      </p:sp>
      <p:sp>
        <p:nvSpPr>
          <p:cNvPr id="4" name="S07-card4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기회가 있나요?</a:t>
            </a:r>
            <a:endParaRPr lang="ko-KR" sz="3000" dirty="0"/>
          </a:p>
        </p:txBody>
      </p:sp>
      <p:sp>
        <p:nvSpPr>
          <p:cNvPr id="6" name="S07-card4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유리함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사람만 유리하지 않나요?</a:t>
            </a:r>
            <a:endParaRPr lang="ko-KR" sz="3000" dirty="0"/>
          </a:p>
        </p:txBody>
      </p:sp>
      <p:sp>
        <p:nvSpPr>
          <p:cNvPr id="8" name="S07-card4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알고 좋다고 했나요?</a:t>
            </a:r>
            <a:endParaRPr lang="ko-KR" sz="3000" dirty="0"/>
          </a:p>
        </p:txBody>
      </p:sp>
      <p:sp>
        <p:nvSpPr>
          <p:cNvPr id="10" name="S07-card4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7-cardtext4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지키기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지킬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고쳐요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질문으로 살펴보고 고쳐요.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기회가 가게 고쳐요.</a:t>
            </a:r>
            <a:endParaRPr lang="ko-KR" sz="30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‘형이 태블릿을 먼저, 하고 싶은 만큼 써요.’</a:t>
            </a:r>
            <a:endParaRPr lang="ko-KR" sz="30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‘달리기가 가장 빠른 사람이 늘 술래를 정해요.’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규칙 회의</a:t>
            </a:r>
            <a:endParaRPr lang="ko-KR" sz="4000" dirty="0"/>
          </a:p>
        </p:txBody>
      </p:sp>
      <p:sp>
        <p:nvSpPr>
          <p:cNvPr id="3" name="S09-card5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모두의 생각을 들었어요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질문으로 살폈어요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규칙과 까닭을 말했어요</a:t>
            </a:r>
            <a:endParaRPr lang="ko-KR" sz="3000" dirty="0"/>
          </a:p>
        </p:txBody>
      </p:sp>
      <p:sp>
        <p:nvSpPr>
          <p:cNvPr id="5" name="S09-stepno57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58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정할 일을 하나 골라요.</a:t>
            </a:r>
            <a:endParaRPr lang="ko-KR" sz="3000" dirty="0"/>
          </a:p>
        </p:txBody>
      </p:sp>
      <p:sp>
        <p:nvSpPr>
          <p:cNvPr id="7" name="S09-stepno59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60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사람씩 생각을 말해요.</a:t>
            </a:r>
            <a:endParaRPr lang="ko-KR" sz="3000" dirty="0"/>
          </a:p>
        </p:txBody>
      </p:sp>
      <p:sp>
        <p:nvSpPr>
          <p:cNvPr id="9" name="S09-stepno61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62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규칙을 정해요.</a:t>
            </a:r>
            <a:endParaRPr lang="ko-KR" sz="3000" dirty="0"/>
          </a:p>
        </p:txBody>
      </p:sp>
      <p:sp>
        <p:nvSpPr>
          <p:cNvPr id="11" name="S09-stepno63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64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질문으로 살펴요.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놀이 규칙: ‘줄은 언제나 막내가 돌려요.’</a:t>
            </a:r>
            <a:endParaRPr lang="ko-KR" sz="3000" dirty="0"/>
          </a:p>
        </p:txBody>
      </p:sp>
      <p:sp>
        <p:nvSpPr>
          <p:cNvPr id="4" name="S10-chip6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6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불리한가요? 왜요?</a:t>
            </a:r>
            <a:endParaRPr lang="ko-KR" sz="3000" dirty="0"/>
          </a:p>
        </p:txBody>
      </p:sp>
      <p:sp>
        <p:nvSpPr>
          <p:cNvPr id="6" name="S10-chip6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6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공정하게 고쳐 보세요.</a:t>
            </a:r>
            <a:endParaRPr lang="ko-KR" sz="3000" dirty="0"/>
          </a:p>
        </p:txBody>
      </p:sp>
      <p:sp>
        <p:nvSpPr>
          <p:cNvPr id="8" name="S10-chip7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7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규칙을 네 질문으로 살펴요.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규칙이 공정할까요?</a:t>
            </a:r>
            <a:endParaRPr lang="ko-KR" sz="4000" dirty="0"/>
          </a:p>
        </p:txBody>
      </p:sp>
      <p:sp>
        <p:nvSpPr>
          <p:cNvPr id="3" name="S12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텔레비전을 볼 때의 규칙이에요.</a:t>
            </a:r>
            <a:endParaRPr lang="ko-KR" sz="3000" dirty="0"/>
          </a:p>
        </p:txBody>
      </p:sp>
      <p:sp>
        <p:nvSpPr>
          <p:cNvPr id="4" name="S12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규칙을 고르고, 점검 질문으로 까닭을 말해요.</a:t>
            </a:r>
            <a:endParaRPr lang="ko-KR" sz="3000" dirty="0"/>
          </a:p>
        </p:txBody>
      </p:sp>
      <p:sp>
        <p:nvSpPr>
          <p:cNvPr id="6" name="S12-chip7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7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리모컨을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잡은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정해요.</a:t>
            </a:r>
            <a:endParaRPr lang="ko-KR" sz="3000" dirty="0"/>
          </a:p>
        </p:txBody>
      </p:sp>
      <p:sp>
        <p:nvSpPr>
          <p:cNvPr id="9" name="S12-chip7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7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요일마다 정하는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바꿔요.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좋다고 했어요.</a:t>
            </a:r>
            <a:endParaRPr lang="ko-KR" sz="3000" dirty="0"/>
          </a:p>
        </p:txBody>
      </p:sp>
      <p:sp>
        <p:nvSpPr>
          <p:cNvPr id="12" name="S12-chip8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8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형이 좋아하는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것만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입장에서 살피고 함께 정한 뒤, “모두에게 공정한가?” 물어요.</a:t>
            </a:r>
            <a:endParaRPr lang="ko-KR" sz="3000" dirty="0"/>
          </a:p>
        </p:txBody>
      </p:sp>
      <p:sp>
        <p:nvSpPr>
          <p:cNvPr id="5" name="S13-chip8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모두의 생각 듣기</a:t>
            </a:r>
            <a:endParaRPr lang="ko-KR" sz="2400" dirty="0"/>
          </a:p>
        </p:txBody>
      </p:sp>
      <p:sp>
        <p:nvSpPr>
          <p:cNvPr id="6" name="S13-chip8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사람 마음대로 정하기</a:t>
            </a:r>
            <a:endParaRPr lang="ko-KR" sz="2400" dirty="0"/>
          </a:p>
        </p:txBody>
      </p:sp>
      <p:sp>
        <p:nvSpPr>
          <p:cNvPr id="7" name="S13-text8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공정한 규칙을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차례</a:t>
            </a:r>
            <a:endParaRPr lang="ko-KR" sz="2400" dirty="0"/>
          </a:p>
        </p:txBody>
      </p:sp>
      <p:sp>
        <p:nvSpPr>
          <p:cNvPr id="9" name="S13-text9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점검 질문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400" dirty="0"/>
          </a:p>
        </p:txBody>
      </p:sp>
      <p:sp>
        <p:nvSpPr>
          <p:cNvPr id="10" name="S13-text9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 집 규칙,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지켰나요?</a:t>
            </a:r>
            <a:endParaRPr lang="ko-KR" sz="2400" dirty="0"/>
          </a:p>
        </p:txBody>
      </p:sp>
      <p:sp>
        <p:nvSpPr>
          <p:cNvPr id="11" name="S13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작은 생명 돌보기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공정하게 쓰기</a:t>
            </a:r>
            <a:endParaRPr lang="ko-KR" sz="4000" dirty="0"/>
          </a:p>
        </p:txBody>
      </p:sp>
      <p:sp>
        <p:nvSpPr>
          <p:cNvPr id="3" name="S1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고르게 기회가 가는 것이 공정이에요.</a:t>
            </a:r>
            <a:endParaRPr lang="ko-KR" sz="3000" dirty="0"/>
          </a:p>
        </p:txBody>
      </p:sp>
      <p:sp>
        <p:nvSpPr>
          <p:cNvPr id="4" name="S14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그네처럼 나눌 수 없으면 차례를 정해요.</a:t>
            </a:r>
            <a:endParaRPr lang="ko-KR" sz="3000" dirty="0"/>
          </a:p>
        </p:txBody>
      </p:sp>
      <p:sp>
        <p:nvSpPr>
          <p:cNvPr id="6" name="S14-card9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정하기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정해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써요</a:t>
            </a:r>
            <a:endParaRPr lang="ko-KR" sz="3000" dirty="0"/>
          </a:p>
        </p:txBody>
      </p:sp>
      <p:sp>
        <p:nvSpPr>
          <p:cNvPr id="8" name="S14-card9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9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쓰기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반씩 나누어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써요</a:t>
            </a:r>
            <a:endParaRPr lang="ko-KR" sz="3000" dirty="0"/>
          </a:p>
        </p:txBody>
      </p:sp>
      <p:sp>
        <p:nvSpPr>
          <p:cNvPr id="10" name="S14-card10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4-cardtext10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정리하기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좋게 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도덕·윤리 함께 지킬 규칙</dc:title>
  <dc:subject>KR22-G03-ETH-FAIRRULE-L01</dc:subject>
  <dc:creator>education-ppt</dc:creator>
  <cp:lastModifiedBy>education-ppt</cp:lastModifiedBy>
  <cp:revision>1</cp:revision>
  <dcterms:created xsi:type="dcterms:W3CDTF">2026-10-26T13:43:10Z</dcterms:created>
  <dcterms:modified xsi:type="dcterms:W3CDTF">2026-10-26T13:43:10Z</dcterms:modified>
</cp:coreProperties>
</file>