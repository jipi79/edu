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56f0f39-e4b6-4d23-8d61-6c580bd424ae}">
          <p14:sldIdLst>
            <p14:sldId id="256"/>
            <p14:sldId id="257"/>
          </p14:sldIdLst>
        </p14:section>
        <p14:section name="개념" id="{3ec6fcd2-197e-ec89-b88d-e454640dccc4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14e667b0-470b-3363-28e2-a45bab740f57}">
          <p14:sldIdLst>
            <p14:sldId id="264"/>
            <p14:sldId id="265"/>
            <p14:sldId id="266"/>
          </p14:sldIdLst>
        </p14:section>
        <p14:section name="확인" id="{1edaa37d-0db0-b222-45ee-3412f64535e3}">
          <p14:sldIdLst>
            <p14:sldId id="267"/>
          </p14:sldIdLst>
        </p14:section>
        <p14:section name="정리" id="{4ab81601-dd09-9af8-da19-400e5cb2f531}">
          <p14:sldIdLst>
            <p14:sldId id="268"/>
          </p14:sldIdLst>
        </p14:section>
        <p14:section name="보충" id="{7e630b99-8d15-737a-f62c-633bb52d82b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생물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식물의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식물의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식물의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식물의 한살이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한 알은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자랄까?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강낭콩의 한살이를 차례대로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강낭콩을 심고 관찰 기록표를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한살이를 차례대로 말해요.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‘한살이’는 무엇일까요?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어른벌레가 알을 낳으면 어떻게 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씨 관찰하기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씨는 입에 넣지 말고, 만진 뒤 손을 씻어요.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길이를 cm로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그대로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씨를 여러 개 견주어 봐요</a:t>
            </a:r>
            <a:endParaRPr lang="ko-KR" sz="3000" dirty="0"/>
          </a:p>
        </p:txBody>
      </p:sp>
      <p:sp>
        <p:nvSpPr>
          <p:cNvPr id="7" name="S03-stepno13"/>
          <p:cNvSpPr txBox="1"/>
          <p:nvPr/>
        </p:nvSpPr>
        <p:spPr>
          <a:xfrm>
            <a:off x="548640" y="2090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14"/>
          <p:cNvSpPr txBox="1"/>
          <p:nvPr/>
        </p:nvSpPr>
        <p:spPr>
          <a:xfrm>
            <a:off x="1325880" y="204520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0 눈금에 씨 끝을 맞춰 길이를 재요.</a:t>
            </a:r>
            <a:endParaRPr lang="ko-KR" sz="3000" dirty="0"/>
          </a:p>
        </p:txBody>
      </p:sp>
      <p:sp>
        <p:nvSpPr>
          <p:cNvPr id="9" name="S03-stepno15"/>
          <p:cNvSpPr txBox="1"/>
          <p:nvPr/>
        </p:nvSpPr>
        <p:spPr>
          <a:xfrm>
            <a:off x="548640" y="31394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16"/>
          <p:cNvSpPr txBox="1"/>
          <p:nvPr/>
        </p:nvSpPr>
        <p:spPr>
          <a:xfrm>
            <a:off x="1325880" y="31394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색깔과 모양을 봐요.</a:t>
            </a:r>
            <a:endParaRPr lang="ko-KR" sz="3000" dirty="0"/>
          </a:p>
        </p:txBody>
      </p:sp>
      <p:sp>
        <p:nvSpPr>
          <p:cNvPr id="11" name="S03-stepno17"/>
          <p:cNvSpPr txBox="1"/>
          <p:nvPr/>
        </p:nvSpPr>
        <p:spPr>
          <a:xfrm>
            <a:off x="548640" y="38526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18"/>
          <p:cNvSpPr txBox="1"/>
          <p:nvPr/>
        </p:nvSpPr>
        <p:spPr>
          <a:xfrm>
            <a:off x="1325880" y="38526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오목하게 들어간 곳을 찾아요.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심으면 어떻게 될까?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강낭콩을 심기 전에 예상해요.</a:t>
            </a:r>
            <a:endParaRPr lang="ko-KR" sz="30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 결과는 기르면서 확인해요.</a:t>
            </a:r>
            <a:endParaRPr lang="ko-KR" sz="3000" dirty="0"/>
          </a:p>
        </p:txBody>
      </p:sp>
      <p:graphicFrame>
        <p:nvGraphicFramePr>
          <p:cNvPr id="5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236208"/>
                <a:gridCol w="382219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뿌리와 잎 중 무엇이 먼저 나올까?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싹이 트는 데 며칠 걸릴까?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자라면 무엇이 생길까?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심기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흙을 만진 뒤 손을 씻고, 페트병을 잘라 화분을 만들 때는 어른이 잘라요.</a:t>
            </a:r>
            <a:endParaRPr lang="ko-KR" sz="3000" dirty="0"/>
          </a:p>
        </p:txBody>
      </p:sp>
      <p:sp>
        <p:nvSpPr>
          <p:cNvPr id="5" name="S05-card25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6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기를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씨를 너무 깊이 묻지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심은 날짜를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일주일에 한두 번 키를 재요</a:t>
            </a:r>
            <a:endParaRPr lang="ko-KR" sz="3000" dirty="0"/>
          </a:p>
        </p:txBody>
      </p:sp>
      <p:sp>
        <p:nvSpPr>
          <p:cNvPr id="7" name="S05-stepno27"/>
          <p:cNvSpPr txBox="1"/>
          <p:nvPr/>
        </p:nvSpPr>
        <p:spPr>
          <a:xfrm>
            <a:off x="548640" y="15346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8"/>
          <p:cNvSpPr txBox="1"/>
          <p:nvPr/>
        </p:nvSpPr>
        <p:spPr>
          <a:xfrm>
            <a:off x="1325880" y="148894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흙을 담고 손가락 한 마디 깊이에 씨를 2~3개 심어요.</a:t>
            </a:r>
            <a:endParaRPr lang="ko-KR" sz="2400" dirty="0"/>
          </a:p>
        </p:txBody>
      </p:sp>
      <p:sp>
        <p:nvSpPr>
          <p:cNvPr id="9" name="S05-stepno29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0"/>
          <p:cNvSpPr txBox="1"/>
          <p:nvPr/>
        </p:nvSpPr>
        <p:spPr>
          <a:xfrm>
            <a:off x="1325880" y="2397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흙을 덮고 물을 흠뻑 줘요.</a:t>
            </a:r>
            <a:endParaRPr lang="ko-KR" sz="2400" dirty="0"/>
          </a:p>
        </p:txBody>
      </p:sp>
      <p:sp>
        <p:nvSpPr>
          <p:cNvPr id="11" name="S05-stepno31"/>
          <p:cNvSpPr txBox="1"/>
          <p:nvPr/>
        </p:nvSpPr>
        <p:spPr>
          <a:xfrm>
            <a:off x="548640" y="3156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2"/>
          <p:cNvSpPr txBox="1"/>
          <p:nvPr/>
        </p:nvSpPr>
        <p:spPr>
          <a:xfrm>
            <a:off x="1325880" y="3110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햇빛이 드는 곳에 두고, 흙이 마르면 물을 줘요.</a:t>
            </a:r>
            <a:endParaRPr lang="ko-KR" sz="2400" dirty="0"/>
          </a:p>
        </p:txBody>
      </p:sp>
      <p:sp>
        <p:nvSpPr>
          <p:cNvPr id="13" name="S05-stepno3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4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심은 날짜를 관찰 기록표에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관찰 기록(예시)</a:t>
            </a:r>
            <a:endParaRPr lang="ko-KR" sz="4000" dirty="0"/>
          </a:p>
        </p:txBody>
      </p:sp>
      <p:sp>
        <p:nvSpPr>
          <p:cNvPr id="3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보면 강낭콩이 자라는 차례를 알 수 있어요.</a:t>
            </a:r>
            <a:endParaRPr lang="ko-KR" sz="3000" dirty="0"/>
          </a:p>
        </p:txBody>
      </p:sp>
      <p:graphicFrame>
        <p:nvGraphicFramePr>
          <p:cNvPr id="7" name="S06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37716"/>
          <a:ext cx="10972800" cy="914400"/>
        </p:xfrm>
        <a:graphic>
          <a:graphicData uri="http://schemas.openxmlformats.org/drawingml/2006/table">
            <a:tbl>
              <a:tblPr/>
              <a:tblGrid>
                <a:gridCol w="1865376"/>
                <a:gridCol w="2194560"/>
                <a:gridCol w="69128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달라진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떡잎 두 장이 흙 위로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떡잎 사이에서 본잎이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잎이 많아지고 떡잎이 시들었어요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꽃이 피었어요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꼬투리(열매)가 생겼어요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11주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재지 않음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꼬투리가 마르고 속의 씨가 여물었어요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한살이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차례대로 정리해요.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 속 씨를 심으면 한살이가 다시 시작돼요.</a:t>
            </a:r>
            <a:endParaRPr lang="ko-KR" sz="3000" dirty="0"/>
          </a:p>
        </p:txBody>
      </p:sp>
      <p:sp>
        <p:nvSpPr>
          <p:cNvPr id="6" name="S07-step41"/>
          <p:cNvSpPr txBox="1"/>
          <p:nvPr/>
        </p:nvSpPr>
        <p:spPr>
          <a:xfrm>
            <a:off x="548640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</a:t>
            </a:r>
            <a:endParaRPr lang="ko-KR" sz="2800" dirty="0"/>
          </a:p>
        </p:txBody>
      </p:sp>
      <p:sp>
        <p:nvSpPr>
          <p:cNvPr id="7" name="S07-line42"/>
          <p:cNvSpPr/>
          <p:nvPr/>
        </p:nvSpPr>
        <p:spPr>
          <a:xfrm>
            <a:off x="2492654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7-step43"/>
          <p:cNvSpPr txBox="1"/>
          <p:nvPr/>
        </p:nvSpPr>
        <p:spPr>
          <a:xfrm>
            <a:off x="2849270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싹 트기</a:t>
            </a:r>
            <a:endParaRPr lang="ko-KR" sz="2800" dirty="0"/>
          </a:p>
        </p:txBody>
      </p:sp>
      <p:sp>
        <p:nvSpPr>
          <p:cNvPr id="9" name="S07-line44"/>
          <p:cNvSpPr/>
          <p:nvPr/>
        </p:nvSpPr>
        <p:spPr>
          <a:xfrm>
            <a:off x="4793285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step45"/>
          <p:cNvSpPr txBox="1"/>
          <p:nvPr/>
        </p:nvSpPr>
        <p:spPr>
          <a:xfrm>
            <a:off x="5149901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잎과 줄기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자라기</a:t>
            </a:r>
            <a:endParaRPr lang="ko-KR" sz="2800" dirty="0"/>
          </a:p>
        </p:txBody>
      </p:sp>
      <p:sp>
        <p:nvSpPr>
          <p:cNvPr id="11" name="S07-line46"/>
          <p:cNvSpPr/>
          <p:nvPr/>
        </p:nvSpPr>
        <p:spPr>
          <a:xfrm>
            <a:off x="7093915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7-step47"/>
          <p:cNvSpPr txBox="1"/>
          <p:nvPr/>
        </p:nvSpPr>
        <p:spPr>
          <a:xfrm>
            <a:off x="7450531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피기</a:t>
            </a:r>
            <a:endParaRPr lang="ko-KR" sz="2800" dirty="0"/>
          </a:p>
        </p:txBody>
      </p:sp>
      <p:sp>
        <p:nvSpPr>
          <p:cNvPr id="13" name="S07-line48"/>
          <p:cNvSpPr/>
          <p:nvPr/>
        </p:nvSpPr>
        <p:spPr>
          <a:xfrm>
            <a:off x="9394546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7-step49"/>
          <p:cNvSpPr txBox="1"/>
          <p:nvPr/>
        </p:nvSpPr>
        <p:spPr>
          <a:xfrm>
            <a:off x="9751162" y="2651760"/>
            <a:ext cx="188915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 맺기</a:t>
            </a:r>
            <a:endParaRPr lang="ko-KR" sz="2800" dirty="0"/>
          </a:p>
        </p:txBody>
      </p:sp>
      <p:sp>
        <p:nvSpPr>
          <p:cNvPr id="15" name="S07-line50"/>
          <p:cNvSpPr/>
          <p:nvPr/>
        </p:nvSpPr>
        <p:spPr>
          <a:xfrm>
            <a:off x="10695737" y="402336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6" name="S07-line51"/>
          <p:cNvSpPr/>
          <p:nvPr/>
        </p:nvSpPr>
        <p:spPr>
          <a:xfrm flipH="1">
            <a:off x="1493215" y="4343400"/>
            <a:ext cx="920252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7" name="S07-line52"/>
          <p:cNvSpPr/>
          <p:nvPr/>
        </p:nvSpPr>
        <p:spPr>
          <a:xfrm flipV="1">
            <a:off x="1493215" y="404164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떡잎, 본잎, 꼬투리</a:t>
            </a:r>
            <a:endParaRPr lang="ko-KR" sz="4000" dirty="0"/>
          </a:p>
        </p:txBody>
      </p:sp>
      <p:sp>
        <p:nvSpPr>
          <p:cNvPr id="3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본잎이 자라면 떡잎은 점점 시들어요.</a:t>
            </a:r>
            <a:endParaRPr lang="ko-KR" sz="3000" dirty="0"/>
          </a:p>
        </p:txBody>
      </p:sp>
      <p:sp>
        <p:nvSpPr>
          <p:cNvPr id="5" name="S08-card55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6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 속에 들어 있던 첫 잎이에요. 두 장이 나와요.</a:t>
            </a:r>
            <a:endParaRPr lang="ko-KR" sz="3000" dirty="0"/>
          </a:p>
        </p:txBody>
      </p:sp>
      <p:sp>
        <p:nvSpPr>
          <p:cNvPr id="7" name="S08-card57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8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본잎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 다음에 나오는 잎이에요.</a:t>
            </a:r>
            <a:endParaRPr lang="ko-KR" sz="3000" dirty="0"/>
          </a:p>
        </p:txBody>
      </p:sp>
      <p:sp>
        <p:nvSpPr>
          <p:cNvPr id="9" name="S08-card59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0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꼬투리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열매예요. 속에 씨가 여러 개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단계일까요?</a:t>
            </a:r>
            <a:endParaRPr lang="ko-KR" sz="40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설명에 알맞은 단계를 말해요.</a:t>
            </a:r>
            <a:endParaRPr lang="ko-KR" sz="3000" dirty="0"/>
          </a:p>
        </p:txBody>
      </p:sp>
      <p:sp>
        <p:nvSpPr>
          <p:cNvPr id="4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 흐름을 떠올려요.</a:t>
            </a:r>
            <a:endParaRPr lang="ko-KR" sz="3000" dirty="0"/>
          </a:p>
        </p:txBody>
      </p:sp>
      <p:sp>
        <p:nvSpPr>
          <p:cNvPr id="6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위로 떡잎 두 장이 나왔어요.</a:t>
            </a:r>
            <a:endParaRPr lang="ko-KR" sz="3000" dirty="0"/>
          </a:p>
        </p:txBody>
      </p:sp>
      <p:sp>
        <p:nvSpPr>
          <p:cNvPr id="8" name="S09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줄기가 길어지고 잎이 많아졌어요.</a:t>
            </a:r>
            <a:endParaRPr lang="ko-KR" sz="3000" dirty="0"/>
          </a:p>
        </p:txBody>
      </p:sp>
      <p:sp>
        <p:nvSpPr>
          <p:cNvPr id="10" name="S09-chip6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진 자리에 꼬투리가 생겼어요.</a:t>
            </a:r>
            <a:endParaRPr lang="ko-KR" sz="3000" dirty="0"/>
          </a:p>
        </p:txBody>
      </p:sp>
      <p:sp>
        <p:nvSpPr>
          <p:cNvPr id="12" name="S09-chip7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7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마른 꼬투리에서 꺼낸 씨를 심어요.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읽어요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자랐는지 뺄셈으로 구해요.</a:t>
            </a:r>
            <a:endParaRPr lang="ko-KR" sz="3000" dirty="0"/>
          </a:p>
        </p:txBody>
      </p:sp>
      <p:sp>
        <p:nvSpPr>
          <p:cNvPr id="4" name="S10-card73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기록(예시)</a:t>
            </a:r>
            <a:endParaRPr lang="ko-KR" sz="3000" dirty="0"/>
          </a:p>
        </p:txBody>
      </p:sp>
      <p:graphicFrame>
        <p:nvGraphicFramePr>
          <p:cNvPr id="11" name="S10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32639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 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chip7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0-text7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 뒤부터 2주 뒤까지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자란 키는?</a:t>
            </a:r>
            <a:endParaRPr lang="ko-KR" sz="3000" dirty="0"/>
          </a:p>
        </p:txBody>
      </p:sp>
      <p:sp>
        <p:nvSpPr>
          <p:cNvPr id="9" name="S10-chip7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0-text7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뒤부터 3주 뒤까지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자란 키는?</a:t>
            </a:r>
            <a:endParaRPr lang="ko-KR" sz="3000" dirty="0"/>
          </a:p>
        </p:txBody>
      </p:sp>
      <p:sp>
        <p:nvSpPr>
          <p:cNvPr id="11" name="S10-chip8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0-text8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뒤의 키는 1주 뒤보다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더 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키는 어디부터 잴까요?</a:t>
            </a:r>
            <a:endParaRPr lang="ko-KR" sz="4000" dirty="0"/>
          </a:p>
        </p:txBody>
      </p:sp>
      <p:sp>
        <p:nvSpPr>
          <p:cNvPr id="3" name="S11-card8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강낭콩의 키를 쟀어요.</a:t>
            </a:r>
            <a:endParaRPr lang="ko-KR" sz="3000" dirty="0"/>
          </a:p>
        </p:txBody>
      </p:sp>
      <p:sp>
        <p:nvSpPr>
          <p:cNvPr id="5" name="S11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강낭콩의 키를 바르게 쟀을까요? 왜 그럴까요?</a:t>
            </a:r>
            <a:endParaRPr lang="ko-KR" sz="3000" dirty="0"/>
          </a:p>
        </p:txBody>
      </p:sp>
      <p:sp>
        <p:nvSpPr>
          <p:cNvPr id="7" name="S11-chip8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1-text8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 바닥부터 줄기 끝까지 쟀어요.</a:t>
            </a:r>
            <a:endParaRPr lang="ko-KR" sz="3000" dirty="0"/>
          </a:p>
        </p:txBody>
      </p:sp>
      <p:sp>
        <p:nvSpPr>
          <p:cNvPr id="9" name="S11-chip8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1-text8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표면부터 줄기 끝까지 쟀어요.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 · 꽃 피기 · 싹 트기 · 열매 맺기 · 잎과 줄기 자라기</a:t>
            </a:r>
            <a:endParaRPr lang="ko-KR" sz="3000" dirty="0"/>
          </a:p>
        </p:txBody>
      </p:sp>
      <p:sp>
        <p:nvSpPr>
          <p:cNvPr id="4" name="S12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000" dirty="0"/>
          </a:p>
        </p:txBody>
      </p:sp>
      <p:sp>
        <p:nvSpPr>
          <p:cNvPr id="6" name="S12-chip9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9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한살이를 차례대로 말해요.</a:t>
            </a:r>
            <a:endParaRPr lang="ko-KR" sz="3000" dirty="0"/>
          </a:p>
        </p:txBody>
      </p:sp>
      <p:sp>
        <p:nvSpPr>
          <p:cNvPr id="8" name="S12-chip9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9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꼬투리 속 씨를 심으면 어떻게 될까요?</a:t>
            </a:r>
            <a:endParaRPr lang="ko-KR" sz="3000" dirty="0"/>
          </a:p>
        </p:txBody>
      </p:sp>
      <p:sp>
        <p:nvSpPr>
          <p:cNvPr id="10" name="S12-chip9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9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뒤 7 cm, 3주 뒤 12 cm였어요. 1주 동안 몇 cm 자랐나요?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9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0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강낭콩은 씨 → 싹 트기 → 잎과 줄기 자라기 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피기 → 열매 맺기로 자라요.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 속 씨를 심으면 한살이가 다시 시작돼요.</a:t>
            </a:r>
            <a:endParaRPr lang="ko-KR" sz="3000" dirty="0"/>
          </a:p>
        </p:txBody>
      </p:sp>
      <p:sp>
        <p:nvSpPr>
          <p:cNvPr id="5" name="S14-chip101"/>
          <p:cNvSpPr txBox="1"/>
          <p:nvPr/>
        </p:nvSpPr>
        <p:spPr>
          <a:xfrm>
            <a:off x="548640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날짜와 키(cm)를 꼭 쓰기</a:t>
            </a:r>
            <a:endParaRPr lang="ko-KR" sz="2400" dirty="0"/>
          </a:p>
        </p:txBody>
      </p:sp>
      <p:sp>
        <p:nvSpPr>
          <p:cNvPr id="6" name="S14-chip102"/>
          <p:cNvSpPr txBox="1"/>
          <p:nvPr/>
        </p:nvSpPr>
        <p:spPr>
          <a:xfrm>
            <a:off x="6208776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화분 바닥부터 키 재기</a:t>
            </a:r>
            <a:endParaRPr lang="ko-KR" sz="2400" dirty="0"/>
          </a:p>
        </p:txBody>
      </p:sp>
      <p:sp>
        <p:nvSpPr>
          <p:cNvPr id="7" name="S14-text103"/>
          <p:cNvSpPr txBox="1"/>
          <p:nvPr/>
        </p:nvSpPr>
        <p:spPr>
          <a:xfrm>
            <a:off x="548640" y="41010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04"/>
          <p:cNvSpPr txBox="1"/>
          <p:nvPr/>
        </p:nvSpPr>
        <p:spPr>
          <a:xfrm>
            <a:off x="548640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강낭콩 한살이의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차례는?</a:t>
            </a:r>
            <a:endParaRPr lang="ko-KR" sz="2400" dirty="0"/>
          </a:p>
        </p:txBody>
      </p:sp>
      <p:sp>
        <p:nvSpPr>
          <p:cNvPr id="9" name="S14-text105"/>
          <p:cNvSpPr txBox="1"/>
          <p:nvPr/>
        </p:nvSpPr>
        <p:spPr>
          <a:xfrm>
            <a:off x="4322064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씨 속에 들어 있던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잎의 이름은?</a:t>
            </a:r>
            <a:endParaRPr lang="ko-KR" sz="2400" dirty="0"/>
          </a:p>
        </p:txBody>
      </p:sp>
      <p:sp>
        <p:nvSpPr>
          <p:cNvPr id="10" name="S14-text106"/>
          <p:cNvSpPr txBox="1"/>
          <p:nvPr/>
        </p:nvSpPr>
        <p:spPr>
          <a:xfrm>
            <a:off x="8095488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키는 어디부터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잴까요?</a:t>
            </a:r>
            <a:endParaRPr lang="ko-KR" sz="2400" dirty="0"/>
          </a:p>
        </p:txBody>
      </p:sp>
      <p:sp>
        <p:nvSpPr>
          <p:cNvPr id="11" name="S14-text1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물체와 물질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한살이 차례 놓기</a:t>
            </a:r>
            <a:endParaRPr lang="ko-KR" sz="4000" dirty="0"/>
          </a:p>
        </p:txBody>
      </p:sp>
      <p:sp>
        <p:nvSpPr>
          <p:cNvPr id="3" name="S15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쪽지로 배추흰나비의 한살이를 놓아요.</a:t>
            </a:r>
            <a:endParaRPr lang="ko-KR" sz="3000" dirty="0"/>
          </a:p>
        </p:txBody>
      </p:sp>
      <p:sp>
        <p:nvSpPr>
          <p:cNvPr id="4" name="S15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한살이는 끝에서 다시 처음으로 이어져요.</a:t>
            </a:r>
            <a:endParaRPr lang="ko-KR" sz="3000" dirty="0"/>
          </a:p>
        </p:txBody>
      </p:sp>
      <p:sp>
        <p:nvSpPr>
          <p:cNvPr id="6" name="S15-stepno11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5-text112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 네 장에 알, 애벌레, 번데기, 어른벌레를 써요.</a:t>
            </a:r>
            <a:endParaRPr lang="ko-KR" sz="3000" dirty="0"/>
          </a:p>
        </p:txBody>
      </p:sp>
      <p:sp>
        <p:nvSpPr>
          <p:cNvPr id="8" name="S15-stepno11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5-text114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뒤 차례대로 놓아요.</a:t>
            </a:r>
            <a:endParaRPr lang="ko-KR" sz="3000" dirty="0"/>
          </a:p>
        </p:txBody>
      </p:sp>
      <p:sp>
        <p:nvSpPr>
          <p:cNvPr id="10" name="S15-stepno11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5-text116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 쪽지에서 알 쪽지로 화살표를 그려요.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식물의 한살이</dc:title>
  <dc:subject>KR22-G03-SCI-PLANTLIFE-L01</dc:subject>
  <dc:creator>education-ppt</dc:creator>
  <cp:lastModifiedBy>education-ppt</cp:lastModifiedBy>
  <cp:revision>1</cp:revision>
  <dcterms:created xsi:type="dcterms:W3CDTF">2026-10-26T09:46:31Z</dcterms:created>
  <dcterms:modified xsi:type="dcterms:W3CDTF">2026-10-26T09:46:31Z</dcterms:modified>
</cp:coreProperties>
</file>