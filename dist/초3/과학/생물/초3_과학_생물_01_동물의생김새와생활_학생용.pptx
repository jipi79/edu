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bc7d321-eb95-ac82-2de5-6ae00ce03232}">
          <p14:sldIdLst>
            <p14:sldId id="256"/>
            <p14:sldId id="257"/>
          </p14:sldIdLst>
        </p14:section>
        <p14:section name="개념" id="{d6d8b839-aff8-eace-5561-69a4373f0a66}">
          <p14:sldIdLst>
            <p14:sldId id="258"/>
            <p14:sldId id="259"/>
            <p14:sldId id="260"/>
            <p14:sldId id="261"/>
            <p14:sldId id="262"/>
            <p14:sldId id="264"/>
          </p14:sldIdLst>
        </p14:section>
        <p14:section name="연습" id="{2901496e-6b84-bfad-37e6-29fa05f37631}">
          <p14:sldIdLst>
            <p14:sldId id="263"/>
            <p14:sldId id="265"/>
            <p14:sldId id="266"/>
          </p14:sldIdLst>
        </p14:section>
        <p14:section name="개념" id="{322b0fd3-5934-0a16-7924-29c14d193d7c}">
          <p14:sldIdLst/>
        </p14:section>
        <p14:section name="연습" id="{9b3c403a-ef9b-883f-4fd2-fc60acc701b9}">
          <p14:sldIdLst/>
        </p14:section>
        <p14:section name="확인" id="{452e2d6f-fc8e-44b5-699e-ecc34b7f54bb}">
          <p14:sldIdLst>
            <p14:sldId id="267"/>
          </p14:sldIdLst>
        </p14:section>
        <p14:section name="정리" id="{c3410cc0-68b9-9469-0d8e-bf10a1a6fcf9}">
          <p14:sldIdLst>
            <p14:sldId id="268"/>
          </p14:sldIdLst>
        </p14:section>
        <p14:section name="보충" id="{9bfb7dcc-cd18-e6b5-4165-3467831538a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생물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생김새와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생김새와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동물의 생김새와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생김새와 생활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동물을 어떻게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생김새를 기준으로 동물을 두 무리로 나눌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사는 곳에 따라 동물을 나누고 생김새와 이어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나누기 전에 확인해요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공, 동전, 책, 주사위를 ‘둥근가요?’로 두 무리로 나누어요.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집이나 밖에서 본 동물 세 가지를 말해요.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고양이의 다리는 몇 개인가요?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전에 예상해요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동물을 하나 골라요.</a:t>
            </a:r>
            <a:endParaRPr lang="ko-KR" sz="30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개미, 금붕어, 우리 집 동물 중 하나를 골라요.</a:t>
            </a:r>
            <a:endParaRPr lang="ko-KR" sz="3000" dirty="0"/>
          </a:p>
        </p:txBody>
      </p:sp>
      <p:graphicFrame>
        <p:nvGraphicFramePr>
          <p:cNvPr id="4" name="S03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6236208"/>
                <a:gridCol w="382219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관찰할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다리는 몇 개일까?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날개·더듬이·지느러미가 있을까?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움직일까?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어디에서 살까?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관찰하기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동물을 손으로 잡거나 괴롭히지 않고, 관찰한 뒤 손을 씻어요.</a:t>
            </a:r>
            <a:endParaRPr lang="ko-KR" sz="3000" dirty="0"/>
          </a:p>
        </p:txBody>
      </p:sp>
      <p:sp>
        <p:nvSpPr>
          <p:cNvPr id="5" name="S04-card15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6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수를 세어서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것만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견주어요</a:t>
            </a:r>
            <a:endParaRPr lang="ko-KR" sz="3000" dirty="0"/>
          </a:p>
        </p:txBody>
      </p:sp>
      <p:sp>
        <p:nvSpPr>
          <p:cNvPr id="7" name="S04-stepno17"/>
          <p:cNvSpPr txBox="1"/>
          <p:nvPr/>
        </p:nvSpPr>
        <p:spPr>
          <a:xfrm>
            <a:off x="548640" y="149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8"/>
          <p:cNvSpPr txBox="1"/>
          <p:nvPr/>
        </p:nvSpPr>
        <p:spPr>
          <a:xfrm>
            <a:off x="1325880" y="1493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다리를 세어 봐요.</a:t>
            </a:r>
            <a:endParaRPr lang="ko-KR" sz="3000" dirty="0"/>
          </a:p>
        </p:txBody>
      </p:sp>
      <p:sp>
        <p:nvSpPr>
          <p:cNvPr id="9" name="S04-stepno19"/>
          <p:cNvSpPr txBox="1"/>
          <p:nvPr/>
        </p:nvSpPr>
        <p:spPr>
          <a:xfrm>
            <a:off x="548640" y="22524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0"/>
          <p:cNvSpPr txBox="1"/>
          <p:nvPr/>
        </p:nvSpPr>
        <p:spPr>
          <a:xfrm>
            <a:off x="1325880" y="220675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날개·더듬이·지느러미를 찾아요.</a:t>
            </a:r>
            <a:endParaRPr lang="ko-KR" sz="3000" dirty="0"/>
          </a:p>
        </p:txBody>
      </p:sp>
      <p:sp>
        <p:nvSpPr>
          <p:cNvPr id="11" name="S04-stepno21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2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움직이는지 봐요.</a:t>
            </a:r>
            <a:endParaRPr lang="ko-KR" sz="3000" dirty="0"/>
          </a:p>
        </p:txBody>
      </p:sp>
      <p:sp>
        <p:nvSpPr>
          <p:cNvPr id="13" name="S04-stepno23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24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활동지 표에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동물의 생김새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동물마다 다리 수, 날개, 지느러미 같은 생김새가 달라요.</a:t>
            </a:r>
            <a:endParaRPr lang="ko-KR" sz="30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537716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10512"/>
                <a:gridCol w="2011680"/>
                <a:gridCol w="42245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밖에 눈에 띄는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부리, 깃털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털, 수염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몸이 두 부분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달팽이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더듬이, 껍데기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금붕어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지느러미, 비늘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분류 기준은?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두 무리로 나누려고 질문을 만들었어요.</a:t>
            </a:r>
            <a:endParaRPr lang="ko-KR" sz="3000" dirty="0"/>
          </a:p>
        </p:txBody>
      </p:sp>
      <p:sp>
        <p:nvSpPr>
          <p:cNvPr id="5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기준은 누가 해도 같은 결과가 나와야 해요.</a:t>
            </a:r>
            <a:endParaRPr lang="ko-KR" sz="3000" dirty="0"/>
          </a:p>
        </p:txBody>
      </p:sp>
      <p:sp>
        <p:nvSpPr>
          <p:cNvPr id="7" name="S06-chip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다리가 있나요?</a:t>
            </a:r>
            <a:endParaRPr lang="ko-KR" sz="2400" dirty="0"/>
          </a:p>
        </p:txBody>
      </p:sp>
      <p:sp>
        <p:nvSpPr>
          <p:cNvPr id="8" name="S06-text3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결과가 같아요.</a:t>
            </a:r>
            <a:endParaRPr lang="ko-KR" sz="3000" dirty="0"/>
          </a:p>
        </p:txBody>
      </p:sp>
      <p:sp>
        <p:nvSpPr>
          <p:cNvPr id="9" name="S06-chip3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귀여운가요?</a:t>
            </a:r>
            <a:endParaRPr lang="ko-KR" sz="2400" dirty="0"/>
          </a:p>
        </p:txBody>
      </p:sp>
      <p:sp>
        <p:nvSpPr>
          <p:cNvPr id="10" name="S06-text3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생각이 달라 결과가 달라요.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‘날개가 있나요?’로 나누기</a:t>
            </a:r>
            <a:endParaRPr lang="ko-KR" sz="4000" dirty="0"/>
          </a:p>
        </p:txBody>
      </p:sp>
      <p:sp>
        <p:nvSpPr>
          <p:cNvPr id="3" name="S07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본 여섯 동물을 두 무리로 나누었어요.</a:t>
            </a:r>
            <a:endParaRPr lang="ko-KR" sz="3000" dirty="0"/>
          </a:p>
        </p:txBody>
      </p:sp>
      <p:sp>
        <p:nvSpPr>
          <p:cNvPr id="4" name="S07-card3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기준은 ‘그렇다, 그렇지 않다’로 답할 수 있는 질문으로 만들어요.</a:t>
            </a:r>
            <a:endParaRPr lang="ko-KR" sz="30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606802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그렇지 않다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97739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참새, 나비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고양이, 거미,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달팽이, 금붕어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‘다리가 있나요?’로 나누기</a:t>
            </a:r>
            <a:endParaRPr lang="ko-KR" sz="4000" dirty="0"/>
          </a:p>
        </p:txBody>
      </p:sp>
      <p:sp>
        <p:nvSpPr>
          <p:cNvPr id="3" name="S08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· 지렁이 · 참새 · 뱀 · 고양이 · 붕어</a:t>
            </a:r>
            <a:endParaRPr lang="ko-KR" sz="3000" dirty="0"/>
          </a:p>
        </p:txBody>
      </p:sp>
      <p:sp>
        <p:nvSpPr>
          <p:cNvPr id="4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쪽지에 이름을 써서 두 무리로 놓아 봐요.</a:t>
            </a:r>
            <a:endParaRPr lang="ko-KR" sz="3000" dirty="0"/>
          </a:p>
        </p:txBody>
      </p:sp>
      <p:graphicFrame>
        <p:nvGraphicFramePr>
          <p:cNvPr id="9" name="S08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739390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그렇지 않다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곳에 따라 나누기</a:t>
            </a:r>
            <a:endParaRPr lang="ko-KR" sz="4000" dirty="0"/>
          </a:p>
        </p:txBody>
      </p:sp>
      <p:sp>
        <p:nvSpPr>
          <p:cNvPr id="3" name="S09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사는 곳에 알맞은 생김새로 움직여요.</a:t>
            </a:r>
            <a:endParaRPr lang="ko-KR" sz="3000" dirty="0"/>
          </a:p>
        </p:txBody>
      </p:sp>
      <p:graphicFrame>
        <p:nvGraphicFramePr>
          <p:cNvPr id="10" name="S09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019300"/>
          <a:ext cx="1051560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3785616"/>
                <a:gridCol w="44165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움직이는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 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고양이, 토끼, 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걷거나 기어 다녀요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지렁이, 두더지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땅을 파거나 기어요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붕어, 고등어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지느러미로 헤엄쳐요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날아다녀요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참새, 나비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날개로 날아요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살까요?</a:t>
            </a:r>
            <a:endParaRPr lang="ko-KR" sz="4000" dirty="0"/>
          </a:p>
        </p:txBody>
      </p:sp>
      <p:sp>
        <p:nvSpPr>
          <p:cNvPr id="3" name="S10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곳과 움직이는 방법을 말해요.</a:t>
            </a:r>
            <a:endParaRPr lang="ko-KR" sz="3000" dirty="0"/>
          </a:p>
        </p:txBody>
      </p:sp>
      <p:sp>
        <p:nvSpPr>
          <p:cNvPr id="4" name="S10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생김새를 떠올리면 사는 곳이 보여요.</a:t>
            </a:r>
            <a:endParaRPr lang="ko-KR" sz="3000" dirty="0"/>
          </a:p>
        </p:txBody>
      </p:sp>
      <p:sp>
        <p:nvSpPr>
          <p:cNvPr id="6" name="S10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두더지</a:t>
            </a:r>
            <a:endParaRPr lang="ko-KR" sz="3000" dirty="0"/>
          </a:p>
        </p:txBody>
      </p:sp>
      <p:sp>
        <p:nvSpPr>
          <p:cNvPr id="8" name="S10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고등어</a:t>
            </a:r>
            <a:endParaRPr lang="ko-KR" sz="3000" dirty="0"/>
          </a:p>
        </p:txBody>
      </p:sp>
      <p:sp>
        <p:nvSpPr>
          <p:cNvPr id="10" name="S10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까치</a:t>
            </a:r>
            <a:endParaRPr lang="ko-KR" sz="3000" dirty="0"/>
          </a:p>
        </p:txBody>
      </p:sp>
      <p:sp>
        <p:nvSpPr>
          <p:cNvPr id="12" name="S10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 없으면 못 움직일까?</a:t>
            </a:r>
            <a:endParaRPr lang="ko-KR" sz="4000" dirty="0"/>
          </a:p>
        </p:txBody>
      </p:sp>
      <p:sp>
        <p:nvSpPr>
          <p:cNvPr id="3" name="S11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‘다리가 없는 동물은 움직일 수 없어.’라고 했어요.</a:t>
            </a:r>
            <a:endParaRPr lang="ko-KR" sz="3000" dirty="0"/>
          </a:p>
        </p:txBody>
      </p:sp>
      <p:sp>
        <p:nvSpPr>
          <p:cNvPr id="5" name="S11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그럴까요?</a:t>
            </a:r>
            <a:endParaRPr lang="ko-KR" sz="3000" dirty="0"/>
          </a:p>
        </p:txBody>
      </p:sp>
      <p:sp>
        <p:nvSpPr>
          <p:cNvPr id="7" name="S11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</a:t>
            </a:r>
            <a:endParaRPr lang="ko-KR" sz="2400" dirty="0"/>
          </a:p>
        </p:txBody>
      </p:sp>
      <p:sp>
        <p:nvSpPr>
          <p:cNvPr id="8" name="S11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구불구불 움직여 기어가요.</a:t>
            </a:r>
            <a:endParaRPr lang="ko-KR" sz="3000" dirty="0"/>
          </a:p>
        </p:txBody>
      </p:sp>
      <p:sp>
        <p:nvSpPr>
          <p:cNvPr id="9" name="S11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금붕어</a:t>
            </a:r>
            <a:endParaRPr lang="ko-KR" sz="2400" dirty="0"/>
          </a:p>
        </p:txBody>
      </p:sp>
      <p:sp>
        <p:nvSpPr>
          <p:cNvPr id="10" name="S11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지느러미를 움직여 헤엄쳐요.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 · 붕어 · 참새 · 지렁이 · 나비 · 고등어</a:t>
            </a:r>
            <a:endParaRPr lang="ko-KR" sz="3000" dirty="0"/>
          </a:p>
        </p:txBody>
      </p:sp>
      <p:sp>
        <p:nvSpPr>
          <p:cNvPr id="4" name="S12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까닭도 말해요.</a:t>
            </a:r>
            <a:endParaRPr lang="ko-KR" sz="3000" dirty="0"/>
          </a:p>
        </p:txBody>
      </p:sp>
      <p:sp>
        <p:nvSpPr>
          <p:cNvPr id="6" name="S12-chip6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7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‘날개가 있나요?’로 두 무리로 나누어요.</a:t>
            </a:r>
            <a:endParaRPr lang="ko-KR" sz="3000" dirty="0"/>
          </a:p>
        </p:txBody>
      </p:sp>
      <p:sp>
        <p:nvSpPr>
          <p:cNvPr id="8" name="S12-chip7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7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땅, 물, 날아다님의 세 무리로 나누어요.</a:t>
            </a:r>
            <a:endParaRPr lang="ko-KR" sz="3000" dirty="0"/>
          </a:p>
        </p:txBody>
      </p:sp>
      <p:sp>
        <p:nvSpPr>
          <p:cNvPr id="10" name="S12-chip7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7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붕어가 물에서 살기에 알맞은 생김새는?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같은 결과가 나오는 분류 기준으로 동물을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사는 곳에 알맞은 생김새로 움직여요.</a:t>
            </a:r>
            <a:endParaRPr lang="ko-KR" sz="3000" dirty="0"/>
          </a:p>
        </p:txBody>
      </p:sp>
      <p:sp>
        <p:nvSpPr>
          <p:cNvPr id="5" name="S14-chip7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‘다리가 있나요?’ 같은 기준</a:t>
            </a:r>
            <a:endParaRPr lang="ko-KR" sz="2400" dirty="0"/>
          </a:p>
        </p:txBody>
      </p:sp>
      <p:sp>
        <p:nvSpPr>
          <p:cNvPr id="6" name="S14-chip7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‘귀여운가요?’ 같은 기준</a:t>
            </a:r>
            <a:endParaRPr lang="ko-KR" sz="2400" dirty="0"/>
          </a:p>
        </p:txBody>
      </p:sp>
      <p:sp>
        <p:nvSpPr>
          <p:cNvPr id="7" name="S14-text7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좋은 분류 기준의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조건은?</a:t>
            </a:r>
            <a:endParaRPr lang="ko-KR" sz="2400" dirty="0"/>
          </a:p>
        </p:txBody>
      </p:sp>
      <p:sp>
        <p:nvSpPr>
          <p:cNvPr id="9" name="S14-text8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물에서 사는 동물이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헤엄치는 생김새는?</a:t>
            </a:r>
            <a:endParaRPr lang="ko-KR" sz="2400" dirty="0"/>
          </a:p>
        </p:txBody>
      </p:sp>
      <p:sp>
        <p:nvSpPr>
          <p:cNvPr id="10" name="S14-text8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땅속에 사는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하나는?</a:t>
            </a:r>
            <a:endParaRPr lang="ko-KR" sz="2400" dirty="0"/>
          </a:p>
        </p:txBody>
      </p:sp>
      <p:sp>
        <p:nvSpPr>
          <p:cNvPr id="11" name="S14-text8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동물의 한살이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가지 기준으로 나누기</a:t>
            </a:r>
            <a:endParaRPr lang="ko-KR" sz="4000" dirty="0"/>
          </a:p>
        </p:txBody>
      </p:sp>
      <p:sp>
        <p:nvSpPr>
          <p:cNvPr id="3" name="S15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숟가락, 젓가락, 컵, 접시를 나누어요.</a:t>
            </a:r>
            <a:endParaRPr lang="ko-KR" sz="3000" dirty="0"/>
          </a:p>
        </p:txBody>
      </p:sp>
      <p:sp>
        <p:nvSpPr>
          <p:cNvPr id="4" name="S15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같은 결과가 나오는 질문이 좋은 기준이에요.</a:t>
            </a:r>
            <a:endParaRPr lang="ko-KR" sz="3000" dirty="0"/>
          </a:p>
        </p:txBody>
      </p:sp>
      <p:sp>
        <p:nvSpPr>
          <p:cNvPr id="6" name="S15-stepno87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5-text88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하나 정해요. “쇠로 만들었나요?”</a:t>
            </a:r>
            <a:endParaRPr lang="ko-KR" sz="3000" dirty="0"/>
          </a:p>
        </p:txBody>
      </p:sp>
      <p:sp>
        <p:nvSpPr>
          <p:cNvPr id="8" name="S15-stepno89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5-text90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‘그렇다’와 ‘그렇지 않다’ 두 곳에 놓아요.</a:t>
            </a:r>
            <a:endParaRPr lang="ko-KR" sz="3000" dirty="0"/>
          </a:p>
        </p:txBody>
      </p:sp>
      <p:sp>
        <p:nvSpPr>
          <p:cNvPr id="10" name="S15-stepno91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5-text92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나누어도 같은지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동물의 생김새와 생활</dc:title>
  <dc:subject>KR22-G03-SCI-ANIMAL-L01</dc:subject>
  <dc:creator>education-ppt</dc:creator>
  <cp:lastModifiedBy>education-ppt</cp:lastModifiedBy>
  <cp:revision>1</cp:revision>
  <dcterms:created xsi:type="dcterms:W3CDTF">2026-10-26T09:46:26Z</dcterms:created>
  <dcterms:modified xsi:type="dcterms:W3CDTF">2026-10-26T09:46:26Z</dcterms:modified>
</cp:coreProperties>
</file>