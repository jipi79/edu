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387e17d-eb24-6363-ec76-926b5700e512}">
          <p14:sldIdLst>
            <p14:sldId id="256"/>
            <p14:sldId id="257"/>
          </p14:sldIdLst>
        </p14:section>
        <p14:section name="개념" id="{752f383d-ee98-00b9-f8d0-e97fcb1f3bec}">
          <p14:sldIdLst>
            <p14:sldId id="258"/>
            <p14:sldId id="259"/>
            <p14:sldId id="260"/>
            <p14:sldId id="261"/>
            <p14:sldId id="266"/>
          </p14:sldIdLst>
        </p14:section>
        <p14:section name="연습" id="{97181552-d1a6-d8ce-7665-ba6377783489}">
          <p14:sldIdLst>
            <p14:sldId id="262"/>
            <p14:sldId id="263"/>
            <p14:sldId id="264"/>
            <p14:sldId id="265"/>
            <p14:sldId id="267"/>
            <p14:sldId id="268"/>
          </p14:sldIdLst>
        </p14:section>
        <p14:section name="개념" id="{7b727621-6862-8432-d544-5447634d9e21}">
          <p14:sldIdLst/>
        </p14:section>
        <p14:section name="연습" id="{b639a2ba-b417-ea95-fac2-a112cbd3d028}">
          <p14:sldIdLst/>
        </p14:section>
        <p14:section name="확인" id="{aa562d85-74f4-4fe8-58fa-751065c828d8}">
          <p14:sldIdLst>
            <p14:sldId id="269"/>
          </p14:sldIdLst>
        </p14:section>
        <p14:section name="정리" id="{7762d76a-935d-d9b7-1538-6851ca609264}">
          <p14:sldIdLst>
            <p14:sldId id="270"/>
          </p14:sldIdLst>
        </p14:section>
        <p14:section name="보충" id="{d9504789-e9bd-eb98-d956-119feb4dd468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힘과소리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성질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어떻게 생기고,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전해질까?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종이컵 두 개를 실로 이은 종이컵 전화기"/>
          <p:cNvSpPr/>
          <p:nvPr/>
        </p:nvSpPr>
        <p:spPr>
          <a:xfrm>
            <a:off x="7772400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0" y="856923"/>
                </a:moveTo>
                <a:lnTo>
                  <a:pt x="0" y="160673"/>
                </a:lnTo>
                <a:lnTo>
                  <a:pt x="589135" y="0"/>
                </a:lnTo>
                <a:lnTo>
                  <a:pt x="589135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932305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589135" y="856923"/>
                </a:moveTo>
                <a:lnTo>
                  <a:pt x="589135" y="160673"/>
                </a:lnTo>
                <a:lnTo>
                  <a:pt x="0" y="0"/>
                </a:lnTo>
                <a:lnTo>
                  <a:pt x="0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772400" y="1982615"/>
            <a:ext cx="3749040" cy="0"/>
          </a:xfrm>
          <a:prstGeom prst="line">
            <a:avLst/>
          </a:prstGeom>
          <a:noFill/>
          <a:ln w="22225">
            <a:solidFill>
              <a:srgbClr val="E9762B"/>
            </a:solidFill>
            <a:prstDash val="solid"/>
          </a:ln>
        </p:spPr>
      </p:sp>
      <p:sp>
        <p:nvSpPr>
          <p:cNvPr id="8" name="S01-label6"/>
          <p:cNvSpPr txBox="1"/>
          <p:nvPr/>
        </p:nvSpPr>
        <p:spPr>
          <a:xfrm>
            <a:off x="9442704" y="157788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ko-KR" sz="2400" dirty="0"/>
          </a:p>
        </p:txBody>
      </p:sp>
      <p:sp>
        <p:nvSpPr>
          <p:cNvPr id="9" name="S01-label8"/>
          <p:cNvSpPr txBox="1"/>
          <p:nvPr/>
        </p:nvSpPr>
        <p:spPr>
          <a:xfrm>
            <a:off x="7564047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0" name="S01-label10"/>
          <p:cNvSpPr txBox="1"/>
          <p:nvPr/>
        </p:nvSpPr>
        <p:spPr>
          <a:xfrm>
            <a:off x="10723953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1" name="S01-card1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1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소리와 작은 소리, 높은 소리와 낮은 소리를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종이컵 전화기로 소리가 전해지는 모습을 관찰해요.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살짝 당길 때와 세게 당길 때 무엇이 달랐나요?</a:t>
            </a:r>
            <a:endParaRPr lang="ko-KR" sz="3000" dirty="0"/>
          </a:p>
        </p:txBody>
      </p:sp>
      <p:sp>
        <p:nvSpPr>
          <p:cNvPr id="5" name="S02-chip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‘자를 튕기면 소리가 날 것 같아요.’는 예상일까요, 결과일까요?</a:t>
            </a:r>
            <a:endParaRPr lang="ko-KR" sz="3000" dirty="0"/>
          </a:p>
        </p:txBody>
      </p:sp>
      <p:sp>
        <p:nvSpPr>
          <p:cNvPr id="7" name="S02-chip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손뼉을 살살 칠 때와 세게 칠 때, 어느 쪽 소리가 더 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 느끼기</a:t>
            </a:r>
            <a:endParaRPr lang="ko-KR" sz="40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고무줄은 얼굴 가까이에서 튕기지 않아요.</a:t>
            </a:r>
            <a:endParaRPr lang="ko-KR" sz="3000" dirty="0"/>
          </a:p>
        </p:txBody>
      </p:sp>
      <p:sp>
        <p:nvSpPr>
          <p:cNvPr id="5" name="S03-card2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손에 무엇이 느껴지는지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고무줄이 어떻게 움직이는지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잡았을 때 소리가 어떻게 되는지 말해요</a:t>
            </a:r>
            <a:endParaRPr lang="ko-KR" sz="3000" dirty="0"/>
          </a:p>
        </p:txBody>
      </p:sp>
      <p:sp>
        <p:nvSpPr>
          <p:cNvPr id="7" name="S03-stepno23"/>
          <p:cNvSpPr txBox="1"/>
          <p:nvPr/>
        </p:nvSpPr>
        <p:spPr>
          <a:xfrm>
            <a:off x="548640" y="1709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24"/>
          <p:cNvSpPr txBox="1"/>
          <p:nvPr/>
        </p:nvSpPr>
        <p:spPr>
          <a:xfrm>
            <a:off x="1325880" y="166420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목에 손을 대고 “아—” 소리를 내요.</a:t>
            </a:r>
            <a:endParaRPr lang="ko-KR" sz="3000" dirty="0"/>
          </a:p>
        </p:txBody>
      </p:sp>
      <p:sp>
        <p:nvSpPr>
          <p:cNvPr id="9" name="S03-stepno25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26"/>
          <p:cNvSpPr txBox="1"/>
          <p:nvPr/>
        </p:nvSpPr>
        <p:spPr>
          <a:xfrm>
            <a:off x="1325880" y="275844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통에 건 고무줄을 튕기며 봐요.</a:t>
            </a:r>
            <a:endParaRPr lang="ko-KR" sz="3000" dirty="0"/>
          </a:p>
        </p:txBody>
      </p:sp>
      <p:sp>
        <p:nvSpPr>
          <p:cNvPr id="11" name="S03-stepno27"/>
          <p:cNvSpPr txBox="1"/>
          <p:nvPr/>
        </p:nvSpPr>
        <p:spPr>
          <a:xfrm>
            <a:off x="548640" y="38983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28"/>
          <p:cNvSpPr txBox="1"/>
          <p:nvPr/>
        </p:nvSpPr>
        <p:spPr>
          <a:xfrm>
            <a:off x="1325880" y="385267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 고무줄을 손가락으로 잡아요.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나면 떨려요</a:t>
            </a:r>
            <a:endParaRPr lang="ko-KR" sz="4000" dirty="0"/>
          </a:p>
        </p:txBody>
      </p:sp>
      <p:sp>
        <p:nvSpPr>
          <p:cNvPr id="3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</a:t>
            </a:r>
            <a:endParaRPr lang="ko-KR" sz="3000" dirty="0"/>
          </a:p>
        </p:txBody>
      </p:sp>
      <p:sp>
        <p:nvSpPr>
          <p:cNvPr id="5" name="S04-card3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“아—” 하면 손에 떨림이 느껴져요.</a:t>
            </a:r>
            <a:endParaRPr lang="ko-KR" sz="3000" dirty="0"/>
          </a:p>
        </p:txBody>
      </p:sp>
      <p:sp>
        <p:nvSpPr>
          <p:cNvPr id="7" name="S04-card3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튕기면 떨리면서 소리가 나요.</a:t>
            </a:r>
            <a:endParaRPr lang="ko-KR" sz="3000" dirty="0"/>
          </a:p>
        </p:txBody>
      </p:sp>
      <p:sp>
        <p:nvSpPr>
          <p:cNvPr id="9" name="S04-card3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떨림이 멈추고 소리도 멈춰요.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세기와 높낮이</a:t>
            </a:r>
            <a:endParaRPr lang="ko-KR" sz="40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소리와 높은 소리는 서로 달라요.</a:t>
            </a:r>
            <a:endParaRPr lang="ko-KR" sz="3000" dirty="0"/>
          </a:p>
        </p:txBody>
      </p:sp>
      <p:sp>
        <p:nvSpPr>
          <p:cNvPr id="5" name="S05-card39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크고 작은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북을 세게, 살살 쳐요.</a:t>
            </a:r>
            <a:endParaRPr lang="ko-KR" sz="3000" dirty="0"/>
          </a:p>
        </p:txBody>
      </p:sp>
      <p:sp>
        <p:nvSpPr>
          <p:cNvPr id="7" name="S05-card41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2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높낮이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높고 낮은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피아노 오른쪽은 높고, 왼쪽은 낮아요.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튕기면 어떨까?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튕겨요.</a:t>
            </a:r>
            <a:endParaRPr lang="ko-KR" sz="30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한 가지만 바꿔요.</a:t>
            </a:r>
            <a:endParaRPr lang="ko-KR" sz="3000" dirty="0"/>
          </a:p>
        </p:txBody>
      </p:sp>
      <p:graphicFrame>
        <p:nvGraphicFramePr>
          <p:cNvPr id="7" name="S06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471928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017520"/>
                <a:gridCol w="30175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튕기는 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(살짝, 세게)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 밖으로 나온 길이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(20 cm, 10 cm)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높은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튕겨 보기</a:t>
            </a:r>
            <a:endParaRPr lang="ko-KR" sz="4000" dirty="0"/>
          </a:p>
        </p:txBody>
      </p:sp>
      <p:sp>
        <p:nvSpPr>
          <p:cNvPr id="3" name="S07-card4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자를 너무 세게 튕기지 말고, 얼굴을 자 가까이 대지 않아요.</a:t>
            </a:r>
            <a:endParaRPr lang="ko-KR" sz="3000" dirty="0"/>
          </a:p>
        </p:txBody>
      </p:sp>
      <p:sp>
        <p:nvSpPr>
          <p:cNvPr id="5" name="S07-card49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세게 튕길 때 자의 떨림을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세기와 높낮이를 나누어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나온 길이를 cm로 써요</a:t>
            </a:r>
            <a:endParaRPr lang="ko-KR" sz="3000" dirty="0"/>
          </a:p>
        </p:txBody>
      </p:sp>
      <p:sp>
        <p:nvSpPr>
          <p:cNvPr id="7" name="S07-stepno51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2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한 손으로 꽉 눌러요.</a:t>
            </a:r>
            <a:endParaRPr lang="ko-KR" sz="2400" dirty="0"/>
          </a:p>
        </p:txBody>
      </p:sp>
      <p:sp>
        <p:nvSpPr>
          <p:cNvPr id="9" name="S07-stepno53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4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cm가 나오게 하고 살짝, 세게 튕겨요.</a:t>
            </a:r>
            <a:endParaRPr lang="ko-KR" sz="2400" dirty="0"/>
          </a:p>
        </p:txBody>
      </p:sp>
      <p:sp>
        <p:nvSpPr>
          <p:cNvPr id="11" name="S07-stepno55"/>
          <p:cNvSpPr txBox="1"/>
          <p:nvPr/>
        </p:nvSpPr>
        <p:spPr>
          <a:xfrm>
            <a:off x="548640" y="3253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6"/>
          <p:cNvSpPr txBox="1"/>
          <p:nvPr/>
        </p:nvSpPr>
        <p:spPr>
          <a:xfrm>
            <a:off x="1325880" y="320802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나온 길이를 15 cm, 10 cm로 바꾸어 튕겨요.</a:t>
            </a:r>
            <a:endParaRPr lang="ko-KR" sz="2400" dirty="0"/>
          </a:p>
        </p:txBody>
      </p:sp>
      <p:sp>
        <p:nvSpPr>
          <p:cNvPr id="13" name="S07-stepno57"/>
          <p:cNvSpPr txBox="1"/>
          <p:nvPr/>
        </p:nvSpPr>
        <p:spPr>
          <a:xfrm>
            <a:off x="548640" y="4116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8"/>
          <p:cNvSpPr txBox="1"/>
          <p:nvPr/>
        </p:nvSpPr>
        <p:spPr>
          <a:xfrm>
            <a:off x="1325880" y="4116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소리를 활동지 표에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튕기기 결과</a:t>
            </a:r>
            <a:endParaRPr lang="ko-KR" sz="40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세게 튕기면 큰 소리, 나온 부분이 짧으면 높은 소리가 나요.</a:t>
            </a:r>
            <a:endParaRPr lang="ko-KR" sz="3000" dirty="0"/>
          </a:p>
        </p:txBody>
      </p:sp>
      <p:graphicFrame>
        <p:nvGraphicFramePr>
          <p:cNvPr id="9" name="S08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83384"/>
          <a:ext cx="10515600" cy="914400"/>
        </p:xfrm>
        <a:graphic>
          <a:graphicData uri="http://schemas.openxmlformats.org/drawingml/2006/table">
            <a:tbl>
              <a:tblPr/>
              <a:tblGrid>
                <a:gridCol w="4732020"/>
                <a:gridCol w="578358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바꾼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살짝 → 세게 튕기기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소리 → 큰 소리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(자가 더 크게 떨려요)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나온 길이 20 cm → 10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낮은 소리 → 높은 소리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세기일까요, 높낮이일까요?</a:t>
            </a:r>
            <a:endParaRPr lang="ko-KR" sz="4000" dirty="0"/>
          </a:p>
        </p:txBody>
      </p:sp>
      <p:sp>
        <p:nvSpPr>
          <p:cNvPr id="3" name="S09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달라졌는지 말해요.</a:t>
            </a:r>
            <a:endParaRPr lang="ko-KR" sz="3000" dirty="0"/>
          </a:p>
        </p:txBody>
      </p:sp>
      <p:sp>
        <p:nvSpPr>
          <p:cNvPr id="4" name="S09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작은지, 높고 낮은지 생각해요.</a:t>
            </a:r>
            <a:endParaRPr lang="ko-KR" sz="3000" dirty="0"/>
          </a:p>
        </p:txBody>
      </p:sp>
      <p:sp>
        <p:nvSpPr>
          <p:cNvPr id="6" name="S09-chip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북을 살살 치다가 세게 쳐요.</a:t>
            </a:r>
            <a:endParaRPr lang="ko-KR" sz="3000" dirty="0"/>
          </a:p>
        </p:txBody>
      </p:sp>
      <p:sp>
        <p:nvSpPr>
          <p:cNvPr id="8" name="S09-chip6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실로폰의 긴 막대와 짧은 막대를 쳐요.</a:t>
            </a:r>
            <a:endParaRPr lang="ko-KR" sz="3000" dirty="0"/>
          </a:p>
        </p:txBody>
      </p:sp>
      <p:sp>
        <p:nvSpPr>
          <p:cNvPr id="10" name="S09-chip6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 소리를 줄여요.</a:t>
            </a:r>
            <a:endParaRPr lang="ko-KR" sz="3000" dirty="0"/>
          </a:p>
        </p:txBody>
      </p:sp>
      <p:sp>
        <p:nvSpPr>
          <p:cNvPr id="12" name="S09-chip7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더 팽팽하게 하고 튕겨요.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소리는 높은 소리?</a:t>
            </a:r>
            <a:endParaRPr lang="ko-KR" sz="4000" dirty="0"/>
          </a:p>
        </p:txBody>
      </p:sp>
      <p:sp>
        <p:nvSpPr>
          <p:cNvPr id="3" name="S10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‘큰 소리는 높은 소리야.’라고 했어요.</a:t>
            </a:r>
            <a:endParaRPr lang="ko-KR" sz="3000" dirty="0"/>
          </a:p>
        </p:txBody>
      </p:sp>
      <p:sp>
        <p:nvSpPr>
          <p:cNvPr id="5" name="S10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10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큰북을 세게 쳐요</a:t>
            </a:r>
            <a:endParaRPr lang="ko-KR" sz="2400" dirty="0"/>
          </a:p>
        </p:txBody>
      </p:sp>
      <p:sp>
        <p:nvSpPr>
          <p:cNvPr id="8" name="S10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‘둥!’ 크고 낮은 소리</a:t>
            </a:r>
            <a:endParaRPr lang="ko-KR" sz="3000" dirty="0"/>
          </a:p>
        </p:txBody>
      </p:sp>
      <p:sp>
        <p:nvSpPr>
          <p:cNvPr id="9" name="S10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모기가 날아요</a:t>
            </a:r>
            <a:endParaRPr lang="ko-KR" sz="2400" dirty="0"/>
          </a:p>
        </p:txBody>
      </p:sp>
      <p:sp>
        <p:nvSpPr>
          <p:cNvPr id="10" name="S10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‘앵—’ 작고 높은 소리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예상</a:t>
            </a:r>
            <a:endParaRPr lang="ko-KR" sz="4000" dirty="0"/>
          </a:p>
        </p:txBody>
      </p:sp>
      <p:sp>
        <p:nvSpPr>
          <p:cNvPr id="3" name="S11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목소리로 말할 때 잘 들릴까요?</a:t>
            </a:r>
            <a:endParaRPr lang="ko-KR" sz="3000" dirty="0"/>
          </a:p>
        </p:txBody>
      </p:sp>
      <p:sp>
        <p:nvSpPr>
          <p:cNvPr id="4" name="S11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들릴지, 잘 안 들릴지 예상해요.</a:t>
            </a:r>
            <a:endParaRPr lang="ko-KR" sz="3000" dirty="0"/>
          </a:p>
        </p:txBody>
      </p:sp>
      <p:graphicFrame>
        <p:nvGraphicFramePr>
          <p:cNvPr id="12" name="S11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6309360"/>
                <a:gridCol w="294436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팽팽하게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느슨하게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 가운데를 손가락으로 잡아요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책상에 귀를 대고 반대쪽을 두드려요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전화기로 듣기</a:t>
            </a:r>
            <a:endParaRPr lang="ko-KR" sz="4000" dirty="0"/>
          </a:p>
        </p:txBody>
      </p:sp>
      <p:sp>
        <p:nvSpPr>
          <p:cNvPr id="3" name="S12-card8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8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컵 구멍은 어른이 뚫어요. 컵에 대고 소리치지 말고, 실을 몸에 감지 않아요.</a:t>
            </a:r>
            <a:endParaRPr lang="ko-KR" sz="3000" dirty="0"/>
          </a:p>
        </p:txBody>
      </p:sp>
      <p:sp>
        <p:nvSpPr>
          <p:cNvPr id="5" name="S12-card87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88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크기의 목소리로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들린 정도를 ○, △, ×로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번에 한 가지만 바꿔요</a:t>
            </a:r>
            <a:endParaRPr lang="ko-KR" sz="3000" dirty="0"/>
          </a:p>
        </p:txBody>
      </p:sp>
      <p:sp>
        <p:nvSpPr>
          <p:cNvPr id="7" name="S12-stepno89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2-text90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팽팽하게 하고 작은 목소리로 말해요.</a:t>
            </a:r>
            <a:endParaRPr lang="ko-KR" sz="2400" dirty="0"/>
          </a:p>
        </p:txBody>
      </p:sp>
      <p:sp>
        <p:nvSpPr>
          <p:cNvPr id="9" name="S12-stepno91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2-text92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느슨하게 하고 같은 목소리로 말해요.</a:t>
            </a:r>
            <a:endParaRPr lang="ko-KR" sz="2400" dirty="0"/>
          </a:p>
        </p:txBody>
      </p:sp>
      <p:sp>
        <p:nvSpPr>
          <p:cNvPr id="11" name="S12-stepno93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2-text94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 가운데를 손가락으로 잡고 말해요.</a:t>
            </a:r>
            <a:endParaRPr lang="ko-KR" sz="2400" dirty="0"/>
          </a:p>
        </p:txBody>
      </p:sp>
      <p:sp>
        <p:nvSpPr>
          <p:cNvPr id="13" name="S12-stepno95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2-text96"/>
          <p:cNvSpPr txBox="1"/>
          <p:nvPr/>
        </p:nvSpPr>
        <p:spPr>
          <a:xfrm>
            <a:off x="1325880" y="392125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책상에 귀를 대고 반대쪽을 톡톡 두드려요.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전달 결과</a:t>
            </a:r>
            <a:endParaRPr lang="ko-KR" sz="4000" dirty="0"/>
          </a:p>
        </p:txBody>
      </p:sp>
      <p:sp>
        <p:nvSpPr>
          <p:cNvPr id="3" name="S13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듣는 소리는 공기를 통해 전해져요.</a:t>
            </a:r>
            <a:endParaRPr lang="ko-KR" sz="3000" dirty="0"/>
          </a:p>
        </p:txBody>
      </p:sp>
      <p:sp>
        <p:nvSpPr>
          <p:cNvPr id="4" name="S13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물체를 통해서도 전해져요.</a:t>
            </a:r>
            <a:endParaRPr lang="ko-KR" sz="3000" dirty="0"/>
          </a:p>
        </p:txBody>
      </p:sp>
      <p:graphicFrame>
        <p:nvGraphicFramePr>
          <p:cNvPr id="14" name="S13-table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188210"/>
          <a:ext cx="9601200" cy="914400"/>
        </p:xfrm>
        <a:graphic>
          <a:graphicData uri="http://schemas.openxmlformats.org/drawingml/2006/table">
            <a:tbl>
              <a:tblPr/>
              <a:tblGrid>
                <a:gridCol w="5280660"/>
                <a:gridCol w="432054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본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실을 팽팽하게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실을 느슨하게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안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실 가운데를 잡음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거의 안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책상에 귀 대기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똑똑 잘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실험한 결과를 떠올려 보고 까닭도 말해요.</a:t>
            </a:r>
            <a:endParaRPr lang="ko-KR" sz="3000" dirty="0"/>
          </a:p>
        </p:txBody>
      </p:sp>
      <p:sp>
        <p:nvSpPr>
          <p:cNvPr id="5" name="S14-chip10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4-text10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세게 튕기면 소리가 어떻게 되나요?</a:t>
            </a:r>
            <a:endParaRPr lang="ko-KR" sz="3000" dirty="0"/>
          </a:p>
        </p:txBody>
      </p:sp>
      <p:sp>
        <p:nvSpPr>
          <p:cNvPr id="7" name="S14-chip10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4-text10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책상 밖으로 나온 부분을 짧게 하면?</a:t>
            </a:r>
            <a:endParaRPr lang="ko-KR" sz="3000" dirty="0"/>
          </a:p>
        </p:txBody>
      </p:sp>
      <p:sp>
        <p:nvSpPr>
          <p:cNvPr id="9" name="S14-chip10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4-text108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소리가 작아요. 실을 어떻게 할까요?</a:t>
            </a:r>
            <a:endParaRPr lang="ko-KR" sz="3000" dirty="0"/>
          </a:p>
        </p:txBody>
      </p:sp>
      <p:sp>
        <p:nvSpPr>
          <p:cNvPr id="11" name="S14-chip109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4-text110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물체를 손으로 잡으면?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1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1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 세기와 높낮이는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물체로도 전해져요.</a:t>
            </a:r>
            <a:endParaRPr lang="ko-KR" sz="3000" dirty="0"/>
          </a:p>
        </p:txBody>
      </p:sp>
      <p:sp>
        <p:nvSpPr>
          <p:cNvPr id="5" name="S16-chip11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세기와 높낮이 나누어 말하기</a:t>
            </a:r>
            <a:endParaRPr lang="ko-KR" sz="2400" dirty="0"/>
          </a:p>
        </p:txBody>
      </p:sp>
      <p:sp>
        <p:nvSpPr>
          <p:cNvPr id="6" name="S16-chip11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소리 = 높은 소리</a:t>
            </a:r>
            <a:endParaRPr lang="ko-KR" sz="2400" dirty="0"/>
          </a:p>
        </p:txBody>
      </p:sp>
      <p:sp>
        <p:nvSpPr>
          <p:cNvPr id="7" name="S16-text11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1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소리가 나는 물체의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공통점은?</a:t>
            </a:r>
            <a:endParaRPr lang="ko-KR" sz="2400" dirty="0"/>
          </a:p>
        </p:txBody>
      </p:sp>
      <p:sp>
        <p:nvSpPr>
          <p:cNvPr id="9" name="S16-text117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실로폰 짧은 막대는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소리?</a:t>
            </a:r>
            <a:endParaRPr lang="ko-KR" sz="2400" dirty="0"/>
          </a:p>
        </p:txBody>
      </p:sp>
      <p:sp>
        <p:nvSpPr>
          <p:cNvPr id="10" name="S16-text118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종이컵 전화기가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들리려면?</a:t>
            </a:r>
            <a:endParaRPr lang="ko-KR" sz="2400" dirty="0"/>
          </a:p>
        </p:txBody>
      </p:sp>
      <p:sp>
        <p:nvSpPr>
          <p:cNvPr id="11" name="S16-text11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동물의 생김새와 생활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소리를 몸으로 나타내요</a:t>
            </a:r>
            <a:endParaRPr lang="ko-KR" sz="4000" dirty="0"/>
          </a:p>
        </p:txBody>
      </p:sp>
      <p:sp>
        <p:nvSpPr>
          <p:cNvPr id="3" name="S17-text1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“아—” 소리를 내요.</a:t>
            </a:r>
            <a:endParaRPr lang="ko-KR" sz="3000" dirty="0"/>
          </a:p>
        </p:txBody>
      </p:sp>
      <p:sp>
        <p:nvSpPr>
          <p:cNvPr id="4" name="S17-card1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 것은 세기, 높고 낮은 것은 높낮이예요.</a:t>
            </a:r>
            <a:endParaRPr lang="ko-KR" sz="3000" dirty="0"/>
          </a:p>
        </p:txBody>
      </p:sp>
      <p:sp>
        <p:nvSpPr>
          <p:cNvPr id="6" name="S17-stepno123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7-text124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크게, 작게 내면 두 팔을 넓게, 좁게 벌려요.</a:t>
            </a:r>
            <a:endParaRPr lang="ko-KR" sz="3000" dirty="0"/>
          </a:p>
        </p:txBody>
      </p:sp>
      <p:sp>
        <p:nvSpPr>
          <p:cNvPr id="8" name="S17-stepno125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7-text126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높게, 낮게 내면 손을 머리 위, 무릎으로 옮겨요.</a:t>
            </a:r>
            <a:endParaRPr lang="ko-KR" sz="3000" dirty="0"/>
          </a:p>
        </p:txBody>
      </p:sp>
      <p:sp>
        <p:nvSpPr>
          <p:cNvPr id="10" name="S17-stepno127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7-text128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이번에는 내가 소리를 내고, 엄마(아빠)가 몸으로 나타내요.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소리의 성질</dc:title>
  <dc:subject>KR22-G03-SCI-SOUND-L01</dc:subject>
  <dc:creator>education-ppt</dc:creator>
  <cp:lastModifiedBy>education-ppt</cp:lastModifiedBy>
  <cp:revision>1</cp:revision>
  <dcterms:created xsi:type="dcterms:W3CDTF">2026-10-26T09:31:55Z</dcterms:created>
  <dcterms:modified xsi:type="dcterms:W3CDTF">2026-10-26T09:31:55Z</dcterms:modified>
</cp:coreProperties>
</file>