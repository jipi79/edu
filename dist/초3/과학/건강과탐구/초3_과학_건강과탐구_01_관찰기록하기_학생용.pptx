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8b48774-a370-ec1a-a116-53cbb379abe8}">
          <p14:sldIdLst>
            <p14:sldId id="256"/>
            <p14:sldId id="257"/>
          </p14:sldIdLst>
        </p14:section>
        <p14:section name="개념" id="{57ec59fd-3483-0e39-f99f-3941b17804d3}">
          <p14:sldIdLst>
            <p14:sldId id="258"/>
            <p14:sldId id="261"/>
            <p14:sldId id="265"/>
          </p14:sldIdLst>
        </p14:section>
        <p14:section name="연습" id="{67cc6825-012c-481d-fd8f-136af53e4d03}">
          <p14:sldIdLst>
            <p14:sldId id="259"/>
            <p14:sldId id="260"/>
            <p14:sldId id="262"/>
            <p14:sldId id="263"/>
            <p14:sldId id="264"/>
          </p14:sldIdLst>
        </p14:section>
        <p14:section name="개념" id="{bd4a1744-5ebf-84ed-b93b-37e21afc09ef}">
          <p14:sldIdLst/>
        </p14:section>
        <p14:section name="연습" id="{b24fa491-6a90-02cb-4d23-2aeb092793ef}">
          <p14:sldIdLst/>
        </p14:section>
        <p14:section name="개념" id="{7240ec39-0d72-27f3-28d3-dd90389aea2b}">
          <p14:sldIdLst/>
        </p14:section>
        <p14:section name="확인" id="{22eab28e-6ca5-6cc5-7af0-ed528fcc261b}">
          <p14:sldIdLst>
            <p14:sldId id="266"/>
            <p14:sldId id="267"/>
          </p14:sldIdLst>
        </p14:section>
        <p14:section name="정리" id="{a6442025-b87f-0da6-3dde-f7fd25f911ca}">
          <p14:sldIdLst>
            <p14:sldId id="268"/>
          </p14:sldIdLst>
        </p14:section>
        <p14:section name="보충" id="{096dbd0d-fff6-550c-dfe9-ea5f4209f369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건강과탐구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관찰 기록하기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관찰 기록하기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과학 · 관찰 기록하기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기록하기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지난주에 본 것을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오늘도 똑같이 말할 수 있을까?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관찰 기록에 무엇을 써야 하는지 알아요.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날짜·조건·측정값·그림으로 기록해요.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자와 시계 읽기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막대의 길이는 몇 cm일까요?  ② 몇 시 몇 분일까요?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figure5" descr="8 cm 자 위에 0부터 5 cm까지 놓인 막대"/>
          <p:cNvSpPr/>
          <p:nvPr/>
        </p:nvSpPr>
        <p:spPr>
          <a:xfrm>
            <a:off x="2834640" y="2809702"/>
            <a:ext cx="7315200" cy="1122218"/>
          </a:xfrm>
          <a:custGeom>
            <a:avLst/>
            <a:gdLst/>
            <a:ahLst/>
            <a:cxnLst/>
            <a:rect l="l" t="t" r="r" b="b"/>
            <a:pathLst>
              <a:path w="7315200" h="1122218">
                <a:moveTo>
                  <a:pt x="0" y="0"/>
                </a:moveTo>
                <a:lnTo>
                  <a:pt x="7315200" y="0"/>
                </a:lnTo>
                <a:lnTo>
                  <a:pt x="7315200" y="1122218"/>
                </a:lnTo>
                <a:lnTo>
                  <a:pt x="0" y="1122218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mark6"/>
          <p:cNvSpPr/>
          <p:nvPr/>
        </p:nvSpPr>
        <p:spPr>
          <a:xfrm>
            <a:off x="3167149" y="2809702"/>
            <a:ext cx="0" cy="41563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" name="S02-label8"/>
          <p:cNvSpPr txBox="1"/>
          <p:nvPr/>
        </p:nvSpPr>
        <p:spPr>
          <a:xfrm>
            <a:off x="3011701" y="321771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8" name="S02-mark9"/>
          <p:cNvSpPr/>
          <p:nvPr/>
        </p:nvSpPr>
        <p:spPr>
          <a:xfrm>
            <a:off x="3582785" y="2809702"/>
            <a:ext cx="0" cy="2909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2-mark10"/>
          <p:cNvSpPr/>
          <p:nvPr/>
        </p:nvSpPr>
        <p:spPr>
          <a:xfrm>
            <a:off x="3998422" y="2809702"/>
            <a:ext cx="0" cy="41563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" name="S02-label12"/>
          <p:cNvSpPr txBox="1"/>
          <p:nvPr/>
        </p:nvSpPr>
        <p:spPr>
          <a:xfrm>
            <a:off x="3842974" y="321771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1" name="S02-mark13"/>
          <p:cNvSpPr/>
          <p:nvPr/>
        </p:nvSpPr>
        <p:spPr>
          <a:xfrm>
            <a:off x="4414058" y="2809702"/>
            <a:ext cx="0" cy="2909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2-mark14"/>
          <p:cNvSpPr/>
          <p:nvPr/>
        </p:nvSpPr>
        <p:spPr>
          <a:xfrm>
            <a:off x="4829695" y="2809702"/>
            <a:ext cx="0" cy="41563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02-label16"/>
          <p:cNvSpPr txBox="1"/>
          <p:nvPr/>
        </p:nvSpPr>
        <p:spPr>
          <a:xfrm>
            <a:off x="4674247" y="321771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4" name="S02-mark17"/>
          <p:cNvSpPr/>
          <p:nvPr/>
        </p:nvSpPr>
        <p:spPr>
          <a:xfrm>
            <a:off x="5245331" y="2809702"/>
            <a:ext cx="0" cy="2909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2-mark18"/>
          <p:cNvSpPr/>
          <p:nvPr/>
        </p:nvSpPr>
        <p:spPr>
          <a:xfrm>
            <a:off x="5660967" y="2809702"/>
            <a:ext cx="0" cy="41563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02-label20"/>
          <p:cNvSpPr txBox="1"/>
          <p:nvPr/>
        </p:nvSpPr>
        <p:spPr>
          <a:xfrm>
            <a:off x="5505519" y="321771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7" name="S02-mark21"/>
          <p:cNvSpPr/>
          <p:nvPr/>
        </p:nvSpPr>
        <p:spPr>
          <a:xfrm>
            <a:off x="6076604" y="2809702"/>
            <a:ext cx="0" cy="2909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2-mark22"/>
          <p:cNvSpPr/>
          <p:nvPr/>
        </p:nvSpPr>
        <p:spPr>
          <a:xfrm>
            <a:off x="6492240" y="2809702"/>
            <a:ext cx="0" cy="41563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02-label24"/>
          <p:cNvSpPr txBox="1"/>
          <p:nvPr/>
        </p:nvSpPr>
        <p:spPr>
          <a:xfrm>
            <a:off x="6336792" y="321771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0" name="S02-mark25"/>
          <p:cNvSpPr/>
          <p:nvPr/>
        </p:nvSpPr>
        <p:spPr>
          <a:xfrm>
            <a:off x="6907876" y="2809702"/>
            <a:ext cx="0" cy="2909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2-mark26"/>
          <p:cNvSpPr/>
          <p:nvPr/>
        </p:nvSpPr>
        <p:spPr>
          <a:xfrm>
            <a:off x="7323513" y="2809702"/>
            <a:ext cx="0" cy="41563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2" name="S02-label28"/>
          <p:cNvSpPr txBox="1"/>
          <p:nvPr/>
        </p:nvSpPr>
        <p:spPr>
          <a:xfrm>
            <a:off x="7168065" y="321771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23" name="S02-mark29"/>
          <p:cNvSpPr/>
          <p:nvPr/>
        </p:nvSpPr>
        <p:spPr>
          <a:xfrm>
            <a:off x="7739149" y="2809702"/>
            <a:ext cx="0" cy="2909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2-mark30"/>
          <p:cNvSpPr/>
          <p:nvPr/>
        </p:nvSpPr>
        <p:spPr>
          <a:xfrm>
            <a:off x="8154785" y="2809702"/>
            <a:ext cx="0" cy="41563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5" name="S02-label32"/>
          <p:cNvSpPr txBox="1"/>
          <p:nvPr/>
        </p:nvSpPr>
        <p:spPr>
          <a:xfrm>
            <a:off x="7999337" y="321771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6" name="S02-mark33"/>
          <p:cNvSpPr/>
          <p:nvPr/>
        </p:nvSpPr>
        <p:spPr>
          <a:xfrm>
            <a:off x="8570422" y="2809702"/>
            <a:ext cx="0" cy="2909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2-mark34"/>
          <p:cNvSpPr/>
          <p:nvPr/>
        </p:nvSpPr>
        <p:spPr>
          <a:xfrm>
            <a:off x="8986058" y="2809702"/>
            <a:ext cx="0" cy="41563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8" name="S02-label36"/>
          <p:cNvSpPr txBox="1"/>
          <p:nvPr/>
        </p:nvSpPr>
        <p:spPr>
          <a:xfrm>
            <a:off x="8830610" y="321771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29" name="S02-mark37"/>
          <p:cNvSpPr/>
          <p:nvPr/>
        </p:nvSpPr>
        <p:spPr>
          <a:xfrm>
            <a:off x="9401695" y="2809702"/>
            <a:ext cx="0" cy="2909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2-mark38"/>
          <p:cNvSpPr/>
          <p:nvPr/>
        </p:nvSpPr>
        <p:spPr>
          <a:xfrm>
            <a:off x="9817331" y="2809702"/>
            <a:ext cx="0" cy="41563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1" name="S02-label40"/>
          <p:cNvSpPr txBox="1"/>
          <p:nvPr/>
        </p:nvSpPr>
        <p:spPr>
          <a:xfrm>
            <a:off x="9661883" y="321771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32" name="S02-mark41"/>
          <p:cNvSpPr/>
          <p:nvPr/>
        </p:nvSpPr>
        <p:spPr>
          <a:xfrm>
            <a:off x="3167149" y="2269375"/>
            <a:ext cx="4156364" cy="332509"/>
          </a:xfrm>
          <a:custGeom>
            <a:avLst/>
            <a:gdLst/>
            <a:ahLst/>
            <a:cxnLst/>
            <a:rect l="l" t="t" r="r" b="b"/>
            <a:pathLst>
              <a:path w="4156364" h="332509">
                <a:moveTo>
                  <a:pt x="0" y="332509"/>
                </a:moveTo>
                <a:lnTo>
                  <a:pt x="4156364" y="332509"/>
                </a:lnTo>
                <a:lnTo>
                  <a:pt x="4156364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2-mark42"/>
          <p:cNvSpPr/>
          <p:nvPr/>
        </p:nvSpPr>
        <p:spPr>
          <a:xfrm>
            <a:off x="3167149" y="2601884"/>
            <a:ext cx="0" cy="207818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34" name="S02-mark43"/>
          <p:cNvSpPr/>
          <p:nvPr/>
        </p:nvSpPr>
        <p:spPr>
          <a:xfrm>
            <a:off x="7323513" y="2601884"/>
            <a:ext cx="0" cy="207818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35" name="S02-chip44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36" name="S02-figure45" descr="2시 25분을 가리키는 시계"/>
          <p:cNvSpPr/>
          <p:nvPr/>
        </p:nvSpPr>
        <p:spPr>
          <a:xfrm>
            <a:off x="3081528" y="420624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37" name="S02-line46"/>
          <p:cNvSpPr/>
          <p:nvPr/>
        </p:nvSpPr>
        <p:spPr>
          <a:xfrm>
            <a:off x="4087368" y="424281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02-line47"/>
          <p:cNvSpPr/>
          <p:nvPr/>
        </p:nvSpPr>
        <p:spPr>
          <a:xfrm flipH="1">
            <a:off x="4183427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2-line48"/>
          <p:cNvSpPr/>
          <p:nvPr/>
        </p:nvSpPr>
        <p:spPr>
          <a:xfrm flipH="1">
            <a:off x="4278433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2-line49"/>
          <p:cNvSpPr/>
          <p:nvPr/>
        </p:nvSpPr>
        <p:spPr>
          <a:xfrm flipH="1">
            <a:off x="4371346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2-line50"/>
          <p:cNvSpPr/>
          <p:nvPr/>
        </p:nvSpPr>
        <p:spPr>
          <a:xfrm flipH="1">
            <a:off x="4461148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2-line51"/>
          <p:cNvSpPr/>
          <p:nvPr/>
        </p:nvSpPr>
        <p:spPr>
          <a:xfrm flipH="1">
            <a:off x="4516679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02-line52"/>
          <p:cNvSpPr/>
          <p:nvPr/>
        </p:nvSpPr>
        <p:spPr>
          <a:xfrm flipH="1">
            <a:off x="4627526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2-line53"/>
          <p:cNvSpPr/>
          <p:nvPr/>
        </p:nvSpPr>
        <p:spPr>
          <a:xfrm flipH="1">
            <a:off x="4702280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2-line54"/>
          <p:cNvSpPr/>
          <p:nvPr/>
        </p:nvSpPr>
        <p:spPr>
          <a:xfrm flipH="1">
            <a:off x="4770297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2-line55"/>
          <p:cNvSpPr/>
          <p:nvPr/>
        </p:nvSpPr>
        <p:spPr>
          <a:xfrm flipH="1">
            <a:off x="4830832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2-line56"/>
          <p:cNvSpPr/>
          <p:nvPr/>
        </p:nvSpPr>
        <p:spPr>
          <a:xfrm flipH="1">
            <a:off x="4830956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02-line57"/>
          <p:cNvSpPr/>
          <p:nvPr/>
        </p:nvSpPr>
        <p:spPr>
          <a:xfrm flipH="1">
            <a:off x="4926891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2-line58"/>
          <p:cNvSpPr/>
          <p:nvPr/>
        </p:nvSpPr>
        <p:spPr>
          <a:xfrm flipH="1">
            <a:off x="4961362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2-line59"/>
          <p:cNvSpPr/>
          <p:nvPr/>
        </p:nvSpPr>
        <p:spPr>
          <a:xfrm flipH="1">
            <a:off x="4986258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2-line60"/>
          <p:cNvSpPr/>
          <p:nvPr/>
        </p:nvSpPr>
        <p:spPr>
          <a:xfrm flipH="1">
            <a:off x="5001306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2-line61"/>
          <p:cNvSpPr/>
          <p:nvPr/>
        </p:nvSpPr>
        <p:spPr>
          <a:xfrm flipH="1">
            <a:off x="4945990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02-line62"/>
          <p:cNvSpPr/>
          <p:nvPr/>
        </p:nvSpPr>
        <p:spPr>
          <a:xfrm flipH="1" flipV="1">
            <a:off x="5001306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2-line63"/>
          <p:cNvSpPr/>
          <p:nvPr/>
        </p:nvSpPr>
        <p:spPr>
          <a:xfrm flipH="1" flipV="1">
            <a:off x="4986258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2-line64"/>
          <p:cNvSpPr/>
          <p:nvPr/>
        </p:nvSpPr>
        <p:spPr>
          <a:xfrm flipH="1" flipV="1">
            <a:off x="4961362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2-line65"/>
          <p:cNvSpPr/>
          <p:nvPr/>
        </p:nvSpPr>
        <p:spPr>
          <a:xfrm flipH="1" flipV="1">
            <a:off x="4926891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2-line66"/>
          <p:cNvSpPr/>
          <p:nvPr/>
        </p:nvSpPr>
        <p:spPr>
          <a:xfrm flipH="1" flipV="1">
            <a:off x="4830956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02-line67"/>
          <p:cNvSpPr/>
          <p:nvPr/>
        </p:nvSpPr>
        <p:spPr>
          <a:xfrm flipH="1" flipV="1">
            <a:off x="4830832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2-line68"/>
          <p:cNvSpPr/>
          <p:nvPr/>
        </p:nvSpPr>
        <p:spPr>
          <a:xfrm flipH="1" flipV="1">
            <a:off x="4770297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2-line69"/>
          <p:cNvSpPr/>
          <p:nvPr/>
        </p:nvSpPr>
        <p:spPr>
          <a:xfrm flipH="1" flipV="1">
            <a:off x="4702280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2-line70"/>
          <p:cNvSpPr/>
          <p:nvPr/>
        </p:nvSpPr>
        <p:spPr>
          <a:xfrm flipH="1" flipV="1">
            <a:off x="4627526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2-line71"/>
          <p:cNvSpPr/>
          <p:nvPr/>
        </p:nvSpPr>
        <p:spPr>
          <a:xfrm flipH="1" flipV="1">
            <a:off x="4516679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02-line72"/>
          <p:cNvSpPr/>
          <p:nvPr/>
        </p:nvSpPr>
        <p:spPr>
          <a:xfrm flipH="1" flipV="1">
            <a:off x="4461148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2-line73"/>
          <p:cNvSpPr/>
          <p:nvPr/>
        </p:nvSpPr>
        <p:spPr>
          <a:xfrm flipH="1" flipV="1">
            <a:off x="4371346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2-line74"/>
          <p:cNvSpPr/>
          <p:nvPr/>
        </p:nvSpPr>
        <p:spPr>
          <a:xfrm flipH="1" flipV="1">
            <a:off x="4278433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2-line75"/>
          <p:cNvSpPr/>
          <p:nvPr/>
        </p:nvSpPr>
        <p:spPr>
          <a:xfrm flipH="1" flipV="1">
            <a:off x="4183427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2-line76"/>
          <p:cNvSpPr/>
          <p:nvPr/>
        </p:nvSpPr>
        <p:spPr>
          <a:xfrm flipV="1">
            <a:off x="4087368" y="607070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8" name="S02-line77"/>
          <p:cNvSpPr/>
          <p:nvPr/>
        </p:nvSpPr>
        <p:spPr>
          <a:xfrm flipV="1">
            <a:off x="3986052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2-line78"/>
          <p:cNvSpPr/>
          <p:nvPr/>
        </p:nvSpPr>
        <p:spPr>
          <a:xfrm flipV="1">
            <a:off x="3885847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2-line79"/>
          <p:cNvSpPr/>
          <p:nvPr/>
        </p:nvSpPr>
        <p:spPr>
          <a:xfrm flipV="1">
            <a:off x="3787849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2-line80"/>
          <p:cNvSpPr/>
          <p:nvPr/>
        </p:nvSpPr>
        <p:spPr>
          <a:xfrm flipV="1">
            <a:off x="3693133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2-line81"/>
          <p:cNvSpPr/>
          <p:nvPr/>
        </p:nvSpPr>
        <p:spPr>
          <a:xfrm flipV="1">
            <a:off x="3602736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3" name="S02-line82"/>
          <p:cNvSpPr/>
          <p:nvPr/>
        </p:nvSpPr>
        <p:spPr>
          <a:xfrm flipV="1">
            <a:off x="3517649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2-line83"/>
          <p:cNvSpPr/>
          <p:nvPr/>
        </p:nvSpPr>
        <p:spPr>
          <a:xfrm flipV="1">
            <a:off x="3438804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2-line84"/>
          <p:cNvSpPr/>
          <p:nvPr/>
        </p:nvSpPr>
        <p:spPr>
          <a:xfrm flipV="1">
            <a:off x="3367064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2-line85"/>
          <p:cNvSpPr/>
          <p:nvPr/>
        </p:nvSpPr>
        <p:spPr>
          <a:xfrm flipV="1">
            <a:off x="3303217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2-line86"/>
          <p:cNvSpPr/>
          <p:nvPr/>
        </p:nvSpPr>
        <p:spPr>
          <a:xfrm flipV="1">
            <a:off x="3247961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8" name="S02-line87"/>
          <p:cNvSpPr/>
          <p:nvPr/>
        </p:nvSpPr>
        <p:spPr>
          <a:xfrm flipV="1">
            <a:off x="3201901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2-line88"/>
          <p:cNvSpPr/>
          <p:nvPr/>
        </p:nvSpPr>
        <p:spPr>
          <a:xfrm flipV="1">
            <a:off x="3165543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2-line89"/>
          <p:cNvSpPr/>
          <p:nvPr/>
        </p:nvSpPr>
        <p:spPr>
          <a:xfrm flipV="1">
            <a:off x="3139285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2-line90"/>
          <p:cNvSpPr/>
          <p:nvPr/>
        </p:nvSpPr>
        <p:spPr>
          <a:xfrm flipV="1">
            <a:off x="3123414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2-line91"/>
          <p:cNvSpPr/>
          <p:nvPr/>
        </p:nvSpPr>
        <p:spPr>
          <a:xfrm>
            <a:off x="3118104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3" name="S02-line92"/>
          <p:cNvSpPr/>
          <p:nvPr/>
        </p:nvSpPr>
        <p:spPr>
          <a:xfrm>
            <a:off x="3123414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2-line93"/>
          <p:cNvSpPr/>
          <p:nvPr/>
        </p:nvSpPr>
        <p:spPr>
          <a:xfrm>
            <a:off x="3139285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2-line94"/>
          <p:cNvSpPr/>
          <p:nvPr/>
        </p:nvSpPr>
        <p:spPr>
          <a:xfrm>
            <a:off x="3165543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2-line95"/>
          <p:cNvSpPr/>
          <p:nvPr/>
        </p:nvSpPr>
        <p:spPr>
          <a:xfrm>
            <a:off x="3201901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2-line96"/>
          <p:cNvSpPr/>
          <p:nvPr/>
        </p:nvSpPr>
        <p:spPr>
          <a:xfrm>
            <a:off x="3247961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8" name="S02-line97"/>
          <p:cNvSpPr/>
          <p:nvPr/>
        </p:nvSpPr>
        <p:spPr>
          <a:xfrm>
            <a:off x="3303217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2-line98"/>
          <p:cNvSpPr/>
          <p:nvPr/>
        </p:nvSpPr>
        <p:spPr>
          <a:xfrm>
            <a:off x="3367064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2-line99"/>
          <p:cNvSpPr/>
          <p:nvPr/>
        </p:nvSpPr>
        <p:spPr>
          <a:xfrm>
            <a:off x="3438804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2-line100"/>
          <p:cNvSpPr/>
          <p:nvPr/>
        </p:nvSpPr>
        <p:spPr>
          <a:xfrm>
            <a:off x="3517649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2-line101"/>
          <p:cNvSpPr/>
          <p:nvPr/>
        </p:nvSpPr>
        <p:spPr>
          <a:xfrm>
            <a:off x="3602736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3" name="S02-line102"/>
          <p:cNvSpPr/>
          <p:nvPr/>
        </p:nvSpPr>
        <p:spPr>
          <a:xfrm>
            <a:off x="3693133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2-line103"/>
          <p:cNvSpPr/>
          <p:nvPr/>
        </p:nvSpPr>
        <p:spPr>
          <a:xfrm>
            <a:off x="3787849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2-line104"/>
          <p:cNvSpPr/>
          <p:nvPr/>
        </p:nvSpPr>
        <p:spPr>
          <a:xfrm>
            <a:off x="3885847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2-line105"/>
          <p:cNvSpPr/>
          <p:nvPr/>
        </p:nvSpPr>
        <p:spPr>
          <a:xfrm>
            <a:off x="3986052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2-label106"/>
          <p:cNvSpPr txBox="1"/>
          <p:nvPr/>
        </p:nvSpPr>
        <p:spPr>
          <a:xfrm>
            <a:off x="4210355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98" name="S02-label107"/>
          <p:cNvSpPr txBox="1"/>
          <p:nvPr/>
        </p:nvSpPr>
        <p:spPr>
          <a:xfrm>
            <a:off x="4501204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99" name="S02-label108"/>
          <p:cNvSpPr txBox="1"/>
          <p:nvPr/>
        </p:nvSpPr>
        <p:spPr>
          <a:xfrm>
            <a:off x="4607662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00" name="S02-label109"/>
          <p:cNvSpPr txBox="1"/>
          <p:nvPr/>
        </p:nvSpPr>
        <p:spPr>
          <a:xfrm>
            <a:off x="4501204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01" name="S02-label110"/>
          <p:cNvSpPr txBox="1"/>
          <p:nvPr/>
        </p:nvSpPr>
        <p:spPr>
          <a:xfrm>
            <a:off x="4210355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102" name="S02-label111"/>
          <p:cNvSpPr txBox="1"/>
          <p:nvPr/>
        </p:nvSpPr>
        <p:spPr>
          <a:xfrm>
            <a:off x="3813048" y="582381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103" name="S02-label112"/>
          <p:cNvSpPr txBox="1"/>
          <p:nvPr/>
        </p:nvSpPr>
        <p:spPr>
          <a:xfrm>
            <a:off x="3415741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104" name="S02-label113"/>
          <p:cNvSpPr txBox="1"/>
          <p:nvPr/>
        </p:nvSpPr>
        <p:spPr>
          <a:xfrm>
            <a:off x="3124892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105" name="S02-label114"/>
          <p:cNvSpPr txBox="1"/>
          <p:nvPr/>
        </p:nvSpPr>
        <p:spPr>
          <a:xfrm>
            <a:off x="3018434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106" name="S02-label115"/>
          <p:cNvSpPr txBox="1"/>
          <p:nvPr/>
        </p:nvSpPr>
        <p:spPr>
          <a:xfrm>
            <a:off x="3124892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107" name="S02-label116"/>
          <p:cNvSpPr txBox="1"/>
          <p:nvPr/>
        </p:nvSpPr>
        <p:spPr>
          <a:xfrm>
            <a:off x="3415741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108" name="S02-label117"/>
          <p:cNvSpPr txBox="1"/>
          <p:nvPr/>
        </p:nvSpPr>
        <p:spPr>
          <a:xfrm>
            <a:off x="3813048" y="42345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109" name="S02-line118"/>
          <p:cNvSpPr/>
          <p:nvPr/>
        </p:nvSpPr>
        <p:spPr>
          <a:xfrm flipV="1">
            <a:off x="4087368" y="5078997"/>
            <a:ext cx="422086" cy="133083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10" name="S02-line119"/>
          <p:cNvSpPr/>
          <p:nvPr/>
        </p:nvSpPr>
        <p:spPr>
          <a:xfrm>
            <a:off x="4087368" y="5212080"/>
            <a:ext cx="321869" cy="557493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11" name="S02-pin120"/>
          <p:cNvSpPr/>
          <p:nvPr/>
        </p:nvSpPr>
        <p:spPr>
          <a:xfrm>
            <a:off x="4032504" y="515721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기록에 쓰는 것</a:t>
            </a:r>
            <a:endParaRPr lang="ko-KR" sz="4000" dirty="0"/>
          </a:p>
        </p:txBody>
      </p:sp>
      <p:sp>
        <p:nvSpPr>
          <p:cNvPr id="3" name="S03-card1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사람이 읽어도 똑같이 알 수 있게 써요.</a:t>
            </a:r>
            <a:endParaRPr lang="ko-KR" sz="3000" dirty="0"/>
          </a:p>
        </p:txBody>
      </p:sp>
      <p:sp>
        <p:nvSpPr>
          <p:cNvPr id="5" name="S03-card123"/>
          <p:cNvSpPr/>
          <p:nvPr/>
        </p:nvSpPr>
        <p:spPr>
          <a:xfrm>
            <a:off x="548640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24"/>
          <p:cNvSpPr txBox="1"/>
          <p:nvPr/>
        </p:nvSpPr>
        <p:spPr>
          <a:xfrm>
            <a:off x="822960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날짜·시각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관찰했나요?</a:t>
            </a:r>
            <a:endParaRPr lang="ko-KR" sz="3000" dirty="0"/>
          </a:p>
        </p:txBody>
      </p:sp>
      <p:sp>
        <p:nvSpPr>
          <p:cNvPr id="7" name="S03-card125"/>
          <p:cNvSpPr/>
          <p:nvPr/>
        </p:nvSpPr>
        <p:spPr>
          <a:xfrm>
            <a:off x="4322064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26"/>
          <p:cNvSpPr txBox="1"/>
          <p:nvPr/>
        </p:nvSpPr>
        <p:spPr>
          <a:xfrm>
            <a:off x="4596384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대상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관찰했나요?</a:t>
            </a:r>
            <a:endParaRPr lang="ko-KR" sz="3000" dirty="0"/>
          </a:p>
        </p:txBody>
      </p:sp>
      <p:sp>
        <p:nvSpPr>
          <p:cNvPr id="9" name="S03-card127"/>
          <p:cNvSpPr/>
          <p:nvPr/>
        </p:nvSpPr>
        <p:spPr>
          <a:xfrm>
            <a:off x="8095488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28"/>
          <p:cNvSpPr txBox="1"/>
          <p:nvPr/>
        </p:nvSpPr>
        <p:spPr>
          <a:xfrm>
            <a:off x="8369808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어떻게 두었나요?</a:t>
            </a:r>
            <a:endParaRPr lang="ko-KR" sz="3000" dirty="0"/>
          </a:p>
        </p:txBody>
      </p:sp>
      <p:sp>
        <p:nvSpPr>
          <p:cNvPr id="11" name="S03-card129"/>
          <p:cNvSpPr/>
          <p:nvPr/>
        </p:nvSpPr>
        <p:spPr>
          <a:xfrm>
            <a:off x="548640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130"/>
          <p:cNvSpPr txBox="1"/>
          <p:nvPr/>
        </p:nvSpPr>
        <p:spPr>
          <a:xfrm>
            <a:off x="822960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측정값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잰 수와 단위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3 cm, 5분</a:t>
            </a:r>
            <a:endParaRPr lang="ko-KR" sz="3000" dirty="0"/>
          </a:p>
        </p:txBody>
      </p:sp>
      <p:sp>
        <p:nvSpPr>
          <p:cNvPr id="13" name="S03-card131"/>
          <p:cNvSpPr/>
          <p:nvPr/>
        </p:nvSpPr>
        <p:spPr>
          <a:xfrm>
            <a:off x="4322064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3-cardtext132"/>
          <p:cNvSpPr txBox="1"/>
          <p:nvPr/>
        </p:nvSpPr>
        <p:spPr>
          <a:xfrm>
            <a:off x="4596384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메모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대로 그리고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짧게 써요.</a:t>
            </a:r>
            <a:endParaRPr lang="ko-KR" sz="3000" dirty="0"/>
          </a:p>
        </p:txBody>
      </p:sp>
      <p:sp>
        <p:nvSpPr>
          <p:cNvPr id="15" name="S03-card133"/>
          <p:cNvSpPr/>
          <p:nvPr/>
        </p:nvSpPr>
        <p:spPr>
          <a:xfrm>
            <a:off x="8095488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3-cardtext134"/>
          <p:cNvSpPr txBox="1"/>
          <p:nvPr/>
        </p:nvSpPr>
        <p:spPr>
          <a:xfrm>
            <a:off x="8369808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결과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칸을 나누어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따로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4-text135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크기 얼음 두 조각을 놓아요.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얼음이 먼저 다 녹을까요?</a:t>
            </a:r>
            <a:endParaRPr lang="ko-KR" sz="3000" dirty="0"/>
          </a:p>
        </p:txBody>
      </p:sp>
      <p:sp>
        <p:nvSpPr>
          <p:cNvPr id="4" name="S04-card1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1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말하고, 활동지 2의 ‘예상’ 줄에 써요.</a:t>
            </a:r>
            <a:endParaRPr lang="ko-KR" sz="3000" dirty="0"/>
          </a:p>
        </p:txBody>
      </p:sp>
      <p:sp>
        <p:nvSpPr>
          <p:cNvPr id="6" name="S04-chip138"/>
          <p:cNvSpPr txBox="1"/>
          <p:nvPr/>
        </p:nvSpPr>
        <p:spPr>
          <a:xfrm>
            <a:off x="1991868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4-card139"/>
          <p:cNvSpPr/>
          <p:nvPr/>
        </p:nvSpPr>
        <p:spPr>
          <a:xfrm>
            <a:off x="548640" y="3142488"/>
            <a:ext cx="3453384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140"/>
          <p:cNvSpPr txBox="1"/>
          <p:nvPr/>
        </p:nvSpPr>
        <p:spPr>
          <a:xfrm>
            <a:off x="822960" y="3279648"/>
            <a:ext cx="2904744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 위의 얼음</a:t>
            </a:r>
            <a:endParaRPr lang="ko-KR" sz="3000" dirty="0"/>
          </a:p>
        </p:txBody>
      </p:sp>
      <p:sp>
        <p:nvSpPr>
          <p:cNvPr id="9" name="S04-chip141"/>
          <p:cNvSpPr txBox="1"/>
          <p:nvPr/>
        </p:nvSpPr>
        <p:spPr>
          <a:xfrm>
            <a:off x="5811012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04-card142"/>
          <p:cNvSpPr/>
          <p:nvPr/>
        </p:nvSpPr>
        <p:spPr>
          <a:xfrm>
            <a:off x="4367784" y="3142488"/>
            <a:ext cx="3453384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143"/>
          <p:cNvSpPr txBox="1"/>
          <p:nvPr/>
        </p:nvSpPr>
        <p:spPr>
          <a:xfrm>
            <a:off x="4642104" y="3279648"/>
            <a:ext cx="2904744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든 컵 속의 얼음</a:t>
            </a:r>
            <a:endParaRPr lang="ko-KR" sz="3000" dirty="0"/>
          </a:p>
        </p:txBody>
      </p:sp>
      <p:sp>
        <p:nvSpPr>
          <p:cNvPr id="12" name="S04-chip144"/>
          <p:cNvSpPr txBox="1"/>
          <p:nvPr/>
        </p:nvSpPr>
        <p:spPr>
          <a:xfrm>
            <a:off x="9630156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04-card145"/>
          <p:cNvSpPr/>
          <p:nvPr/>
        </p:nvSpPr>
        <p:spPr>
          <a:xfrm>
            <a:off x="8186928" y="3142488"/>
            <a:ext cx="3453384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4-cardtext146"/>
          <p:cNvSpPr txBox="1"/>
          <p:nvPr/>
        </p:nvSpPr>
        <p:spPr>
          <a:xfrm>
            <a:off x="8461248" y="3279648"/>
            <a:ext cx="2904744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녹아요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얼음을 관찰하고 기록해요</a:t>
            </a:r>
            <a:endParaRPr lang="ko-KR" sz="4000" dirty="0"/>
          </a:p>
        </p:txBody>
      </p:sp>
      <p:sp>
        <p:nvSpPr>
          <p:cNvPr id="3" name="S05-card1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1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얼음을 입에 넣지 않아요. 흘린 물은 바로 닦아요.</a:t>
            </a:r>
            <a:endParaRPr lang="ko-KR" sz="3000" dirty="0"/>
          </a:p>
        </p:txBody>
      </p:sp>
      <p:sp>
        <p:nvSpPr>
          <p:cNvPr id="5" name="S05-card149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150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시각은 시계를 보고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수 뒤에 단위를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예상과 달라도 본 대로 써요</a:t>
            </a:r>
            <a:endParaRPr lang="ko-KR" sz="3000" dirty="0"/>
          </a:p>
        </p:txBody>
      </p:sp>
      <p:sp>
        <p:nvSpPr>
          <p:cNvPr id="7" name="S05-stepno151"/>
          <p:cNvSpPr txBox="1"/>
          <p:nvPr/>
        </p:nvSpPr>
        <p:spPr>
          <a:xfrm>
            <a:off x="548640" y="1781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152"/>
          <p:cNvSpPr txBox="1"/>
          <p:nvPr/>
        </p:nvSpPr>
        <p:spPr>
          <a:xfrm>
            <a:off x="1325880" y="1781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날짜와 장소를 활동지 2에 써요.</a:t>
            </a:r>
            <a:endParaRPr lang="ko-KR" sz="2400" dirty="0"/>
          </a:p>
        </p:txBody>
      </p:sp>
      <p:sp>
        <p:nvSpPr>
          <p:cNvPr id="9" name="S05-stepno153"/>
          <p:cNvSpPr txBox="1"/>
          <p:nvPr/>
        </p:nvSpPr>
        <p:spPr>
          <a:xfrm>
            <a:off x="548640" y="2494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154"/>
          <p:cNvSpPr txBox="1"/>
          <p:nvPr/>
        </p:nvSpPr>
        <p:spPr>
          <a:xfrm>
            <a:off x="1325880" y="2494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얼음의 길이를 자로 재어 써요.</a:t>
            </a:r>
            <a:endParaRPr lang="ko-KR" sz="2400" dirty="0"/>
          </a:p>
        </p:txBody>
      </p:sp>
      <p:sp>
        <p:nvSpPr>
          <p:cNvPr id="11" name="S05-stepno155"/>
          <p:cNvSpPr txBox="1"/>
          <p:nvPr/>
        </p:nvSpPr>
        <p:spPr>
          <a:xfrm>
            <a:off x="548640" y="32537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156"/>
          <p:cNvSpPr txBox="1"/>
          <p:nvPr/>
        </p:nvSpPr>
        <p:spPr>
          <a:xfrm>
            <a:off x="1325880" y="3208020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가는 접시에, 나는 물컵에 넣고 시각을 써요.</a:t>
            </a:r>
            <a:endParaRPr lang="ko-KR" sz="2400" dirty="0"/>
          </a:p>
        </p:txBody>
      </p:sp>
      <p:sp>
        <p:nvSpPr>
          <p:cNvPr id="13" name="S05-stepno157"/>
          <p:cNvSpPr txBox="1"/>
          <p:nvPr/>
        </p:nvSpPr>
        <p:spPr>
          <a:xfrm>
            <a:off x="548640" y="4116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5-text158"/>
          <p:cNvSpPr txBox="1"/>
          <p:nvPr/>
        </p:nvSpPr>
        <p:spPr>
          <a:xfrm>
            <a:off x="1325880" y="4116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 뒤, 10분 뒤에 모습을 써요.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기록의 예: 콩나물</a:t>
            </a:r>
            <a:endParaRPr lang="ko-KR" sz="4000" dirty="0"/>
          </a:p>
        </p:txBody>
      </p:sp>
      <p:sp>
        <p:nvSpPr>
          <p:cNvPr id="3" name="S06-text1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민지가 사흘 동안 콩나물을 관찰한 기록이에요.</a:t>
            </a:r>
            <a:endParaRPr lang="ko-KR" sz="3000" dirty="0"/>
          </a:p>
        </p:txBody>
      </p:sp>
      <p:sp>
        <p:nvSpPr>
          <p:cNvPr id="4" name="S06-card1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날짜와 단위가 있어서 얼마나 자랐는지 알 수 있어요.</a:t>
            </a:r>
            <a:endParaRPr lang="ko-KR" sz="3000" dirty="0"/>
          </a:p>
        </p:txBody>
      </p:sp>
      <p:graphicFrame>
        <p:nvGraphicFramePr>
          <p:cNvPr id="7" name="S06-table1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153666"/>
          <a:ext cx="10972800" cy="914400"/>
        </p:xfrm>
        <a:graphic>
          <a:graphicData uri="http://schemas.openxmlformats.org/drawingml/2006/table">
            <a:tbl>
              <a:tblPr/>
              <a:tblGrid>
                <a:gridCol w="2414016"/>
                <a:gridCol w="3291840"/>
                <a:gridCol w="1426464"/>
                <a:gridCol w="3840480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날짜·시각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길이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그림 메모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5일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오전 8시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어두운 곳,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하루 세 번 물 주기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cm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하얀 뿌리가 나옴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6일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오전 8시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cm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줄기가 길어짐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7일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오전 8시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cm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줄기가 더 길어짐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기록이 더 좋을까요?</a:t>
            </a:r>
            <a:endParaRPr lang="ko-KR" sz="4000" dirty="0"/>
          </a:p>
        </p:txBody>
      </p:sp>
      <p:sp>
        <p:nvSpPr>
          <p:cNvPr id="3" name="S07-card16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6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같은 콩나물을 관찰하고 기록했어요.</a:t>
            </a:r>
            <a:endParaRPr lang="ko-KR" sz="3000" dirty="0"/>
          </a:p>
        </p:txBody>
      </p:sp>
      <p:sp>
        <p:nvSpPr>
          <p:cNvPr id="5" name="S07-card1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좋은 기록은? 가 기록에 빠진 것은 무엇일까요?</a:t>
            </a:r>
            <a:endParaRPr lang="ko-KR" sz="3000" dirty="0"/>
          </a:p>
        </p:txBody>
      </p:sp>
      <p:sp>
        <p:nvSpPr>
          <p:cNvPr id="7" name="S07-chip16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7-text16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콩나물이 많이 컸다.</a:t>
            </a:r>
            <a:endParaRPr lang="ko-KR" sz="3000" dirty="0"/>
          </a:p>
        </p:txBody>
      </p:sp>
      <p:sp>
        <p:nvSpPr>
          <p:cNvPr id="9" name="S07-chip16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7-text17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7일 오전 8시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어두운 곳, 길이 4 cm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줄기가 길어짐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것을 찾아요</a:t>
            </a:r>
            <a:endParaRPr lang="ko-KR" sz="4000" dirty="0"/>
          </a:p>
        </p:txBody>
      </p:sp>
      <p:sp>
        <p:nvSpPr>
          <p:cNvPr id="3" name="S08-text1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기록에서 빠진 것을 찾아 말해요.</a:t>
            </a:r>
            <a:endParaRPr lang="ko-KR" sz="3000" dirty="0"/>
          </a:p>
        </p:txBody>
      </p:sp>
      <p:sp>
        <p:nvSpPr>
          <p:cNvPr id="4" name="S08-card1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1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S03의 여섯 가지를 하나씩 확인해요.</a:t>
            </a:r>
            <a:endParaRPr lang="ko-KR" sz="3000" dirty="0"/>
          </a:p>
        </p:txBody>
      </p:sp>
      <p:sp>
        <p:nvSpPr>
          <p:cNvPr id="6" name="S08-chip17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17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9일, 창가의 강낭콩. 키 6</a:t>
            </a:r>
            <a:endParaRPr lang="ko-KR" sz="3000" dirty="0"/>
          </a:p>
        </p:txBody>
      </p:sp>
      <p:sp>
        <p:nvSpPr>
          <p:cNvPr id="8" name="S08-chip17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17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화분에 물을 줬다. 잎이 3장.</a:t>
            </a:r>
            <a:endParaRPr lang="ko-KR" sz="3000" dirty="0"/>
          </a:p>
        </p:txBody>
      </p:sp>
      <p:sp>
        <p:nvSpPr>
          <p:cNvPr id="10" name="S08-chip17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8-text17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오후 3시, 거실. 얼음이 녹았다.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9-text1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2를 보며 빈칸을 말로 채워요.</a:t>
            </a:r>
            <a:endParaRPr lang="ko-KR" sz="3000" dirty="0"/>
          </a:p>
        </p:txBody>
      </p:sp>
      <p:sp>
        <p:nvSpPr>
          <p:cNvPr id="4" name="S09-card1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1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같았나요, 달랐나요?</a:t>
            </a:r>
            <a:endParaRPr lang="ko-KR" sz="3000" dirty="0"/>
          </a:p>
        </p:txBody>
      </p:sp>
      <p:graphicFrame>
        <p:nvGraphicFramePr>
          <p:cNvPr id="10" name="S09-table1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2615184"/>
                <a:gridCol w="3721608"/>
                <a:gridCol w="3721608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 접시 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 물컵 속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5분 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10분 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기록이 증거예요</a:t>
            </a:r>
            <a:endParaRPr lang="ko-KR" sz="4000" dirty="0"/>
          </a:p>
        </p:txBody>
      </p:sp>
      <p:sp>
        <p:nvSpPr>
          <p:cNvPr id="3" name="S10-text1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하나만 달랐는데 녹는 빠르기가 달랐어요.</a:t>
            </a:r>
            <a:endParaRPr lang="ko-KR" sz="3000" dirty="0"/>
          </a:p>
        </p:txBody>
      </p:sp>
      <p:sp>
        <p:nvSpPr>
          <p:cNvPr id="4" name="S10-card1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1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기록에는 조건을 꼭 써요.</a:t>
            </a:r>
            <a:endParaRPr lang="ko-KR" sz="3000" dirty="0"/>
          </a:p>
        </p:txBody>
      </p:sp>
      <p:sp>
        <p:nvSpPr>
          <p:cNvPr id="6" name="S10-card187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188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같게 한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 크기, 같은 방,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관찰한 시간</a:t>
            </a:r>
            <a:endParaRPr lang="ko-KR" sz="3000" dirty="0"/>
          </a:p>
        </p:txBody>
      </p:sp>
      <p:sp>
        <p:nvSpPr>
          <p:cNvPr id="8" name="S10-card189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0-cardtext190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다르게 한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놓아 둔 곳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(접시 위, 물컵 속)</a:t>
            </a:r>
            <a:endParaRPr lang="ko-KR" sz="3000" dirty="0"/>
          </a:p>
        </p:txBody>
      </p:sp>
      <p:sp>
        <p:nvSpPr>
          <p:cNvPr id="10" name="S10-card191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0-cardtext192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결과(기록)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물컵 속 얼음이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빨리 녹았어요.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19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1-text19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‘어제 베란다 화분 잎 4장’을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좋은 기록으로 고쳐 말해요.</a:t>
            </a:r>
            <a:endParaRPr lang="ko-KR" sz="3000" dirty="0"/>
          </a:p>
        </p:txBody>
      </p:sp>
      <p:sp>
        <p:nvSpPr>
          <p:cNvPr id="5" name="S11-chip19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1-text19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‘얼음 길이 3’에 무엇을 더 써야 할까요?</a:t>
            </a:r>
            <a:endParaRPr lang="ko-KR" sz="3000" dirty="0"/>
          </a:p>
        </p:txBody>
      </p:sp>
      <p:sp>
        <p:nvSpPr>
          <p:cNvPr id="7" name="S11-chip19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1-text19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얼음이 먼저 녹았나요?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기록의 어디를 보고 알았나요?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쓴 기록은?</a:t>
            </a:r>
            <a:endParaRPr lang="ko-KR" sz="4000" dirty="0"/>
          </a:p>
        </p:txBody>
      </p:sp>
      <p:sp>
        <p:nvSpPr>
          <p:cNvPr id="3" name="S13-text19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얼음의 길이를 잰 기록이에요.</a:t>
            </a:r>
            <a:endParaRPr lang="ko-KR" sz="3000" dirty="0"/>
          </a:p>
        </p:txBody>
      </p:sp>
      <p:sp>
        <p:nvSpPr>
          <p:cNvPr id="4" name="S13-card20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20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쓴 것을 고르고, 까닭을 말해요.</a:t>
            </a:r>
            <a:endParaRPr lang="ko-KR" sz="3000" dirty="0"/>
          </a:p>
        </p:txBody>
      </p:sp>
      <p:sp>
        <p:nvSpPr>
          <p:cNvPr id="6" name="S13-chip202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3-card203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204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길이: 3</a:t>
            </a:r>
            <a:endParaRPr lang="ko-KR" sz="3000" dirty="0"/>
          </a:p>
        </p:txBody>
      </p:sp>
      <p:sp>
        <p:nvSpPr>
          <p:cNvPr id="9" name="S13-chip205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3-card206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207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길이: 3 cm</a:t>
            </a:r>
            <a:endParaRPr lang="ko-KR" sz="3000" dirty="0"/>
          </a:p>
        </p:txBody>
      </p:sp>
      <p:sp>
        <p:nvSpPr>
          <p:cNvPr id="12" name="S13-chip208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3-card209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210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길이: 길다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11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12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기록에는 날짜·시각, 대상, 조건, 측정값과 단위,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메모를 쓰고, 예상과 결과는 나누어 써요.</a:t>
            </a:r>
            <a:endParaRPr lang="ko-KR" sz="3000" dirty="0"/>
          </a:p>
        </p:txBody>
      </p:sp>
      <p:sp>
        <p:nvSpPr>
          <p:cNvPr id="5" name="S14-chip213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수 뒤에 단위 쓰기</a:t>
            </a:r>
            <a:endParaRPr lang="ko-KR" sz="2400" dirty="0"/>
          </a:p>
        </p:txBody>
      </p:sp>
      <p:sp>
        <p:nvSpPr>
          <p:cNvPr id="6" name="S14-chip214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‘오늘’, ‘어제’로만 쓰기</a:t>
            </a:r>
            <a:endParaRPr lang="ko-KR" sz="2400" dirty="0"/>
          </a:p>
        </p:txBody>
      </p:sp>
      <p:sp>
        <p:nvSpPr>
          <p:cNvPr id="7" name="S14-text215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216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관찰 기록에 쓰는 것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가지는?</a:t>
            </a:r>
            <a:endParaRPr lang="ko-KR" sz="2400" dirty="0"/>
          </a:p>
        </p:txBody>
      </p:sp>
      <p:sp>
        <p:nvSpPr>
          <p:cNvPr id="9" name="S14-text217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‘키 5’에 빠진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것은?</a:t>
            </a:r>
            <a:endParaRPr lang="ko-KR" sz="2400" dirty="0"/>
          </a:p>
        </p:txBody>
      </p:sp>
      <p:sp>
        <p:nvSpPr>
          <p:cNvPr id="10" name="S14-text218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기록에 조건을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까닭은?</a:t>
            </a:r>
            <a:endParaRPr lang="ko-KR" sz="2400" dirty="0"/>
          </a:p>
        </p:txBody>
      </p:sp>
      <p:sp>
        <p:nvSpPr>
          <p:cNvPr id="11" name="S14-text21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감염병 예방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자와 시계 읽기</a:t>
            </a:r>
            <a:endParaRPr lang="ko-KR" sz="4000" dirty="0"/>
          </a:p>
        </p:txBody>
      </p:sp>
      <p:sp>
        <p:nvSpPr>
          <p:cNvPr id="3" name="S15-text2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자는 0 눈금에 맞추고, 시계는 짧은바늘부터 읽어요.</a:t>
            </a:r>
            <a:endParaRPr lang="ko-KR" sz="3000" dirty="0"/>
          </a:p>
        </p:txBody>
      </p:sp>
      <p:sp>
        <p:nvSpPr>
          <p:cNvPr id="4" name="S15-card2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2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긴바늘이 가리키는 숫자 1은 5분, 2는 10분이에요.</a:t>
            </a:r>
            <a:endParaRPr lang="ko-KR" sz="3000" dirty="0"/>
          </a:p>
        </p:txBody>
      </p:sp>
      <p:sp>
        <p:nvSpPr>
          <p:cNvPr id="6" name="S15-figure223" descr="6 cm 자 위에 0부터 3 cm까지 놓인 막대"/>
          <p:cNvSpPr/>
          <p:nvPr/>
        </p:nvSpPr>
        <p:spPr>
          <a:xfrm>
            <a:off x="640080" y="3132560"/>
            <a:ext cx="5202936" cy="1032936"/>
          </a:xfrm>
          <a:custGeom>
            <a:avLst/>
            <a:gdLst/>
            <a:ahLst/>
            <a:cxnLst/>
            <a:rect l="l" t="t" r="r" b="b"/>
            <a:pathLst>
              <a:path w="5202936" h="1032936">
                <a:moveTo>
                  <a:pt x="0" y="0"/>
                </a:moveTo>
                <a:lnTo>
                  <a:pt x="5202936" y="0"/>
                </a:lnTo>
                <a:lnTo>
                  <a:pt x="5202936" y="1032936"/>
                </a:lnTo>
                <a:lnTo>
                  <a:pt x="0" y="1032936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5-mark224"/>
          <p:cNvSpPr/>
          <p:nvPr/>
        </p:nvSpPr>
        <p:spPr>
          <a:xfrm>
            <a:off x="946135" y="3132560"/>
            <a:ext cx="0" cy="38256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" name="S15-label226"/>
          <p:cNvSpPr txBox="1"/>
          <p:nvPr/>
        </p:nvSpPr>
        <p:spPr>
          <a:xfrm>
            <a:off x="790687" y="35075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9" name="S15-mark227"/>
          <p:cNvSpPr/>
          <p:nvPr/>
        </p:nvSpPr>
        <p:spPr>
          <a:xfrm>
            <a:off x="1328704" y="3132560"/>
            <a:ext cx="0" cy="2677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5-mark228"/>
          <p:cNvSpPr/>
          <p:nvPr/>
        </p:nvSpPr>
        <p:spPr>
          <a:xfrm>
            <a:off x="1711273" y="3132560"/>
            <a:ext cx="0" cy="38256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1" name="S15-label230"/>
          <p:cNvSpPr txBox="1"/>
          <p:nvPr/>
        </p:nvSpPr>
        <p:spPr>
          <a:xfrm>
            <a:off x="1555825" y="35075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2" name="S15-mark231"/>
          <p:cNvSpPr/>
          <p:nvPr/>
        </p:nvSpPr>
        <p:spPr>
          <a:xfrm>
            <a:off x="2093842" y="3132560"/>
            <a:ext cx="0" cy="2677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5-mark232"/>
          <p:cNvSpPr/>
          <p:nvPr/>
        </p:nvSpPr>
        <p:spPr>
          <a:xfrm>
            <a:off x="2476410" y="3132560"/>
            <a:ext cx="0" cy="38256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4" name="S15-label234"/>
          <p:cNvSpPr txBox="1"/>
          <p:nvPr/>
        </p:nvSpPr>
        <p:spPr>
          <a:xfrm>
            <a:off x="2320962" y="35075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5" name="S15-mark235"/>
          <p:cNvSpPr/>
          <p:nvPr/>
        </p:nvSpPr>
        <p:spPr>
          <a:xfrm>
            <a:off x="2858979" y="3132560"/>
            <a:ext cx="0" cy="2677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5-mark236"/>
          <p:cNvSpPr/>
          <p:nvPr/>
        </p:nvSpPr>
        <p:spPr>
          <a:xfrm>
            <a:off x="3241548" y="3132560"/>
            <a:ext cx="0" cy="38256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S15-label238"/>
          <p:cNvSpPr txBox="1"/>
          <p:nvPr/>
        </p:nvSpPr>
        <p:spPr>
          <a:xfrm>
            <a:off x="3086100" y="35075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8" name="S15-mark239"/>
          <p:cNvSpPr/>
          <p:nvPr/>
        </p:nvSpPr>
        <p:spPr>
          <a:xfrm>
            <a:off x="3624117" y="3132560"/>
            <a:ext cx="0" cy="2677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5-mark240"/>
          <p:cNvSpPr/>
          <p:nvPr/>
        </p:nvSpPr>
        <p:spPr>
          <a:xfrm>
            <a:off x="4006686" y="3132560"/>
            <a:ext cx="0" cy="38256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0" name="S15-label242"/>
          <p:cNvSpPr txBox="1"/>
          <p:nvPr/>
        </p:nvSpPr>
        <p:spPr>
          <a:xfrm>
            <a:off x="3851238" y="35075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1" name="S15-mark243"/>
          <p:cNvSpPr/>
          <p:nvPr/>
        </p:nvSpPr>
        <p:spPr>
          <a:xfrm>
            <a:off x="4389254" y="3132560"/>
            <a:ext cx="0" cy="2677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5-mark244"/>
          <p:cNvSpPr/>
          <p:nvPr/>
        </p:nvSpPr>
        <p:spPr>
          <a:xfrm>
            <a:off x="4771823" y="3132560"/>
            <a:ext cx="0" cy="38256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3" name="S15-label246"/>
          <p:cNvSpPr txBox="1"/>
          <p:nvPr/>
        </p:nvSpPr>
        <p:spPr>
          <a:xfrm>
            <a:off x="4616375" y="35075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24" name="S15-mark247"/>
          <p:cNvSpPr/>
          <p:nvPr/>
        </p:nvSpPr>
        <p:spPr>
          <a:xfrm>
            <a:off x="5154392" y="3132560"/>
            <a:ext cx="0" cy="2677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5-mark248"/>
          <p:cNvSpPr/>
          <p:nvPr/>
        </p:nvSpPr>
        <p:spPr>
          <a:xfrm>
            <a:off x="5536961" y="3132560"/>
            <a:ext cx="0" cy="38256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6" name="S15-label250"/>
          <p:cNvSpPr txBox="1"/>
          <p:nvPr/>
        </p:nvSpPr>
        <p:spPr>
          <a:xfrm>
            <a:off x="5381513" y="35075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7" name="S15-mark251"/>
          <p:cNvSpPr/>
          <p:nvPr/>
        </p:nvSpPr>
        <p:spPr>
          <a:xfrm>
            <a:off x="946135" y="2635220"/>
            <a:ext cx="2295413" cy="306055"/>
          </a:xfrm>
          <a:custGeom>
            <a:avLst/>
            <a:gdLst/>
            <a:ahLst/>
            <a:cxnLst/>
            <a:rect l="l" t="t" r="r" b="b"/>
            <a:pathLst>
              <a:path w="2295413" h="306055">
                <a:moveTo>
                  <a:pt x="0" y="306055"/>
                </a:moveTo>
                <a:lnTo>
                  <a:pt x="2295413" y="306055"/>
                </a:lnTo>
                <a:lnTo>
                  <a:pt x="22954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5-mark252"/>
          <p:cNvSpPr/>
          <p:nvPr/>
        </p:nvSpPr>
        <p:spPr>
          <a:xfrm>
            <a:off x="946135" y="2941275"/>
            <a:ext cx="0" cy="191284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9" name="S15-mark253"/>
          <p:cNvSpPr/>
          <p:nvPr/>
        </p:nvSpPr>
        <p:spPr>
          <a:xfrm>
            <a:off x="3241548" y="2941275"/>
            <a:ext cx="0" cy="191284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30" name="S15-label254"/>
          <p:cNvSpPr txBox="1"/>
          <p:nvPr/>
        </p:nvSpPr>
        <p:spPr>
          <a:xfrm>
            <a:off x="548640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막대는 몇 cm?</a:t>
            </a:r>
            <a:endParaRPr lang="ko-KR" sz="2400" dirty="0"/>
          </a:p>
        </p:txBody>
      </p:sp>
      <p:sp>
        <p:nvSpPr>
          <p:cNvPr id="31" name="S15-figure255" descr="4시 10분을 가리키는 시계"/>
          <p:cNvSpPr/>
          <p:nvPr/>
        </p:nvSpPr>
        <p:spPr>
          <a:xfrm>
            <a:off x="7635240" y="2011680"/>
            <a:ext cx="2624328" cy="262432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32" name="S15-line256"/>
          <p:cNvSpPr/>
          <p:nvPr/>
        </p:nvSpPr>
        <p:spPr>
          <a:xfrm>
            <a:off x="8947404" y="2048256"/>
            <a:ext cx="0" cy="1443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15-line257"/>
          <p:cNvSpPr/>
          <p:nvPr/>
        </p:nvSpPr>
        <p:spPr>
          <a:xfrm flipH="1">
            <a:off x="9073881" y="2055244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5-line258"/>
          <p:cNvSpPr/>
          <p:nvPr/>
        </p:nvSpPr>
        <p:spPr>
          <a:xfrm flipH="1">
            <a:off x="9198973" y="2076131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5-line259"/>
          <p:cNvSpPr/>
          <p:nvPr/>
        </p:nvSpPr>
        <p:spPr>
          <a:xfrm flipH="1">
            <a:off x="9321308" y="2110688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5-line260"/>
          <p:cNvSpPr/>
          <p:nvPr/>
        </p:nvSpPr>
        <p:spPr>
          <a:xfrm flipH="1">
            <a:off x="9439547" y="215853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5-line261"/>
          <p:cNvSpPr/>
          <p:nvPr/>
        </p:nvSpPr>
        <p:spPr>
          <a:xfrm flipH="1">
            <a:off x="9513029" y="2219152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15-line262"/>
          <p:cNvSpPr/>
          <p:nvPr/>
        </p:nvSpPr>
        <p:spPr>
          <a:xfrm flipH="1">
            <a:off x="9658612" y="2291872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5-line263"/>
          <p:cNvSpPr/>
          <p:nvPr/>
        </p:nvSpPr>
        <p:spPr>
          <a:xfrm flipH="1">
            <a:off x="9757039" y="2375897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5-line264"/>
          <p:cNvSpPr/>
          <p:nvPr/>
        </p:nvSpPr>
        <p:spPr>
          <a:xfrm flipH="1">
            <a:off x="9846594" y="247030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5-line265"/>
          <p:cNvSpPr/>
          <p:nvPr/>
        </p:nvSpPr>
        <p:spPr>
          <a:xfrm flipH="1">
            <a:off x="9926298" y="257407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5-line266"/>
          <p:cNvSpPr/>
          <p:nvPr/>
        </p:nvSpPr>
        <p:spPr>
          <a:xfrm flipH="1">
            <a:off x="9927095" y="2686050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15-line267"/>
          <p:cNvSpPr/>
          <p:nvPr/>
        </p:nvSpPr>
        <p:spPr>
          <a:xfrm flipH="1">
            <a:off x="10052776" y="2805016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5-line268"/>
          <p:cNvSpPr/>
          <p:nvPr/>
        </p:nvSpPr>
        <p:spPr>
          <a:xfrm flipH="1">
            <a:off x="10098163" y="2929666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5-line269"/>
          <p:cNvSpPr/>
          <p:nvPr/>
        </p:nvSpPr>
        <p:spPr>
          <a:xfrm flipH="1">
            <a:off x="10130943" y="3058634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5-line270"/>
          <p:cNvSpPr/>
          <p:nvPr/>
        </p:nvSpPr>
        <p:spPr>
          <a:xfrm flipH="1">
            <a:off x="10150755" y="3190509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5-line271"/>
          <p:cNvSpPr/>
          <p:nvPr/>
        </p:nvSpPr>
        <p:spPr>
          <a:xfrm flipH="1">
            <a:off x="10078654" y="3323844"/>
            <a:ext cx="14433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15-line272"/>
          <p:cNvSpPr/>
          <p:nvPr/>
        </p:nvSpPr>
        <p:spPr>
          <a:xfrm flipH="1" flipV="1">
            <a:off x="10150755" y="3450321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5-line273"/>
          <p:cNvSpPr/>
          <p:nvPr/>
        </p:nvSpPr>
        <p:spPr>
          <a:xfrm flipH="1" flipV="1">
            <a:off x="10130943" y="3575413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5-line274"/>
          <p:cNvSpPr/>
          <p:nvPr/>
        </p:nvSpPr>
        <p:spPr>
          <a:xfrm flipH="1" flipV="1">
            <a:off x="10098163" y="3697748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5-line275"/>
          <p:cNvSpPr/>
          <p:nvPr/>
        </p:nvSpPr>
        <p:spPr>
          <a:xfrm flipH="1" flipV="1">
            <a:off x="10052776" y="3815987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5-line276"/>
          <p:cNvSpPr/>
          <p:nvPr/>
        </p:nvSpPr>
        <p:spPr>
          <a:xfrm flipH="1" flipV="1">
            <a:off x="9927095" y="3889469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15-line277"/>
          <p:cNvSpPr/>
          <p:nvPr/>
        </p:nvSpPr>
        <p:spPr>
          <a:xfrm flipH="1" flipV="1">
            <a:off x="9926298" y="403505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5-line278"/>
          <p:cNvSpPr/>
          <p:nvPr/>
        </p:nvSpPr>
        <p:spPr>
          <a:xfrm flipH="1" flipV="1">
            <a:off x="9846594" y="413347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5-line279"/>
          <p:cNvSpPr/>
          <p:nvPr/>
        </p:nvSpPr>
        <p:spPr>
          <a:xfrm flipH="1" flipV="1">
            <a:off x="9757039" y="4223034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5-line280"/>
          <p:cNvSpPr/>
          <p:nvPr/>
        </p:nvSpPr>
        <p:spPr>
          <a:xfrm flipH="1" flipV="1">
            <a:off x="9658612" y="4302738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5-line281"/>
          <p:cNvSpPr/>
          <p:nvPr/>
        </p:nvSpPr>
        <p:spPr>
          <a:xfrm flipH="1" flipV="1">
            <a:off x="9513029" y="4303535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15-line282"/>
          <p:cNvSpPr/>
          <p:nvPr/>
        </p:nvSpPr>
        <p:spPr>
          <a:xfrm flipH="1" flipV="1">
            <a:off x="9439547" y="442921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5-line283"/>
          <p:cNvSpPr/>
          <p:nvPr/>
        </p:nvSpPr>
        <p:spPr>
          <a:xfrm flipH="1" flipV="1">
            <a:off x="9321308" y="4474603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5-line284"/>
          <p:cNvSpPr/>
          <p:nvPr/>
        </p:nvSpPr>
        <p:spPr>
          <a:xfrm flipH="1" flipV="1">
            <a:off x="9198973" y="4507383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5-line285"/>
          <p:cNvSpPr/>
          <p:nvPr/>
        </p:nvSpPr>
        <p:spPr>
          <a:xfrm flipH="1" flipV="1">
            <a:off x="9073881" y="4527195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5-line286"/>
          <p:cNvSpPr/>
          <p:nvPr/>
        </p:nvSpPr>
        <p:spPr>
          <a:xfrm flipV="1">
            <a:off x="8947404" y="4455094"/>
            <a:ext cx="0" cy="1443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15-line287"/>
          <p:cNvSpPr/>
          <p:nvPr/>
        </p:nvSpPr>
        <p:spPr>
          <a:xfrm flipV="1">
            <a:off x="8814069" y="4527195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5-line288"/>
          <p:cNvSpPr/>
          <p:nvPr/>
        </p:nvSpPr>
        <p:spPr>
          <a:xfrm flipV="1">
            <a:off x="8682194" y="4507383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5-line289"/>
          <p:cNvSpPr/>
          <p:nvPr/>
        </p:nvSpPr>
        <p:spPr>
          <a:xfrm flipV="1">
            <a:off x="8553226" y="4474603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5-line290"/>
          <p:cNvSpPr/>
          <p:nvPr/>
        </p:nvSpPr>
        <p:spPr>
          <a:xfrm flipV="1">
            <a:off x="8428576" y="442921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5-line291"/>
          <p:cNvSpPr/>
          <p:nvPr/>
        </p:nvSpPr>
        <p:spPr>
          <a:xfrm flipV="1">
            <a:off x="8309610" y="4303535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8" name="S15-line292"/>
          <p:cNvSpPr/>
          <p:nvPr/>
        </p:nvSpPr>
        <p:spPr>
          <a:xfrm flipV="1">
            <a:off x="8197632" y="4302738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15-line293"/>
          <p:cNvSpPr/>
          <p:nvPr/>
        </p:nvSpPr>
        <p:spPr>
          <a:xfrm flipV="1">
            <a:off x="8093869" y="4223034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15-line294"/>
          <p:cNvSpPr/>
          <p:nvPr/>
        </p:nvSpPr>
        <p:spPr>
          <a:xfrm flipV="1">
            <a:off x="7999457" y="413347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15-line295"/>
          <p:cNvSpPr/>
          <p:nvPr/>
        </p:nvSpPr>
        <p:spPr>
          <a:xfrm flipV="1">
            <a:off x="7915432" y="403505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15-line296"/>
          <p:cNvSpPr/>
          <p:nvPr/>
        </p:nvSpPr>
        <p:spPr>
          <a:xfrm flipV="1">
            <a:off x="7842712" y="3889469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3" name="S15-line297"/>
          <p:cNvSpPr/>
          <p:nvPr/>
        </p:nvSpPr>
        <p:spPr>
          <a:xfrm flipV="1">
            <a:off x="7782096" y="3815987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15-line298"/>
          <p:cNvSpPr/>
          <p:nvPr/>
        </p:nvSpPr>
        <p:spPr>
          <a:xfrm flipV="1">
            <a:off x="7734248" y="3697748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15-line299"/>
          <p:cNvSpPr/>
          <p:nvPr/>
        </p:nvSpPr>
        <p:spPr>
          <a:xfrm flipV="1">
            <a:off x="7699691" y="3575413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15-line300"/>
          <p:cNvSpPr/>
          <p:nvPr/>
        </p:nvSpPr>
        <p:spPr>
          <a:xfrm flipV="1">
            <a:off x="7678804" y="3450321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15-line301"/>
          <p:cNvSpPr/>
          <p:nvPr/>
        </p:nvSpPr>
        <p:spPr>
          <a:xfrm>
            <a:off x="7671816" y="3323844"/>
            <a:ext cx="14433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8" name="S15-line302"/>
          <p:cNvSpPr/>
          <p:nvPr/>
        </p:nvSpPr>
        <p:spPr>
          <a:xfrm>
            <a:off x="7678804" y="3190509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15-line303"/>
          <p:cNvSpPr/>
          <p:nvPr/>
        </p:nvSpPr>
        <p:spPr>
          <a:xfrm>
            <a:off x="7699691" y="3058634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15-line304"/>
          <p:cNvSpPr/>
          <p:nvPr/>
        </p:nvSpPr>
        <p:spPr>
          <a:xfrm>
            <a:off x="7734248" y="2929666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15-line305"/>
          <p:cNvSpPr/>
          <p:nvPr/>
        </p:nvSpPr>
        <p:spPr>
          <a:xfrm>
            <a:off x="7782096" y="2805016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15-line306"/>
          <p:cNvSpPr/>
          <p:nvPr/>
        </p:nvSpPr>
        <p:spPr>
          <a:xfrm>
            <a:off x="7842712" y="2686050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3" name="S15-line307"/>
          <p:cNvSpPr/>
          <p:nvPr/>
        </p:nvSpPr>
        <p:spPr>
          <a:xfrm>
            <a:off x="7915432" y="257407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15-line308"/>
          <p:cNvSpPr/>
          <p:nvPr/>
        </p:nvSpPr>
        <p:spPr>
          <a:xfrm>
            <a:off x="7999457" y="247030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15-line309"/>
          <p:cNvSpPr/>
          <p:nvPr/>
        </p:nvSpPr>
        <p:spPr>
          <a:xfrm>
            <a:off x="8093869" y="2375897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5-line310"/>
          <p:cNvSpPr/>
          <p:nvPr/>
        </p:nvSpPr>
        <p:spPr>
          <a:xfrm>
            <a:off x="8197632" y="2291872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5-line311"/>
          <p:cNvSpPr/>
          <p:nvPr/>
        </p:nvSpPr>
        <p:spPr>
          <a:xfrm>
            <a:off x="8309610" y="2219152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8" name="S15-line312"/>
          <p:cNvSpPr/>
          <p:nvPr/>
        </p:nvSpPr>
        <p:spPr>
          <a:xfrm>
            <a:off x="8428576" y="215853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5-line313"/>
          <p:cNvSpPr/>
          <p:nvPr/>
        </p:nvSpPr>
        <p:spPr>
          <a:xfrm>
            <a:off x="8553226" y="2110688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5-line314"/>
          <p:cNvSpPr/>
          <p:nvPr/>
        </p:nvSpPr>
        <p:spPr>
          <a:xfrm>
            <a:off x="8682194" y="2076131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5-line315"/>
          <p:cNvSpPr/>
          <p:nvPr/>
        </p:nvSpPr>
        <p:spPr>
          <a:xfrm>
            <a:off x="8814069" y="2055244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5-label316"/>
          <p:cNvSpPr txBox="1"/>
          <p:nvPr/>
        </p:nvSpPr>
        <p:spPr>
          <a:xfrm>
            <a:off x="9191389" y="22432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93" name="S15-label317"/>
          <p:cNvSpPr txBox="1"/>
          <p:nvPr/>
        </p:nvSpPr>
        <p:spPr>
          <a:xfrm>
            <a:off x="9570814" y="26226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4" name="S15-label318"/>
          <p:cNvSpPr txBox="1"/>
          <p:nvPr/>
        </p:nvSpPr>
        <p:spPr>
          <a:xfrm>
            <a:off x="9709694" y="31409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95" name="S15-label319"/>
          <p:cNvSpPr txBox="1"/>
          <p:nvPr/>
        </p:nvSpPr>
        <p:spPr>
          <a:xfrm>
            <a:off x="9570814" y="36592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96" name="S15-label320"/>
          <p:cNvSpPr txBox="1"/>
          <p:nvPr/>
        </p:nvSpPr>
        <p:spPr>
          <a:xfrm>
            <a:off x="9191389" y="40386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97" name="S15-label321"/>
          <p:cNvSpPr txBox="1"/>
          <p:nvPr/>
        </p:nvSpPr>
        <p:spPr>
          <a:xfrm>
            <a:off x="8673084" y="41775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98" name="S15-label322"/>
          <p:cNvSpPr txBox="1"/>
          <p:nvPr/>
        </p:nvSpPr>
        <p:spPr>
          <a:xfrm>
            <a:off x="8154779" y="40386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99" name="S15-label323"/>
          <p:cNvSpPr txBox="1"/>
          <p:nvPr/>
        </p:nvSpPr>
        <p:spPr>
          <a:xfrm>
            <a:off x="7775354" y="36592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100" name="S15-label324"/>
          <p:cNvSpPr txBox="1"/>
          <p:nvPr/>
        </p:nvSpPr>
        <p:spPr>
          <a:xfrm>
            <a:off x="7636474" y="31409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101" name="S15-label325"/>
          <p:cNvSpPr txBox="1"/>
          <p:nvPr/>
        </p:nvSpPr>
        <p:spPr>
          <a:xfrm>
            <a:off x="7775354" y="26226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102" name="S15-label326"/>
          <p:cNvSpPr txBox="1"/>
          <p:nvPr/>
        </p:nvSpPr>
        <p:spPr>
          <a:xfrm>
            <a:off x="8154779" y="22432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200" dirty="0"/>
          </a:p>
        </p:txBody>
      </p:sp>
      <p:sp>
        <p:nvSpPr>
          <p:cNvPr id="103" name="S15-label327"/>
          <p:cNvSpPr txBox="1"/>
          <p:nvPr/>
        </p:nvSpPr>
        <p:spPr>
          <a:xfrm>
            <a:off x="8673084" y="21043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200" dirty="0"/>
          </a:p>
        </p:txBody>
      </p:sp>
      <p:sp>
        <p:nvSpPr>
          <p:cNvPr id="104" name="S15-line328"/>
          <p:cNvSpPr/>
          <p:nvPr/>
        </p:nvSpPr>
        <p:spPr>
          <a:xfrm>
            <a:off x="8947404" y="3323844"/>
            <a:ext cx="472939" cy="33115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05" name="S15-line329"/>
          <p:cNvSpPr/>
          <p:nvPr/>
        </p:nvSpPr>
        <p:spPr>
          <a:xfrm flipV="1">
            <a:off x="8947404" y="2903952"/>
            <a:ext cx="727275" cy="419892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06" name="S15-pin330"/>
          <p:cNvSpPr/>
          <p:nvPr/>
        </p:nvSpPr>
        <p:spPr>
          <a:xfrm>
            <a:off x="8892540" y="326898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7" name="S15-label331"/>
          <p:cNvSpPr txBox="1"/>
          <p:nvPr/>
        </p:nvSpPr>
        <p:spPr>
          <a:xfrm>
            <a:off x="6254496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 몇 분?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과학 관찰 기록하기</dc:title>
  <dc:subject>KR22-G03-SCI-RECORD-L01</dc:subject>
  <dc:creator>education-ppt</dc:creator>
  <cp:lastModifiedBy>education-ppt</cp:lastModifiedBy>
  <cp:revision>1</cp:revision>
  <dcterms:created xsi:type="dcterms:W3CDTF">2026-10-26T09:53:04Z</dcterms:created>
  <dcterms:modified xsi:type="dcterms:W3CDTF">2026-10-26T09:53:04Z</dcterms:modified>
</cp:coreProperties>
</file>