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7ce41d8-5897-4766-0a04-561b00943709}">
          <p14:sldIdLst>
            <p14:sldId id="256"/>
            <p14:sldId id="257"/>
          </p14:sldIdLst>
        </p14:section>
        <p14:section name="개념" id="{687e8cef-9b40-7d01-2ffc-e4a0e6529dd0}">
          <p14:sldIdLst>
            <p14:sldId id="258"/>
            <p14:sldId id="263"/>
            <p14:sldId id="264"/>
            <p14:sldId id="265"/>
            <p14:sldId id="266"/>
          </p14:sldIdLst>
        </p14:section>
        <p14:section name="연습" id="{1a4a01f4-5fb3-c477-258d-1e876569b1f1}">
          <p14:sldIdLst>
            <p14:sldId id="259"/>
            <p14:sldId id="260"/>
            <p14:sldId id="261"/>
            <p14:sldId id="262"/>
            <p14:sldId id="267"/>
          </p14:sldIdLst>
        </p14:section>
        <p14:section name="개념" id="{36946361-2f51-fdf1-6ddc-58a5b5ca0140}">
          <p14:sldIdLst/>
        </p14:section>
        <p14:section name="연습" id="{9869c330-e068-27ba-76bf-2f681b41d9d0}">
          <p14:sldIdLst/>
        </p14:section>
        <p14:section name="확인" id="{73360811-3d06-3b7d-c4fd-4c49eb6eec34}">
          <p14:sldIdLst>
            <p14:sldId id="268"/>
            <p14:sldId id="269"/>
          </p14:sldIdLst>
        </p14:section>
        <p14:section name="정리" id="{a0393cdf-abfe-7429-4f87-47cfdcad4e49}">
          <p14:sldIdLst>
            <p14:sldId id="270"/>
          </p14:sldIdLst>
        </p14:section>
        <p14:section name="보충" id="{cbb45f3b-9ee9-2d9d-ee1e-e337fb46f194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건강과탐구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감염병 예방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감염병 예방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감염병 예방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 예방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감기는 어떻게 다른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사람에게 옮을까?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감염병이 퍼지는 길을 실험으로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퍼지는 길을 막는 습관을 이어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꼭 쓰는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말해요.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언제 손을 씻나요?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감염병과 병원체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감염병은 병원체가 몸에 들어와 생기고,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사람에게 옮을 수 있는 병이에요.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병원체는 너무 작아서 눈에 보이지 않아요.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548640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병을 일으키는 아주 작은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세균이나 바이러스</a:t>
            </a:r>
            <a:endParaRPr lang="ko-KR" sz="3000" dirty="0"/>
          </a:p>
        </p:txBody>
      </p:sp>
      <p:sp>
        <p:nvSpPr>
          <p:cNvPr id="8" name="S03-card12"/>
          <p:cNvSpPr/>
          <p:nvPr/>
        </p:nvSpPr>
        <p:spPr>
          <a:xfrm>
            <a:off x="6208776" y="268224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6483096" y="281940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감염병의 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감기, 독감처럼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사람에게 옮는 병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가루를 병원체라고 생각해요.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말하고, 활동지 2의 ‘예상’ 칸에 써요.</a:t>
            </a:r>
            <a:endParaRPr lang="ko-KR" sz="3000" dirty="0"/>
          </a:p>
        </p:txBody>
      </p:sp>
      <p:sp>
        <p:nvSpPr>
          <p:cNvPr id="6" name="S04-chip1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4-text1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 묻은 손으로 만진 공을 부모님이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만지면, 부모님 손은 어떻게 될까요?</a:t>
            </a:r>
            <a:endParaRPr lang="ko-KR" sz="3000" dirty="0"/>
          </a:p>
        </p:txBody>
      </p:sp>
      <p:sp>
        <p:nvSpPr>
          <p:cNvPr id="8" name="S04-chip1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4-text2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물로만 10초 씻은 손과 비누로 30초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씻은 손 중 어느 쪽이 깨끗할까요?</a:t>
            </a:r>
            <a:endParaRPr lang="ko-KR" sz="3000" dirty="0"/>
          </a:p>
        </p:txBody>
      </p:sp>
      <p:sp>
        <p:nvSpPr>
          <p:cNvPr id="10" name="S04-chip2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4-text2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분무기 앞을 휴지로 가리고 뿌리면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어떻게 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가루로 병원체 흉내 내기</a:t>
            </a:r>
            <a:endParaRPr lang="ko-KR" sz="4000" dirty="0"/>
          </a:p>
        </p:txBody>
      </p:sp>
      <p:sp>
        <p:nvSpPr>
          <p:cNvPr id="3" name="S05-card2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가루 묻은 손으로 눈을 비비지 않아요. 흘린 가루와 물은 바로 닦아요.</a:t>
            </a:r>
            <a:endParaRPr lang="ko-KR" sz="3000" dirty="0"/>
          </a:p>
        </p:txBody>
      </p:sp>
      <p:sp>
        <p:nvSpPr>
          <p:cNvPr id="5" name="S05-card25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6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가루가 옮겨 간 곳을 찾아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번 씻은 뒤의 손을 비교해요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대로 활동지 2에 써요</a:t>
            </a:r>
            <a:endParaRPr lang="ko-KR" sz="3000" dirty="0"/>
          </a:p>
        </p:txBody>
      </p:sp>
      <p:sp>
        <p:nvSpPr>
          <p:cNvPr id="7" name="S05-stepno27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8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핸드크림을 바르고 가루를 묻혀요.</a:t>
            </a:r>
            <a:endParaRPr lang="ko-KR" sz="2400" dirty="0"/>
          </a:p>
        </p:txBody>
      </p:sp>
      <p:sp>
        <p:nvSpPr>
          <p:cNvPr id="9" name="S05-stepno29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0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손으로 공을 만지고, 부모님이 그 공을 만져요.</a:t>
            </a:r>
            <a:endParaRPr lang="ko-KR" sz="2400" dirty="0"/>
          </a:p>
        </p:txBody>
      </p:sp>
      <p:sp>
        <p:nvSpPr>
          <p:cNvPr id="11" name="S05-stepno31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2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물로만 10초 씻고 손을 살펴봐요.</a:t>
            </a:r>
            <a:endParaRPr lang="ko-KR" sz="2400" dirty="0"/>
          </a:p>
        </p:txBody>
      </p:sp>
      <p:sp>
        <p:nvSpPr>
          <p:cNvPr id="13" name="S05-stepno33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4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비누로 30초 넘게 씻고 다시 살펴봐요.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분무기로 기침 흉내 내기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분무기를 기침하는 입이라고 생각해요.</a:t>
            </a:r>
            <a:endParaRPr lang="ko-KR" sz="30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분무기에는 물만 넣어요. 사람 쪽으로 뿌리지 않아요.</a:t>
            </a:r>
            <a:endParaRPr lang="ko-KR" sz="3000" dirty="0"/>
          </a:p>
        </p:txBody>
      </p:sp>
      <p:sp>
        <p:nvSpPr>
          <p:cNvPr id="6" name="S06-card3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두 번 모두 30 cm에서 뿌려요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물방울 자국을 비교해 말해요</a:t>
            </a:r>
            <a:endParaRPr lang="ko-KR" sz="3000" dirty="0"/>
          </a:p>
        </p:txBody>
      </p:sp>
      <p:sp>
        <p:nvSpPr>
          <p:cNvPr id="8" name="S06-stepno40"/>
          <p:cNvSpPr txBox="1"/>
          <p:nvPr/>
        </p:nvSpPr>
        <p:spPr>
          <a:xfrm>
            <a:off x="548640" y="20726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1"/>
          <p:cNvSpPr txBox="1"/>
          <p:nvPr/>
        </p:nvSpPr>
        <p:spPr>
          <a:xfrm>
            <a:off x="1325880" y="20269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벽에 색 도화지를 붙이고 30 cm 떨어져요.</a:t>
            </a:r>
            <a:endParaRPr lang="ko-KR" sz="2400" dirty="0"/>
          </a:p>
        </p:txBody>
      </p:sp>
      <p:sp>
        <p:nvSpPr>
          <p:cNvPr id="10" name="S06-stepno42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43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쪽으로 분무기를 한 번 뿌려요.</a:t>
            </a:r>
            <a:endParaRPr lang="ko-KR" sz="2400" dirty="0"/>
          </a:p>
        </p:txBody>
      </p:sp>
      <p:sp>
        <p:nvSpPr>
          <p:cNvPr id="12" name="S06-stepno44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45"/>
          <p:cNvSpPr txBox="1"/>
          <p:nvPr/>
        </p:nvSpPr>
        <p:spPr>
          <a:xfrm>
            <a:off x="1325880" y="364845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종이로 바꾸고, 분무기 앞을 휴지로 가리고 뿌려요.</a:t>
            </a:r>
            <a:endParaRPr lang="ko-KR" sz="2400" dirty="0"/>
          </a:p>
        </p:txBody>
      </p:sp>
      <p:sp>
        <p:nvSpPr>
          <p:cNvPr id="14" name="S06-stepno46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47"/>
          <p:cNvSpPr txBox="1"/>
          <p:nvPr/>
        </p:nvSpPr>
        <p:spPr>
          <a:xfrm>
            <a:off x="1325880" y="4556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종이의 물방울 자국을 비교해요.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7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3000" dirty="0"/>
          </a:p>
        </p:txBody>
      </p:sp>
      <p:sp>
        <p:nvSpPr>
          <p:cNvPr id="4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것과 다른 것을 찾아봐요.</a:t>
            </a:r>
            <a:endParaRPr lang="ko-KR" sz="3000" dirty="0"/>
          </a:p>
        </p:txBody>
      </p:sp>
      <p:graphicFrame>
        <p:nvGraphicFramePr>
          <p:cNvPr id="8" name="S07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1408"/>
          <a:ext cx="10058400" cy="914400"/>
        </p:xfrm>
        <a:graphic>
          <a:graphicData uri="http://schemas.openxmlformats.org/drawingml/2006/table">
            <a:tbl>
              <a:tblPr/>
              <a:tblGrid>
                <a:gridCol w="4526280"/>
                <a:gridCol w="5532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공을 만진 부모님 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물로만 10초 씻은 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비누로 30초 씻은 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가리지 않고 뿌린 종이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휴지로 가리고 뿌린 종이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감염병이 퍼지는 길</a:t>
            </a:r>
            <a:endParaRPr lang="ko-KR" sz="4000" dirty="0"/>
          </a:p>
        </p:txBody>
      </p:sp>
      <p:sp>
        <p:nvSpPr>
          <p:cNvPr id="3" name="S08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실험에서 본 것처럼 병원체는 이런 길로 퍼져요.</a:t>
            </a:r>
            <a:endParaRPr lang="ko-KR" sz="3000" dirty="0"/>
          </a:p>
        </p:txBody>
      </p:sp>
      <p:sp>
        <p:nvSpPr>
          <p:cNvPr id="4" name="S08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가루는 흉내 낸 모형이에요. 진짜 병원체는 보이지 않아요.</a:t>
            </a:r>
            <a:endParaRPr lang="ko-KR" sz="3000" dirty="0"/>
          </a:p>
        </p:txBody>
      </p:sp>
      <p:sp>
        <p:nvSpPr>
          <p:cNvPr id="6" name="S08-card5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5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침방울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기침·재채기를 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침방울이 튀어 나가요.</a:t>
            </a:r>
            <a:endParaRPr lang="ko-KR" sz="3000" dirty="0"/>
          </a:p>
        </p:txBody>
      </p:sp>
      <p:sp>
        <p:nvSpPr>
          <p:cNvPr id="8" name="S08-card5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5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병원체가 묻은 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눈·코·입을 만져요.</a:t>
            </a:r>
            <a:endParaRPr lang="ko-KR" sz="3000" dirty="0"/>
          </a:p>
        </p:txBody>
      </p:sp>
      <p:sp>
        <p:nvSpPr>
          <p:cNvPr id="10" name="S08-card5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여럿이 만지는 손잡이나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장난감에 묻어요.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퍼지는 길을 막는 습관</a:t>
            </a:r>
            <a:endParaRPr lang="ko-KR" sz="4000" dirty="0"/>
          </a:p>
        </p:txBody>
      </p:sp>
      <p:sp>
        <p:nvSpPr>
          <p:cNvPr id="3" name="S09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습관마다 막는 길이 있어요.</a:t>
            </a:r>
            <a:endParaRPr lang="ko-KR" sz="3000" dirty="0"/>
          </a:p>
        </p:txBody>
      </p:sp>
      <p:graphicFrame>
        <p:nvGraphicFramePr>
          <p:cNvPr id="10" name="S09-table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996694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724204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퍼지는 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막는 습관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침방울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기침 예절, 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비누로 30초 넘게 손 씻기,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눈·코·입 만지지 않기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 씻기, 수건·컵 따로 쓰기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비누로 30초 손 씻기</a:t>
            </a:r>
            <a:endParaRPr lang="ko-KR" sz="40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물에 비누 거품을 내어 30초 넘게 문질러요.</a:t>
            </a:r>
            <a:endParaRPr lang="ko-KR" sz="3000" dirty="0"/>
          </a:p>
        </p:txBody>
      </p:sp>
      <p:sp>
        <p:nvSpPr>
          <p:cNvPr id="4" name="S10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물에 헹구고 깨끗한 수건으로 닦아요.</a:t>
            </a:r>
            <a:endParaRPr lang="ko-KR" sz="3000" dirty="0"/>
          </a:p>
        </p:txBody>
      </p:sp>
      <p:sp>
        <p:nvSpPr>
          <p:cNvPr id="6" name="S10-stepno6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8"/>
          <p:cNvSpPr txBox="1"/>
          <p:nvPr/>
        </p:nvSpPr>
        <p:spPr>
          <a:xfrm>
            <a:off x="1325880" y="22219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손바닥끼리 문질러요.</a:t>
            </a:r>
            <a:endParaRPr lang="ko-KR" sz="3000" dirty="0"/>
          </a:p>
        </p:txBody>
      </p:sp>
      <p:sp>
        <p:nvSpPr>
          <p:cNvPr id="8" name="S10-stepno6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0"/>
          <p:cNvSpPr txBox="1"/>
          <p:nvPr/>
        </p:nvSpPr>
        <p:spPr>
          <a:xfrm>
            <a:off x="1325880" y="29352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손등을 문질러요.</a:t>
            </a:r>
            <a:endParaRPr lang="ko-KR" sz="3000" dirty="0"/>
          </a:p>
        </p:txBody>
      </p:sp>
      <p:sp>
        <p:nvSpPr>
          <p:cNvPr id="10" name="S10-stepno7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2"/>
          <p:cNvSpPr txBox="1"/>
          <p:nvPr/>
        </p:nvSpPr>
        <p:spPr>
          <a:xfrm>
            <a:off x="1325880" y="36484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깍지를 끼고 손가락 사이를 문질러요.</a:t>
            </a:r>
            <a:endParaRPr lang="ko-KR" sz="3000" dirty="0"/>
          </a:p>
        </p:txBody>
      </p:sp>
      <p:sp>
        <p:nvSpPr>
          <p:cNvPr id="12" name="S10-stepno7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4"/>
          <p:cNvSpPr txBox="1"/>
          <p:nvPr/>
        </p:nvSpPr>
        <p:spPr>
          <a:xfrm>
            <a:off x="1325880" y="43616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엄지손가락과 손톱 밑도 문질러요.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 예절과 환기</a:t>
            </a:r>
            <a:endParaRPr lang="ko-KR" sz="4000" dirty="0"/>
          </a:p>
        </p:txBody>
      </p:sp>
      <p:sp>
        <p:nvSpPr>
          <p:cNvPr id="3" name="S11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가리면 침방울이 덜 퍼지고, 환기하면 방 공기가 바뀌어요.</a:t>
            </a:r>
            <a:endParaRPr lang="ko-KR" sz="3000" dirty="0"/>
          </a:p>
        </p:txBody>
      </p:sp>
      <p:sp>
        <p:nvSpPr>
          <p:cNvPr id="5" name="S11-card77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78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 예절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휴지나 옷소매 안쪽으로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입과 코를 가려요.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휴지는 버리고 손을 씻어요.</a:t>
            </a:r>
            <a:endParaRPr lang="ko-KR" sz="3000" dirty="0"/>
          </a:p>
        </p:txBody>
      </p:sp>
      <p:sp>
        <p:nvSpPr>
          <p:cNvPr id="7" name="S11-card79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0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창문을 열어 바깥 공기로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 하루에 여러 번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덜 퍼지게 했을까요?</a:t>
            </a:r>
            <a:endParaRPr lang="ko-KR" sz="4000" dirty="0"/>
          </a:p>
        </p:txBody>
      </p:sp>
      <p:sp>
        <p:nvSpPr>
          <p:cNvPr id="3" name="S12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기침이 나왔어요.</a:t>
            </a:r>
            <a:endParaRPr lang="ko-KR" sz="3000" dirty="0"/>
          </a:p>
        </p:txBody>
      </p:sp>
      <p:sp>
        <p:nvSpPr>
          <p:cNvPr id="5" name="S12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병원체가 덜 퍼지게 했을까요? 왜 그럴까요?</a:t>
            </a:r>
            <a:endParaRPr lang="ko-KR" sz="3000" dirty="0"/>
          </a:p>
        </p:txBody>
      </p:sp>
      <p:sp>
        <p:nvSpPr>
          <p:cNvPr id="7" name="S12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2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손바닥으로 입을 가리고 기침했어요. 그 손으로 문을 열었어요.</a:t>
            </a:r>
            <a:endParaRPr lang="ko-KR" sz="3000" dirty="0"/>
          </a:p>
        </p:txBody>
      </p:sp>
      <p:sp>
        <p:nvSpPr>
          <p:cNvPr id="9" name="S12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2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옷소매 안쪽으로 입과 코를 가리고 기침했어요.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3-text9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감염병이 퍼지는 길 세 가지를 말해요.</a:t>
            </a:r>
            <a:endParaRPr lang="ko-KR" sz="3000" dirty="0"/>
          </a:p>
        </p:txBody>
      </p:sp>
      <p:sp>
        <p:nvSpPr>
          <p:cNvPr id="5" name="S13-chip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3-text9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놀고 와서 간식을 먹으려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해요. 먼저 할 일과 그 까닭은?</a:t>
            </a:r>
            <a:endParaRPr lang="ko-KR" sz="3000" dirty="0"/>
          </a:p>
        </p:txBody>
      </p:sp>
      <p:sp>
        <p:nvSpPr>
          <p:cNvPr id="7" name="S13-chip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3-text9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재채기가 나오려고 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해야 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길을 막을까요?</a:t>
            </a:r>
            <a:endParaRPr lang="ko-KR" sz="4000" dirty="0"/>
          </a:p>
        </p:txBody>
      </p:sp>
      <p:sp>
        <p:nvSpPr>
          <p:cNvPr id="3" name="S1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습관마다 막는 길(침방울·손·물건)을 말해요.</a:t>
            </a:r>
            <a:endParaRPr lang="ko-KR" sz="3000" dirty="0"/>
          </a:p>
        </p:txBody>
      </p:sp>
      <p:sp>
        <p:nvSpPr>
          <p:cNvPr id="4" name="S15-chip9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5-text9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창문을 열어 환기해요.</a:t>
            </a:r>
            <a:endParaRPr lang="ko-KR" sz="3000" dirty="0"/>
          </a:p>
        </p:txBody>
      </p:sp>
      <p:sp>
        <p:nvSpPr>
          <p:cNvPr id="6" name="S15-chip9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5-text9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수건을 따로 써요.</a:t>
            </a:r>
            <a:endParaRPr lang="ko-KR" sz="3000" dirty="0"/>
          </a:p>
        </p:txBody>
      </p:sp>
      <p:sp>
        <p:nvSpPr>
          <p:cNvPr id="8" name="S15-chip1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5-text1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옷소매로 가리고 기침해요.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0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0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감염병은 침방울·손·물건으로 퍼져요.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씻기, 기침 예절, 환기로 퍼지는 길을 막아요.</a:t>
            </a:r>
            <a:endParaRPr lang="ko-KR" sz="3000" dirty="0"/>
          </a:p>
        </p:txBody>
      </p:sp>
      <p:sp>
        <p:nvSpPr>
          <p:cNvPr id="5" name="S16-chip10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비누로 30초 넘게 손 씻기</a:t>
            </a:r>
            <a:endParaRPr lang="ko-KR" sz="2400" dirty="0"/>
          </a:p>
        </p:txBody>
      </p:sp>
      <p:sp>
        <p:nvSpPr>
          <p:cNvPr id="6" name="S16-chip10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물로만 잠깐 헹구기</a:t>
            </a:r>
            <a:endParaRPr lang="ko-KR" sz="2400" dirty="0"/>
          </a:p>
        </p:txBody>
      </p:sp>
      <p:sp>
        <p:nvSpPr>
          <p:cNvPr id="7" name="S16-text10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0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감염병이 퍼지는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세 가지는?</a:t>
            </a:r>
            <a:endParaRPr lang="ko-KR" sz="2400" dirty="0"/>
          </a:p>
        </p:txBody>
      </p:sp>
      <p:sp>
        <p:nvSpPr>
          <p:cNvPr id="9" name="S16-text10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손은 비누로 몇 초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넘게 씻을까요?</a:t>
            </a:r>
            <a:endParaRPr lang="ko-KR" sz="2400" dirty="0"/>
          </a:p>
        </p:txBody>
      </p:sp>
      <p:sp>
        <p:nvSpPr>
          <p:cNvPr id="10" name="S16-text10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기침할 때는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가릴까요?</a:t>
            </a:r>
            <a:endParaRPr lang="ko-KR" sz="2400" dirty="0"/>
          </a:p>
        </p:txBody>
      </p:sp>
      <p:sp>
        <p:nvSpPr>
          <p:cNvPr id="11" name="S16-text1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자석의 성질(초4)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손을 씻는 때</a:t>
            </a:r>
            <a:endParaRPr lang="ko-KR" sz="4000" dirty="0"/>
          </a:p>
        </p:txBody>
      </p:sp>
      <p:sp>
        <p:nvSpPr>
          <p:cNvPr id="3" name="S1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때는 비누로 손을 씻어요.</a:t>
            </a:r>
            <a:endParaRPr lang="ko-KR" sz="3000" dirty="0"/>
          </a:p>
        </p:txBody>
      </p:sp>
      <p:sp>
        <p:nvSpPr>
          <p:cNvPr id="4" name="S17-card112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113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돌아왔을 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놀이터, 학교, 가게</a:t>
            </a:r>
            <a:endParaRPr lang="ko-KR" sz="3000" dirty="0"/>
          </a:p>
        </p:txBody>
      </p:sp>
      <p:sp>
        <p:nvSpPr>
          <p:cNvPr id="6" name="S17-card114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7-cardtext115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화장실을 다녀온 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용변을 보고 나서</a:t>
            </a:r>
            <a:endParaRPr lang="ko-KR" sz="3000" dirty="0"/>
          </a:p>
        </p:txBody>
      </p:sp>
      <p:sp>
        <p:nvSpPr>
          <p:cNvPr id="8" name="S17-card116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7-cardtext117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음식을 먹기 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밥, 간식을 먹기 전</a:t>
            </a:r>
            <a:endParaRPr lang="ko-KR" sz="3000" dirty="0"/>
          </a:p>
        </p:txBody>
      </p:sp>
      <p:sp>
        <p:nvSpPr>
          <p:cNvPr id="10" name="S17-card118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7-cardtext119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코를 풀거나 기침한 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휴지를 버리고 나서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감염병 예방</dc:title>
  <dc:subject>KR22-G03-SCI-GERMS-L01</dc:subject>
  <dc:creator>education-ppt</dc:creator>
  <cp:lastModifiedBy>education-ppt</cp:lastModifiedBy>
  <cp:revision>1</cp:revision>
  <dcterms:created xsi:type="dcterms:W3CDTF">2026-10-26T09:41:57Z</dcterms:created>
  <dcterms:modified xsi:type="dcterms:W3CDTF">2026-10-26T09:41:57Z</dcterms:modified>
</cp:coreProperties>
</file>