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6c2f679-51fb-9644-733a-d24930f9067f}">
          <p14:sldIdLst>
            <p14:sldId id="256"/>
            <p14:sldId id="257"/>
          </p14:sldIdLst>
        </p14:section>
        <p14:section name="개념" id="{87f3bd3b-2267-e9eb-9852-dc7cd72d7948}">
          <p14:sldIdLst>
            <p14:sldId id="258"/>
            <p14:sldId id="263"/>
            <p14:sldId id="264"/>
            <p14:sldId id="265"/>
            <p14:sldId id="266"/>
          </p14:sldIdLst>
        </p14:section>
        <p14:section name="연습" id="{afff0d60-6d06-5a55-6b74-ec61aa1aa9b2}">
          <p14:sldIdLst>
            <p14:sldId id="259"/>
            <p14:sldId id="260"/>
            <p14:sldId id="261"/>
            <p14:sldId id="262"/>
            <p14:sldId id="267"/>
          </p14:sldIdLst>
        </p14:section>
        <p14:section name="개념" id="{d1e67b53-80b9-b476-6ad2-0b1c7b759bd3}">
          <p14:sldIdLst/>
        </p14:section>
        <p14:section name="연습" id="{8c811064-e63c-7ff1-4d1c-79ad007d0d1d}">
          <p14:sldIdLst/>
        </p14:section>
        <p14:section name="확인" id="{f226f6aa-b5c0-25f4-7b9c-8062da7b3590}">
          <p14:sldIdLst>
            <p14:sldId id="268"/>
            <p14:sldId id="269"/>
          </p14:sldIdLst>
        </p14:section>
        <p14:section name="정리" id="{c227b2d7-166a-185f-55c7-2c1fc3463007}">
          <p14:sldIdLst>
            <p14:sldId id="270"/>
          </p14:sldIdLst>
        </p14:section>
        <p14:section name="보충" id="{a50f6e2e-7c9e-e6eb-6ed1-3e9606181b1c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건강과탐구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감염병 예방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감염병 예방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과학 · 감염병 예방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감염병 예방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감기는 어떻게 다른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사람에게 옮을까?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감염병이 퍼지는 길을 실험으로 알아봐요.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퍼지는 길을 막는 습관을 이어 말해요.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기록에 꼭 쓰는 것을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 말해요.</a:t>
            </a:r>
            <a:endParaRPr lang="ko-KR" sz="30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8633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언제 손을 씻나요?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감염병과 병원체</a:t>
            </a:r>
            <a:endParaRPr lang="ko-KR" sz="4000" dirty="0"/>
          </a:p>
        </p:txBody>
      </p:sp>
      <p:sp>
        <p:nvSpPr>
          <p:cNvPr id="3" name="S03-text7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감염병은 병원체가 몸에 들어와 생기고,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사람에게 옮을 수 있는 병이에요.</a:t>
            </a:r>
            <a:endParaRPr lang="ko-KR" sz="3000" dirty="0"/>
          </a:p>
        </p:txBody>
      </p:sp>
      <p:sp>
        <p:nvSpPr>
          <p:cNvPr id="4" name="S03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병원체는 너무 작아서 눈에 보이지 않아요.</a:t>
            </a:r>
            <a:endParaRPr lang="ko-KR" sz="3000" dirty="0"/>
          </a:p>
        </p:txBody>
      </p:sp>
      <p:sp>
        <p:nvSpPr>
          <p:cNvPr id="6" name="S03-card10"/>
          <p:cNvSpPr/>
          <p:nvPr/>
        </p:nvSpPr>
        <p:spPr>
          <a:xfrm>
            <a:off x="548640" y="268224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1"/>
          <p:cNvSpPr txBox="1"/>
          <p:nvPr/>
        </p:nvSpPr>
        <p:spPr>
          <a:xfrm>
            <a:off x="822960" y="281940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병원체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병을 일으키는 아주 작은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세균이나 바이러스</a:t>
            </a:r>
            <a:endParaRPr lang="ko-KR" sz="3000" dirty="0"/>
          </a:p>
        </p:txBody>
      </p:sp>
      <p:sp>
        <p:nvSpPr>
          <p:cNvPr id="8" name="S03-card12"/>
          <p:cNvSpPr/>
          <p:nvPr/>
        </p:nvSpPr>
        <p:spPr>
          <a:xfrm>
            <a:off x="6208776" y="268224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3"/>
          <p:cNvSpPr txBox="1"/>
          <p:nvPr/>
        </p:nvSpPr>
        <p:spPr>
          <a:xfrm>
            <a:off x="6483096" y="281940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감염병의 예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감기, 독감처럼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사람에게 옮는 병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4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가루를 병원체라고 생각해요.</a:t>
            </a:r>
            <a:endParaRPr lang="ko-KR" sz="3000" dirty="0"/>
          </a:p>
        </p:txBody>
      </p:sp>
      <p:sp>
        <p:nvSpPr>
          <p:cNvPr id="4" name="S04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4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까닭도 말하고, 활동지 2의 ‘예상’ 칸에 써요.</a:t>
            </a:r>
            <a:endParaRPr lang="ko-KR" sz="3000" dirty="0"/>
          </a:p>
        </p:txBody>
      </p:sp>
      <p:sp>
        <p:nvSpPr>
          <p:cNvPr id="6" name="S04-chip1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4-text18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가루 묻은 손으로 만진 공을 부모님이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만지면, 부모님 손은 어떻게 될까요?</a:t>
            </a:r>
            <a:endParaRPr lang="ko-KR" sz="3000" dirty="0"/>
          </a:p>
        </p:txBody>
      </p:sp>
      <p:sp>
        <p:nvSpPr>
          <p:cNvPr id="8" name="S04-chip1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4-text20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물로만 10초 씻은 손과 비누로 30초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씻은 손 중 어느 쪽이 깨끗할까요?</a:t>
            </a:r>
            <a:endParaRPr lang="ko-KR" sz="3000" dirty="0"/>
          </a:p>
        </p:txBody>
      </p:sp>
      <p:sp>
        <p:nvSpPr>
          <p:cNvPr id="10" name="S04-chip2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4-text22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분무기 앞을 휴지로 가리고 뿌리면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종이는 어떻게 될까요?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가루로 병원체 흉내 내기</a:t>
            </a:r>
            <a:endParaRPr lang="ko-KR" sz="4000" dirty="0"/>
          </a:p>
        </p:txBody>
      </p:sp>
      <p:sp>
        <p:nvSpPr>
          <p:cNvPr id="3" name="S05-card23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4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가루 묻은 손으로 눈을 비비지 않아요. 흘린 가루와 물은 바로 닦아요.</a:t>
            </a:r>
            <a:endParaRPr lang="ko-KR" sz="3000" dirty="0"/>
          </a:p>
        </p:txBody>
      </p:sp>
      <p:sp>
        <p:nvSpPr>
          <p:cNvPr id="5" name="S05-card25"/>
          <p:cNvSpPr/>
          <p:nvPr/>
        </p:nvSpPr>
        <p:spPr>
          <a:xfrm>
            <a:off x="6813652" y="1325880"/>
            <a:ext cx="4826660" cy="3404616"/>
          </a:xfrm>
          <a:prstGeom prst="roundRect">
            <a:avLst>
              <a:gd name="adj" fmla="val 322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26"/>
          <p:cNvSpPr txBox="1"/>
          <p:nvPr/>
        </p:nvSpPr>
        <p:spPr>
          <a:xfrm>
            <a:off x="7087972" y="1463040"/>
            <a:ext cx="4278020" cy="313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가루가 옮겨 간 곳을 찾아 말해요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두 번 씻은 뒤의 손을 비교해요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본 대로 활동지 2에 써요</a:t>
            </a:r>
            <a:endParaRPr lang="ko-KR" sz="3000" dirty="0"/>
          </a:p>
        </p:txBody>
      </p:sp>
      <p:sp>
        <p:nvSpPr>
          <p:cNvPr id="7" name="S05-stepno27"/>
          <p:cNvSpPr txBox="1"/>
          <p:nvPr/>
        </p:nvSpPr>
        <p:spPr>
          <a:xfrm>
            <a:off x="548640" y="14371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5-text28"/>
          <p:cNvSpPr txBox="1"/>
          <p:nvPr/>
        </p:nvSpPr>
        <p:spPr>
          <a:xfrm>
            <a:off x="1325880" y="1391412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손에 핸드크림을 바르고 가루를 묻혀요.</a:t>
            </a:r>
            <a:endParaRPr lang="ko-KR" sz="2400" dirty="0"/>
          </a:p>
        </p:txBody>
      </p:sp>
      <p:sp>
        <p:nvSpPr>
          <p:cNvPr id="9" name="S05-stepno29"/>
          <p:cNvSpPr txBox="1"/>
          <p:nvPr/>
        </p:nvSpPr>
        <p:spPr>
          <a:xfrm>
            <a:off x="548640" y="23454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5-text30"/>
          <p:cNvSpPr txBox="1"/>
          <p:nvPr/>
        </p:nvSpPr>
        <p:spPr>
          <a:xfrm>
            <a:off x="1325880" y="2299716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손으로 공을 만지고, 부모님이 그 공을 만져요.</a:t>
            </a:r>
            <a:endParaRPr lang="ko-KR" sz="2400" dirty="0"/>
          </a:p>
        </p:txBody>
      </p:sp>
      <p:sp>
        <p:nvSpPr>
          <p:cNvPr id="11" name="S05-stepno31"/>
          <p:cNvSpPr txBox="1"/>
          <p:nvPr/>
        </p:nvSpPr>
        <p:spPr>
          <a:xfrm>
            <a:off x="548640" y="3208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5-text32"/>
          <p:cNvSpPr txBox="1"/>
          <p:nvPr/>
        </p:nvSpPr>
        <p:spPr>
          <a:xfrm>
            <a:off x="1325880" y="320802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물로만 10초 씻고 손을 살펴봐요.</a:t>
            </a:r>
            <a:endParaRPr lang="ko-KR" sz="2400" dirty="0"/>
          </a:p>
        </p:txBody>
      </p:sp>
      <p:sp>
        <p:nvSpPr>
          <p:cNvPr id="13" name="S05-stepno33"/>
          <p:cNvSpPr txBox="1"/>
          <p:nvPr/>
        </p:nvSpPr>
        <p:spPr>
          <a:xfrm>
            <a:off x="548640" y="39669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5-text34"/>
          <p:cNvSpPr txBox="1"/>
          <p:nvPr/>
        </p:nvSpPr>
        <p:spPr>
          <a:xfrm>
            <a:off x="1325880" y="3921252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비누로 30초 넘게 씻고 다시 살펴봐요.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분무기로 기침 흉내 내기</a:t>
            </a:r>
            <a:endParaRPr lang="ko-KR" sz="4000" dirty="0"/>
          </a:p>
        </p:txBody>
      </p:sp>
      <p:sp>
        <p:nvSpPr>
          <p:cNvPr id="3" name="S06-text3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분무기를 기침하는 입이라고 생각해요.</a:t>
            </a:r>
            <a:endParaRPr lang="ko-KR" sz="3000" dirty="0"/>
          </a:p>
        </p:txBody>
      </p:sp>
      <p:sp>
        <p:nvSpPr>
          <p:cNvPr id="4" name="S06-card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분무기에는 물만 넣어요. 사람 쪽으로 뿌리지 않아요.</a:t>
            </a:r>
            <a:endParaRPr lang="ko-KR" sz="3000" dirty="0"/>
          </a:p>
        </p:txBody>
      </p:sp>
      <p:sp>
        <p:nvSpPr>
          <p:cNvPr id="6" name="S06-card38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39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두 번 모두 30 cm에서 뿌려요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물방울 자국을 비교해 말해요</a:t>
            </a:r>
            <a:endParaRPr lang="ko-KR" sz="3000" dirty="0"/>
          </a:p>
        </p:txBody>
      </p:sp>
      <p:sp>
        <p:nvSpPr>
          <p:cNvPr id="8" name="S06-stepno40"/>
          <p:cNvSpPr txBox="1"/>
          <p:nvPr/>
        </p:nvSpPr>
        <p:spPr>
          <a:xfrm>
            <a:off x="548640" y="20726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6-text41"/>
          <p:cNvSpPr txBox="1"/>
          <p:nvPr/>
        </p:nvSpPr>
        <p:spPr>
          <a:xfrm>
            <a:off x="1325880" y="2026920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벽에 색 도화지를 붙이고 30 cm 떨어져요.</a:t>
            </a:r>
            <a:endParaRPr lang="ko-KR" sz="2400" dirty="0"/>
          </a:p>
        </p:txBody>
      </p:sp>
      <p:sp>
        <p:nvSpPr>
          <p:cNvPr id="10" name="S06-stepno42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6-text43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쪽으로 분무기를 한 번 뿌려요.</a:t>
            </a:r>
            <a:endParaRPr lang="ko-KR" sz="2400" dirty="0"/>
          </a:p>
        </p:txBody>
      </p:sp>
      <p:sp>
        <p:nvSpPr>
          <p:cNvPr id="12" name="S06-stepno44"/>
          <p:cNvSpPr txBox="1"/>
          <p:nvPr/>
        </p:nvSpPr>
        <p:spPr>
          <a:xfrm>
            <a:off x="548640" y="36941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6-text45"/>
          <p:cNvSpPr txBox="1"/>
          <p:nvPr/>
        </p:nvSpPr>
        <p:spPr>
          <a:xfrm>
            <a:off x="1325880" y="3648456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종이로 바꾸고, 분무기 앞을 휴지로 가리고 뿌려요.</a:t>
            </a:r>
            <a:endParaRPr lang="ko-KR" sz="2400" dirty="0"/>
          </a:p>
        </p:txBody>
      </p:sp>
      <p:sp>
        <p:nvSpPr>
          <p:cNvPr id="14" name="S06-stepno46"/>
          <p:cNvSpPr txBox="1"/>
          <p:nvPr/>
        </p:nvSpPr>
        <p:spPr>
          <a:xfrm>
            <a:off x="548640" y="45567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06-text47"/>
          <p:cNvSpPr txBox="1"/>
          <p:nvPr/>
        </p:nvSpPr>
        <p:spPr>
          <a:xfrm>
            <a:off x="1325880" y="455676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종이의 물방울 자국을 비교해요.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07-text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2를 보며 빈칸을 말로 채워요.</a:t>
            </a:r>
            <a:endParaRPr lang="ko-KR" sz="3000" dirty="0"/>
          </a:p>
        </p:txBody>
      </p:sp>
      <p:sp>
        <p:nvSpPr>
          <p:cNvPr id="4" name="S07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예상과 같은 것과 다른 것을 찾아봐요.</a:t>
            </a:r>
            <a:endParaRPr lang="ko-KR" sz="3000" dirty="0"/>
          </a:p>
        </p:txBody>
      </p:sp>
      <p:graphicFrame>
        <p:nvGraphicFramePr>
          <p:cNvPr id="8" name="S07-table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121408"/>
          <a:ext cx="10058400" cy="914400"/>
        </p:xfrm>
        <a:graphic>
          <a:graphicData uri="http://schemas.openxmlformats.org/drawingml/2006/table">
            <a:tbl>
              <a:tblPr/>
              <a:tblGrid>
                <a:gridCol w="4526280"/>
                <a:gridCol w="553212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본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공을 만진 부모님 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물로만 10초 씻은 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비누로 30초 씻은 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가리지 않고 뿌린 종이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휴지로 가리고 뿌린 종이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감염병이 퍼지는 길</a:t>
            </a:r>
            <a:endParaRPr lang="ko-KR" sz="4000" dirty="0"/>
          </a:p>
        </p:txBody>
      </p:sp>
      <p:sp>
        <p:nvSpPr>
          <p:cNvPr id="3" name="S08-text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실험에서 본 것처럼 병원체는 이런 길로 퍼져요.</a:t>
            </a:r>
            <a:endParaRPr lang="ko-KR" sz="3000" dirty="0"/>
          </a:p>
        </p:txBody>
      </p:sp>
      <p:sp>
        <p:nvSpPr>
          <p:cNvPr id="4" name="S08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가루는 흉내 낸 모형이에요. 진짜 병원체는 보이지 않아요.</a:t>
            </a:r>
            <a:endParaRPr lang="ko-KR" sz="3000" dirty="0"/>
          </a:p>
        </p:txBody>
      </p:sp>
      <p:sp>
        <p:nvSpPr>
          <p:cNvPr id="6" name="S08-card55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8-cardtext56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침방울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기침·재채기를 하면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침방울이 튀어 나가요.</a:t>
            </a:r>
            <a:endParaRPr lang="ko-KR" sz="3000" dirty="0"/>
          </a:p>
        </p:txBody>
      </p:sp>
      <p:sp>
        <p:nvSpPr>
          <p:cNvPr id="8" name="S08-card57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8-cardtext58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병원체가 묻은 손으로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눈·코·입을 만져요.</a:t>
            </a:r>
            <a:endParaRPr lang="ko-KR" sz="3000" dirty="0"/>
          </a:p>
        </p:txBody>
      </p:sp>
      <p:sp>
        <p:nvSpPr>
          <p:cNvPr id="10" name="S08-card59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8-cardtext60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여럿이 만지는 손잡이나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장난감에 묻어요.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퍼지는 길을 막는 습관</a:t>
            </a:r>
            <a:endParaRPr lang="ko-KR" sz="4000" dirty="0"/>
          </a:p>
        </p:txBody>
      </p:sp>
      <p:sp>
        <p:nvSpPr>
          <p:cNvPr id="3" name="S09-card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습관마다 막는 길이 있어요.</a:t>
            </a:r>
            <a:endParaRPr lang="ko-KR" sz="3000" dirty="0"/>
          </a:p>
        </p:txBody>
      </p:sp>
      <p:graphicFrame>
        <p:nvGraphicFramePr>
          <p:cNvPr id="10" name="S09-table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1996694"/>
          <a:ext cx="10058400" cy="914400"/>
        </p:xfrm>
        <a:graphic>
          <a:graphicData uri="http://schemas.openxmlformats.org/drawingml/2006/table">
            <a:tbl>
              <a:tblPr/>
              <a:tblGrid>
                <a:gridCol w="2816352"/>
                <a:gridCol w="7242048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퍼지는 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막는 습관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침방울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기침 예절, 환기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541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비누로 30초 넘게 손 씻기,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눈·코·입 만지지 않기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 씻기, 수건·컵 따로 쓰기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비누로 30초 손 씻기</a:t>
            </a:r>
            <a:endParaRPr lang="ko-KR" sz="4000" dirty="0"/>
          </a:p>
        </p:txBody>
      </p:sp>
      <p:sp>
        <p:nvSpPr>
          <p:cNvPr id="3" name="S10-text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흐르는 물에 비누 거품을 내어 30초 넘게 문질러요.</a:t>
            </a:r>
            <a:endParaRPr lang="ko-KR" sz="3000" dirty="0"/>
          </a:p>
        </p:txBody>
      </p:sp>
      <p:sp>
        <p:nvSpPr>
          <p:cNvPr id="4" name="S10-card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흐르는 물에 헹구고 깨끗한 수건으로 닦아요.</a:t>
            </a:r>
            <a:endParaRPr lang="ko-KR" sz="3000" dirty="0"/>
          </a:p>
        </p:txBody>
      </p:sp>
      <p:sp>
        <p:nvSpPr>
          <p:cNvPr id="6" name="S10-stepno67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0-text68"/>
          <p:cNvSpPr txBox="1"/>
          <p:nvPr/>
        </p:nvSpPr>
        <p:spPr>
          <a:xfrm>
            <a:off x="1325880" y="22219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손바닥끼리 문질러요.</a:t>
            </a:r>
            <a:endParaRPr lang="ko-KR" sz="3000" dirty="0"/>
          </a:p>
        </p:txBody>
      </p:sp>
      <p:sp>
        <p:nvSpPr>
          <p:cNvPr id="8" name="S10-stepno69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0-text70"/>
          <p:cNvSpPr txBox="1"/>
          <p:nvPr/>
        </p:nvSpPr>
        <p:spPr>
          <a:xfrm>
            <a:off x="1325880" y="29352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손등을 문질러요.</a:t>
            </a:r>
            <a:endParaRPr lang="ko-KR" sz="3000" dirty="0"/>
          </a:p>
        </p:txBody>
      </p:sp>
      <p:sp>
        <p:nvSpPr>
          <p:cNvPr id="10" name="S10-stepno71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0-text72"/>
          <p:cNvSpPr txBox="1"/>
          <p:nvPr/>
        </p:nvSpPr>
        <p:spPr>
          <a:xfrm>
            <a:off x="1325880" y="36484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깍지를 끼고 손가락 사이를 문질러요.</a:t>
            </a:r>
            <a:endParaRPr lang="ko-KR" sz="3000" dirty="0"/>
          </a:p>
        </p:txBody>
      </p:sp>
      <p:sp>
        <p:nvSpPr>
          <p:cNvPr id="12" name="S10-stepno73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10-text74"/>
          <p:cNvSpPr txBox="1"/>
          <p:nvPr/>
        </p:nvSpPr>
        <p:spPr>
          <a:xfrm>
            <a:off x="1325880" y="43616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엄지손가락과 손톱 밑도 문질러요.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기침 예절과 환기</a:t>
            </a:r>
            <a:endParaRPr lang="ko-KR" sz="4000" dirty="0"/>
          </a:p>
        </p:txBody>
      </p:sp>
      <p:sp>
        <p:nvSpPr>
          <p:cNvPr id="3" name="S11-card7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7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가리면 침방울이 덜 퍼지고, 환기하면 방 공기가 바뀌어요.</a:t>
            </a:r>
            <a:endParaRPr lang="ko-KR" sz="3000" dirty="0"/>
          </a:p>
        </p:txBody>
      </p:sp>
      <p:sp>
        <p:nvSpPr>
          <p:cNvPr id="5" name="S11-card77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1-cardtext78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기침 예절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휴지나 옷소매 안쪽으로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입과 코를 가려요.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쓴 휴지는 버리고 손을 씻어요.</a:t>
            </a:r>
            <a:endParaRPr lang="ko-KR" sz="3000" dirty="0"/>
          </a:p>
        </p:txBody>
      </p:sp>
      <p:sp>
        <p:nvSpPr>
          <p:cNvPr id="7" name="S11-card79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80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창문을 열어 바깥 공기로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바꿔요. 하루에 여러 번 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덜 퍼지게 했을까요?</a:t>
            </a:r>
            <a:endParaRPr lang="ko-KR" sz="4000" dirty="0"/>
          </a:p>
        </p:txBody>
      </p:sp>
      <p:sp>
        <p:nvSpPr>
          <p:cNvPr id="3" name="S12-card8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8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친구가 기침이 나왔어요.</a:t>
            </a:r>
            <a:endParaRPr lang="ko-KR" sz="3000" dirty="0"/>
          </a:p>
        </p:txBody>
      </p:sp>
      <p:sp>
        <p:nvSpPr>
          <p:cNvPr id="5" name="S12-card8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2-cardtext8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병원체가 덜 퍼지게 했을까요? 왜 그럴까요?</a:t>
            </a:r>
            <a:endParaRPr lang="ko-KR" sz="3000" dirty="0"/>
          </a:p>
        </p:txBody>
      </p:sp>
      <p:sp>
        <p:nvSpPr>
          <p:cNvPr id="7" name="S12-chip8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8" name="S12-text8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손바닥으로 입을 가리고 기침했어요. 그 손으로 문을 열었어요.</a:t>
            </a:r>
            <a:endParaRPr lang="ko-KR" sz="3000" dirty="0"/>
          </a:p>
        </p:txBody>
      </p:sp>
      <p:sp>
        <p:nvSpPr>
          <p:cNvPr id="9" name="S12-chip8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400" dirty="0"/>
          </a:p>
        </p:txBody>
      </p:sp>
      <p:sp>
        <p:nvSpPr>
          <p:cNvPr id="10" name="S12-text8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옷소매 안쪽으로 입과 코를 가리고 기침했어요.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3-chip8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13-text90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감염병이 퍼지는 길 세 가지를 말해요.</a:t>
            </a:r>
            <a:endParaRPr lang="ko-KR" sz="3000" dirty="0"/>
          </a:p>
        </p:txBody>
      </p:sp>
      <p:sp>
        <p:nvSpPr>
          <p:cNvPr id="5" name="S13-chip91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13-text92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놀이터에서 놀고 와서 간식을 먹으려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해요. 먼저 할 일과 그 까닭은?</a:t>
            </a:r>
            <a:endParaRPr lang="ko-KR" sz="3000" dirty="0"/>
          </a:p>
        </p:txBody>
      </p:sp>
      <p:sp>
        <p:nvSpPr>
          <p:cNvPr id="7" name="S13-chip93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13-text94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재채기가 나오려고 해요.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해야 할까요?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길을 막을까요?</a:t>
            </a:r>
            <a:endParaRPr lang="ko-KR" sz="4000" dirty="0"/>
          </a:p>
        </p:txBody>
      </p:sp>
      <p:sp>
        <p:nvSpPr>
          <p:cNvPr id="3" name="S15-text9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습관마다 막는 길(침방울·손·물건)을 말해요.</a:t>
            </a:r>
            <a:endParaRPr lang="ko-KR" sz="3000" dirty="0"/>
          </a:p>
        </p:txBody>
      </p:sp>
      <p:sp>
        <p:nvSpPr>
          <p:cNvPr id="4" name="S15-chip9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5-text97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창문을 열어 환기해요.</a:t>
            </a:r>
            <a:endParaRPr lang="ko-KR" sz="3000" dirty="0"/>
          </a:p>
        </p:txBody>
      </p:sp>
      <p:sp>
        <p:nvSpPr>
          <p:cNvPr id="6" name="S15-chip9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5-text99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수건을 따로 써요.</a:t>
            </a:r>
            <a:endParaRPr lang="ko-KR" sz="3000" dirty="0"/>
          </a:p>
        </p:txBody>
      </p:sp>
      <p:sp>
        <p:nvSpPr>
          <p:cNvPr id="8" name="S15-chip10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5-text101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옷소매로 가리고 기침해요.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6-card102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6-cardtext103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감염병은 침방울·손·물건으로 퍼져요.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씻기, 기침 예절, 환기로 퍼지는 길을 막아요.</a:t>
            </a:r>
            <a:endParaRPr lang="ko-KR" sz="3000" dirty="0"/>
          </a:p>
        </p:txBody>
      </p:sp>
      <p:sp>
        <p:nvSpPr>
          <p:cNvPr id="5" name="S16-chip104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비누로 30초 넘게 손 씻기</a:t>
            </a:r>
            <a:endParaRPr lang="ko-KR" sz="2400" dirty="0"/>
          </a:p>
        </p:txBody>
      </p:sp>
      <p:sp>
        <p:nvSpPr>
          <p:cNvPr id="6" name="S16-chip105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물로만 잠깐 헹구기</a:t>
            </a:r>
            <a:endParaRPr lang="ko-KR" sz="2400" dirty="0"/>
          </a:p>
        </p:txBody>
      </p:sp>
      <p:sp>
        <p:nvSpPr>
          <p:cNvPr id="7" name="S16-text106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6-text107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감염병이 퍼지는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 세 가지는?</a:t>
            </a:r>
            <a:endParaRPr lang="ko-KR" sz="2400" dirty="0"/>
          </a:p>
        </p:txBody>
      </p:sp>
      <p:sp>
        <p:nvSpPr>
          <p:cNvPr id="9" name="S16-text108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손은 비누로 몇 초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넘게 씻을까요?</a:t>
            </a:r>
            <a:endParaRPr lang="ko-KR" sz="2400" dirty="0"/>
          </a:p>
        </p:txBody>
      </p:sp>
      <p:sp>
        <p:nvSpPr>
          <p:cNvPr id="10" name="S16-text109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기침할 때는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어디로 가릴까요?</a:t>
            </a:r>
            <a:endParaRPr lang="ko-KR" sz="2400" dirty="0"/>
          </a:p>
        </p:txBody>
      </p:sp>
      <p:sp>
        <p:nvSpPr>
          <p:cNvPr id="11" name="S16-text11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자석의 성질(초4)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손을 씻는 때</a:t>
            </a:r>
            <a:endParaRPr lang="ko-KR" sz="4000" dirty="0"/>
          </a:p>
        </p:txBody>
      </p:sp>
      <p:sp>
        <p:nvSpPr>
          <p:cNvPr id="3" name="S17-text1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때는 비누로 손을 씻어요.</a:t>
            </a:r>
            <a:endParaRPr lang="ko-KR" sz="3000" dirty="0"/>
          </a:p>
        </p:txBody>
      </p:sp>
      <p:sp>
        <p:nvSpPr>
          <p:cNvPr id="4" name="S17-card112"/>
          <p:cNvSpPr/>
          <p:nvPr/>
        </p:nvSpPr>
        <p:spPr>
          <a:xfrm>
            <a:off x="548640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7-cardtext113"/>
          <p:cNvSpPr txBox="1"/>
          <p:nvPr/>
        </p:nvSpPr>
        <p:spPr>
          <a:xfrm>
            <a:off x="822960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밖에서 돌아왔을 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놀이터, 학교, 가게</a:t>
            </a:r>
            <a:endParaRPr lang="ko-KR" sz="3000" dirty="0"/>
          </a:p>
        </p:txBody>
      </p:sp>
      <p:sp>
        <p:nvSpPr>
          <p:cNvPr id="6" name="S17-card114"/>
          <p:cNvSpPr/>
          <p:nvPr/>
        </p:nvSpPr>
        <p:spPr>
          <a:xfrm>
            <a:off x="6208776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7-cardtext115"/>
          <p:cNvSpPr txBox="1"/>
          <p:nvPr/>
        </p:nvSpPr>
        <p:spPr>
          <a:xfrm>
            <a:off x="6483096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화장실을 다녀온 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용변을 보고 나서</a:t>
            </a:r>
            <a:endParaRPr lang="ko-KR" sz="3000" dirty="0"/>
          </a:p>
        </p:txBody>
      </p:sp>
      <p:sp>
        <p:nvSpPr>
          <p:cNvPr id="8" name="S17-card116"/>
          <p:cNvSpPr/>
          <p:nvPr/>
        </p:nvSpPr>
        <p:spPr>
          <a:xfrm>
            <a:off x="548640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7-cardtext117"/>
          <p:cNvSpPr txBox="1"/>
          <p:nvPr/>
        </p:nvSpPr>
        <p:spPr>
          <a:xfrm>
            <a:off x="822960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음식을 먹기 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밥, 간식을 먹기 전</a:t>
            </a:r>
            <a:endParaRPr lang="ko-KR" sz="3000" dirty="0"/>
          </a:p>
        </p:txBody>
      </p:sp>
      <p:sp>
        <p:nvSpPr>
          <p:cNvPr id="10" name="S17-card118"/>
          <p:cNvSpPr/>
          <p:nvPr/>
        </p:nvSpPr>
        <p:spPr>
          <a:xfrm>
            <a:off x="6208776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7-cardtext119"/>
          <p:cNvSpPr txBox="1"/>
          <p:nvPr/>
        </p:nvSpPr>
        <p:spPr>
          <a:xfrm>
            <a:off x="6483096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코를 풀거나 기침한 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휴지를 버리고 나서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과학 감염병 예방</dc:title>
  <dc:subject>KR22-G03-SCI-GERMS-L01</dc:subject>
  <dc:creator>education-ppt</dc:creator>
  <cp:lastModifiedBy>education-ppt</cp:lastModifiedBy>
  <cp:revision>1</cp:revision>
  <dcterms:created xsi:type="dcterms:W3CDTF">2026-10-26T09:53:07Z</dcterms:created>
  <dcterms:modified xsi:type="dcterms:W3CDTF">2026-10-26T09:53:07Z</dcterms:modified>
</cp:coreProperties>
</file>