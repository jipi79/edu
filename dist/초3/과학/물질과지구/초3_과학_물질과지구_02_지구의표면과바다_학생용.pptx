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cc63457-97a1-396c-1ba2-80573a696662}">
          <p14:sldIdLst>
            <p14:sldId id="256"/>
            <p14:sldId id="257"/>
          </p14:sldIdLst>
        </p14:section>
        <p14:section name="개념" id="{001c1f13-3877-83ad-087a-a935f2a41d74}">
          <p14:sldIdLst>
            <p14:sldId id="258"/>
            <p14:sldId id="261"/>
            <p14:sldId id="262"/>
            <p14:sldId id="266"/>
          </p14:sldIdLst>
        </p14:section>
        <p14:section name="연습" id="{d691561b-9dd6-34d5-b31a-71dfaf32a04c}">
          <p14:sldIdLst>
            <p14:sldId id="259"/>
            <p14:sldId id="260"/>
            <p14:sldId id="263"/>
            <p14:sldId id="264"/>
            <p14:sldId id="265"/>
            <p14:sldId id="267"/>
          </p14:sldIdLst>
        </p14:section>
        <p14:section name="개념" id="{f7d9e144-c995-d69f-794c-8a3a4bd4d003}">
          <p14:sldIdLst/>
        </p14:section>
        <p14:section name="연습" id="{44efe799-a2bd-d18a-2b0e-125ab10bb0c4}">
          <p14:sldIdLst/>
        </p14:section>
        <p14:section name="개념" id="{88564d1b-3fe4-beb5-9566-0e985a14f71d}">
          <p14:sldIdLst/>
        </p14:section>
        <p14:section name="연습" id="{5d1d1b50-f29a-9f32-df02-65294e8038f0}">
          <p14:sldIdLst/>
        </p14:section>
        <p14:section name="확인" id="{56c4aef8-b3d0-9c7b-90e2-f9541a51f2f9}">
          <p14:sldIdLst>
            <p14:sldId id="268"/>
            <p14:sldId id="269"/>
          </p14:sldIdLst>
        </p14:section>
        <p14:section name="정리" id="{550e3ef1-a97d-29c2-8a66-69a3a08b1856}">
          <p14:sldIdLst>
            <p14:sldId id="270"/>
          </p14:sldIdLst>
        </p14:section>
        <p14:section name="보충" id="{e2ba20a0-8769-e880-5e79-688b4963f28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물질과지구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지구의 표면과 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과학 · 지구의 표면과 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과학 · 지구의 표면과 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지구의 표면과 바다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표면은 땅이 넓을까,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바다가 넓을까?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 표면의 모습과 바다의 특징을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지구를 둘러싼 공기가 하는 일을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유리컵에서 물체는 무엇이고,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물질은 무엇일까요?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산이나 바다에 가 본 적이 있나요?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표면의 여러 모습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있는 곳은 육지, 짠물이 있는 넓은 곳은 바다예요.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주변보다 높이 솟은 땅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넓고 평평한 땅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둘러싸인 땅</a:t>
            </a:r>
            <a:endParaRPr lang="ko-KR" sz="3000" dirty="0"/>
          </a:p>
        </p:txBody>
      </p:sp>
      <p:sp>
        <p:nvSpPr>
          <p:cNvPr id="11" name="S03-card15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6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육지를 흐르는 큰 물길</a:t>
            </a:r>
            <a:endParaRPr lang="ko-KR" sz="3000" dirty="0"/>
          </a:p>
        </p:txBody>
      </p:sp>
      <p:sp>
        <p:nvSpPr>
          <p:cNvPr id="13" name="S03-card17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18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 안에 물이 고인 곳</a:t>
            </a:r>
            <a:endParaRPr lang="ko-KR" sz="3000" dirty="0"/>
          </a:p>
        </p:txBody>
      </p:sp>
      <p:sp>
        <p:nvSpPr>
          <p:cNvPr id="15" name="S03-card19"/>
          <p:cNvSpPr/>
          <p:nvPr/>
        </p:nvSpPr>
        <p:spPr>
          <a:xfrm>
            <a:off x="8095488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20"/>
          <p:cNvSpPr txBox="1"/>
          <p:nvPr/>
        </p:nvSpPr>
        <p:spPr>
          <a:xfrm>
            <a:off x="8369808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짠물이 있는 넓은 곳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4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 전체에서 더 넓은 것은?</a:t>
            </a:r>
            <a:endParaRPr lang="ko-KR" sz="3000" dirty="0"/>
          </a:p>
        </p:txBody>
      </p:sp>
      <p:sp>
        <p:nvSpPr>
          <p:cNvPr id="4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말하고, 활동지 2의 ‘예상’ 줄에 써요.</a:t>
            </a:r>
            <a:endParaRPr lang="ko-KR" sz="3000" dirty="0"/>
          </a:p>
        </p:txBody>
      </p:sp>
      <p:sp>
        <p:nvSpPr>
          <p:cNvPr id="6" name="S04-chip2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4-card2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3000" dirty="0"/>
          </a:p>
        </p:txBody>
      </p:sp>
      <p:sp>
        <p:nvSpPr>
          <p:cNvPr id="9" name="S04-chip2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4-card2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000" dirty="0"/>
          </a:p>
        </p:txBody>
      </p:sp>
      <p:sp>
        <p:nvSpPr>
          <p:cNvPr id="12" name="S04-chip3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04-card3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둘이 비슷해요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지구본으로 살펴봐요</a:t>
            </a:r>
            <a:endParaRPr lang="ko-KR" sz="4000" dirty="0"/>
          </a:p>
        </p:txBody>
      </p:sp>
      <p:sp>
        <p:nvSpPr>
          <p:cNvPr id="3" name="S05-text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지구본이나 세계 지도로 육지와 바다를 비교해요.</a:t>
            </a:r>
            <a:endParaRPr lang="ko-KR" sz="3000" dirty="0"/>
          </a:p>
        </p:txBody>
      </p:sp>
      <p:sp>
        <p:nvSpPr>
          <p:cNvPr id="4" name="S05-card34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5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여러 방향에서 살펴봐요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색으로 육지와 바다를 구별해요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근거로 말해요</a:t>
            </a:r>
            <a:endParaRPr lang="ko-KR" sz="3000" dirty="0"/>
          </a:p>
        </p:txBody>
      </p:sp>
      <p:sp>
        <p:nvSpPr>
          <p:cNvPr id="6" name="S05-stepno36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5-text37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지구본을 천천히 한 바퀴 돌려 봐요.</a:t>
            </a:r>
            <a:endParaRPr lang="ko-KR" sz="2400" dirty="0"/>
          </a:p>
        </p:txBody>
      </p:sp>
      <p:sp>
        <p:nvSpPr>
          <p:cNvPr id="8" name="S05-stepno38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5-text39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바다와 육지를 찾아 손으로 짚어요.</a:t>
            </a:r>
            <a:endParaRPr lang="ko-KR" sz="2400" dirty="0"/>
          </a:p>
        </p:txBody>
      </p:sp>
      <p:sp>
        <p:nvSpPr>
          <p:cNvPr id="10" name="S05-stepno40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5-text41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위와 아래, 앞과 뒤를 모두 살펴봐요.</a:t>
            </a:r>
            <a:endParaRPr lang="ko-KR" sz="2400" dirty="0"/>
          </a:p>
        </p:txBody>
      </p:sp>
      <p:sp>
        <p:nvSpPr>
          <p:cNvPr id="12" name="S05-stepno42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5-text43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넓어 보이는 쪽을 활동지 2에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10칸으로 나누어 보면</a:t>
            </a:r>
            <a:endParaRPr lang="ko-KR" sz="4000" dirty="0"/>
          </a:p>
        </p:txBody>
      </p:sp>
      <p:sp>
        <p:nvSpPr>
          <p:cNvPr id="3" name="S06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 전체의 넓이를 10칸으로 나타냈어요.</a:t>
            </a:r>
            <a:endParaRPr lang="ko-KR" sz="3000" dirty="0"/>
          </a:p>
        </p:txBody>
      </p:sp>
      <p:sp>
        <p:nvSpPr>
          <p:cNvPr id="4" name="S06-card45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6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바다: 약 7칸</a:t>
            </a:r>
            <a:endParaRPr lang="ko-KR" sz="3000" dirty="0"/>
          </a:p>
        </p:txBody>
      </p:sp>
      <p:sp>
        <p:nvSpPr>
          <p:cNvPr id="6" name="S06-card47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8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육지: 약 3칸</a:t>
            </a:r>
            <a:endParaRPr lang="ko-KR" sz="3000" dirty="0"/>
          </a:p>
        </p:txBody>
      </p:sp>
      <p:sp>
        <p:nvSpPr>
          <p:cNvPr id="8" name="S06-card49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50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바다가 훨씬 넓어요.</a:t>
            </a:r>
            <a:endParaRPr lang="ko-KR" sz="3000" dirty="0"/>
          </a:p>
        </p:txBody>
      </p:sp>
      <p:sp>
        <p:nvSpPr>
          <p:cNvPr id="10" name="S06-figure51" descr="지구 표면 전체를 10칸으로 나타낸 그림: 바다 7칸(파란색), 육지 3칸(노란색), 칸마다 바다·육지 글자"/>
          <p:cNvSpPr/>
          <p:nvPr/>
        </p:nvSpPr>
        <p:spPr>
          <a:xfrm>
            <a:off x="2924556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mark52"/>
          <p:cNvSpPr/>
          <p:nvPr/>
        </p:nvSpPr>
        <p:spPr>
          <a:xfrm>
            <a:off x="4192524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53"/>
          <p:cNvSpPr/>
          <p:nvPr/>
        </p:nvSpPr>
        <p:spPr>
          <a:xfrm>
            <a:off x="5460492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mark54"/>
          <p:cNvSpPr/>
          <p:nvPr/>
        </p:nvSpPr>
        <p:spPr>
          <a:xfrm>
            <a:off x="6728460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mark55"/>
          <p:cNvSpPr/>
          <p:nvPr/>
        </p:nvSpPr>
        <p:spPr>
          <a:xfrm>
            <a:off x="7996428" y="2103120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mark56"/>
          <p:cNvSpPr/>
          <p:nvPr/>
        </p:nvSpPr>
        <p:spPr>
          <a:xfrm>
            <a:off x="2924556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mark57"/>
          <p:cNvSpPr/>
          <p:nvPr/>
        </p:nvSpPr>
        <p:spPr>
          <a:xfrm>
            <a:off x="4192524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mark58"/>
          <p:cNvSpPr/>
          <p:nvPr/>
        </p:nvSpPr>
        <p:spPr>
          <a:xfrm>
            <a:off x="5460492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mark59"/>
          <p:cNvSpPr/>
          <p:nvPr/>
        </p:nvSpPr>
        <p:spPr>
          <a:xfrm>
            <a:off x="6728460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60"/>
          <p:cNvSpPr/>
          <p:nvPr/>
        </p:nvSpPr>
        <p:spPr>
          <a:xfrm>
            <a:off x="7996428" y="3371088"/>
            <a:ext cx="1267968" cy="1267968"/>
          </a:xfrm>
          <a:custGeom>
            <a:avLst/>
            <a:gdLst/>
            <a:ahLst/>
            <a:cxnLst/>
            <a:rect l="l" t="t" r="r" b="b"/>
            <a:pathLst>
              <a:path w="1267968" h="1267968">
                <a:moveTo>
                  <a:pt x="0" y="1267968"/>
                </a:moveTo>
                <a:lnTo>
                  <a:pt x="1267968" y="1267968"/>
                </a:lnTo>
                <a:lnTo>
                  <a:pt x="126796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68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label62"/>
          <p:cNvSpPr txBox="1"/>
          <p:nvPr/>
        </p:nvSpPr>
        <p:spPr>
          <a:xfrm>
            <a:off x="3204972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1" name="S06-label64"/>
          <p:cNvSpPr txBox="1"/>
          <p:nvPr/>
        </p:nvSpPr>
        <p:spPr>
          <a:xfrm>
            <a:off x="4472940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2" name="S06-label66"/>
          <p:cNvSpPr txBox="1"/>
          <p:nvPr/>
        </p:nvSpPr>
        <p:spPr>
          <a:xfrm>
            <a:off x="5740908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3" name="S06-label68"/>
          <p:cNvSpPr txBox="1"/>
          <p:nvPr/>
        </p:nvSpPr>
        <p:spPr>
          <a:xfrm>
            <a:off x="7008876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4" name="S06-label70"/>
          <p:cNvSpPr txBox="1"/>
          <p:nvPr/>
        </p:nvSpPr>
        <p:spPr>
          <a:xfrm>
            <a:off x="8276844" y="254660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5" name="S06-label72"/>
          <p:cNvSpPr txBox="1"/>
          <p:nvPr/>
        </p:nvSpPr>
        <p:spPr>
          <a:xfrm>
            <a:off x="3204972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6" name="S06-label74"/>
          <p:cNvSpPr txBox="1"/>
          <p:nvPr/>
        </p:nvSpPr>
        <p:spPr>
          <a:xfrm>
            <a:off x="4472940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27" name="S06-label76"/>
          <p:cNvSpPr txBox="1"/>
          <p:nvPr/>
        </p:nvSpPr>
        <p:spPr>
          <a:xfrm>
            <a:off x="5740908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400" dirty="0"/>
          </a:p>
        </p:txBody>
      </p:sp>
      <p:sp>
        <p:nvSpPr>
          <p:cNvPr id="28" name="S06-label78"/>
          <p:cNvSpPr txBox="1"/>
          <p:nvPr/>
        </p:nvSpPr>
        <p:spPr>
          <a:xfrm>
            <a:off x="7008876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400" dirty="0"/>
          </a:p>
        </p:txBody>
      </p:sp>
      <p:sp>
        <p:nvSpPr>
          <p:cNvPr id="29" name="S06-label80"/>
          <p:cNvSpPr txBox="1"/>
          <p:nvPr/>
        </p:nvSpPr>
        <p:spPr>
          <a:xfrm>
            <a:off x="8276844" y="381457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바닷물과 강물</a:t>
            </a:r>
            <a:endParaRPr lang="ko-KR" sz="4000" dirty="0"/>
          </a:p>
        </p:txBody>
      </p:sp>
      <p:sp>
        <p:nvSpPr>
          <p:cNvPr id="3" name="S07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바다의 물과 강·호수의 물을 비교해요.</a:t>
            </a:r>
            <a:endParaRPr lang="ko-KR" sz="3000" dirty="0"/>
          </a:p>
        </p:txBody>
      </p:sp>
      <p:sp>
        <p:nvSpPr>
          <p:cNvPr id="4" name="S07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바닷물에는 소금 같은 물질이 녹아 있어서 짜요.</a:t>
            </a:r>
            <a:endParaRPr lang="ko-KR" sz="3000" dirty="0"/>
          </a:p>
        </p:txBody>
      </p:sp>
      <p:graphicFrame>
        <p:nvGraphicFramePr>
          <p:cNvPr id="8" name="S07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541016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32004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강·호수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물맛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짜지 않아요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아주 넓어요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바다보다 좁아요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생물(예)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고등어, 미역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붕어, 다슬기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어디일까요?</a:t>
            </a:r>
            <a:endParaRPr lang="ko-KR" sz="4000" dirty="0"/>
          </a:p>
        </p:txBody>
      </p:sp>
      <p:sp>
        <p:nvSpPr>
          <p:cNvPr id="3" name="S08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낱말을 말해요.</a:t>
            </a:r>
            <a:endParaRPr lang="ko-KR" sz="3000" dirty="0"/>
          </a:p>
        </p:txBody>
      </p:sp>
      <p:sp>
        <p:nvSpPr>
          <p:cNvPr id="4" name="S08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S03의 카드와 S07의 표를 떠올려요.</a:t>
            </a:r>
            <a:endParaRPr lang="ko-KR" sz="3000" dirty="0"/>
          </a:p>
        </p:txBody>
      </p:sp>
      <p:sp>
        <p:nvSpPr>
          <p:cNvPr id="6" name="S08-chip8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8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바다로 둘러싸인 땅</a:t>
            </a:r>
            <a:endParaRPr lang="ko-KR" sz="3000" dirty="0"/>
          </a:p>
        </p:txBody>
      </p:sp>
      <p:sp>
        <p:nvSpPr>
          <p:cNvPr id="8" name="S08-chip9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9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육지를 흐르는 큰 물길</a:t>
            </a:r>
            <a:endParaRPr lang="ko-KR" sz="3000" dirty="0"/>
          </a:p>
        </p:txBody>
      </p:sp>
      <p:sp>
        <p:nvSpPr>
          <p:cNvPr id="10" name="S08-chip9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9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짜고 아주 넓은 곳</a:t>
            </a:r>
            <a:endParaRPr lang="ko-KR" sz="3000" dirty="0"/>
          </a:p>
        </p:txBody>
      </p:sp>
      <p:sp>
        <p:nvSpPr>
          <p:cNvPr id="12" name="S08-chip9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8-text9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 그대로 마시지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않는 까닭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9-text9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비닐봉지를 크게 휘두른 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입구를 꼭 쥐면 어떻게 될까요?</a:t>
            </a:r>
            <a:endParaRPr lang="ko-KR" sz="3000" dirty="0"/>
          </a:p>
        </p:txBody>
      </p:sp>
      <p:sp>
        <p:nvSpPr>
          <p:cNvPr id="4" name="S09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000" dirty="0"/>
          </a:p>
        </p:txBody>
      </p:sp>
      <p:sp>
        <p:nvSpPr>
          <p:cNvPr id="6" name="S09-chip99"/>
          <p:cNvSpPr txBox="1"/>
          <p:nvPr/>
        </p:nvSpPr>
        <p:spPr>
          <a:xfrm>
            <a:off x="2946654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9-card100"/>
          <p:cNvSpPr/>
          <p:nvPr/>
        </p:nvSpPr>
        <p:spPr>
          <a:xfrm>
            <a:off x="548640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101"/>
          <p:cNvSpPr txBox="1"/>
          <p:nvPr/>
        </p:nvSpPr>
        <p:spPr>
          <a:xfrm>
            <a:off x="822960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납작한 그대로예요.</a:t>
            </a:r>
            <a:endParaRPr lang="ko-KR" sz="3000" dirty="0"/>
          </a:p>
        </p:txBody>
      </p:sp>
      <p:sp>
        <p:nvSpPr>
          <p:cNvPr id="9" name="S09-chip102"/>
          <p:cNvSpPr txBox="1"/>
          <p:nvPr/>
        </p:nvSpPr>
        <p:spPr>
          <a:xfrm>
            <a:off x="8675370" y="243840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9-card103"/>
          <p:cNvSpPr/>
          <p:nvPr/>
        </p:nvSpPr>
        <p:spPr>
          <a:xfrm>
            <a:off x="6277356" y="3142488"/>
            <a:ext cx="5362956" cy="1978152"/>
          </a:xfrm>
          <a:prstGeom prst="roundRect">
            <a:avLst>
              <a:gd name="adj" fmla="val 554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104"/>
          <p:cNvSpPr txBox="1"/>
          <p:nvPr/>
        </p:nvSpPr>
        <p:spPr>
          <a:xfrm>
            <a:off x="6551676" y="3279648"/>
            <a:ext cx="4814316" cy="170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불룩하게 부풀어요.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공기를 잡아 봐요</a:t>
            </a:r>
            <a:endParaRPr lang="ko-KR" sz="4000" dirty="0"/>
          </a:p>
        </p:txBody>
      </p:sp>
      <p:sp>
        <p:nvSpPr>
          <p:cNvPr id="3" name="S10-card10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10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비닐봉지를 얼굴이나 머리에 쓰지 않아요. 다 쓰면 어른이 치워요.</a:t>
            </a:r>
            <a:endParaRPr lang="ko-KR" sz="3000" dirty="0"/>
          </a:p>
        </p:txBody>
      </p:sp>
      <p:sp>
        <p:nvSpPr>
          <p:cNvPr id="5" name="S10-card107"/>
          <p:cNvSpPr/>
          <p:nvPr/>
        </p:nvSpPr>
        <p:spPr>
          <a:xfrm>
            <a:off x="6813652" y="1325880"/>
            <a:ext cx="4826660" cy="3404616"/>
          </a:xfrm>
          <a:prstGeom prst="roundRect">
            <a:avLst>
              <a:gd name="adj" fmla="val 322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108"/>
          <p:cNvSpPr txBox="1"/>
          <p:nvPr/>
        </p:nvSpPr>
        <p:spPr>
          <a:xfrm>
            <a:off x="7087972" y="1463040"/>
            <a:ext cx="4278020" cy="313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봉지가 어떻게 변했는지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손과 얼굴에 느껴진 것을 말해요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본 것을 활동지 4에 써요</a:t>
            </a:r>
            <a:endParaRPr lang="ko-KR" sz="3000" dirty="0"/>
          </a:p>
        </p:txBody>
      </p:sp>
      <p:sp>
        <p:nvSpPr>
          <p:cNvPr id="7" name="S10-stepno109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110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비닐봉지 입구를 벌리고 크게 휘둘러요.</a:t>
            </a:r>
            <a:endParaRPr lang="ko-KR" sz="2400" dirty="0"/>
          </a:p>
        </p:txBody>
      </p:sp>
      <p:sp>
        <p:nvSpPr>
          <p:cNvPr id="9" name="S10-stepno111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112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입구를 손으로 꼭 쥐어요.</a:t>
            </a:r>
            <a:endParaRPr lang="ko-KR" sz="2400" dirty="0"/>
          </a:p>
        </p:txBody>
      </p:sp>
      <p:sp>
        <p:nvSpPr>
          <p:cNvPr id="11" name="S10-stepno113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114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봉지를 살짝 눌러 봐요.</a:t>
            </a:r>
            <a:endParaRPr lang="ko-KR" sz="2400" dirty="0"/>
          </a:p>
        </p:txBody>
      </p:sp>
      <p:sp>
        <p:nvSpPr>
          <p:cNvPr id="13" name="S10-stepno115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0-text116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부채로 얼굴에 바람을 보내 봐요.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지구를 둘러싼 공기</a:t>
            </a:r>
            <a:endParaRPr lang="ko-KR" sz="4000" dirty="0"/>
          </a:p>
        </p:txBody>
      </p:sp>
      <p:sp>
        <p:nvSpPr>
          <p:cNvPr id="3" name="S11-text1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보이지 않지만 지구를 둘러싸고 있어요.</a:t>
            </a:r>
            <a:endParaRPr lang="ko-KR" sz="3000" dirty="0"/>
          </a:p>
        </p:txBody>
      </p:sp>
      <p:sp>
        <p:nvSpPr>
          <p:cNvPr id="4" name="S11-card1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1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부푼 봉지와 얼굴에 닿은 바람이 공기가 있다는 증거예요.</a:t>
            </a:r>
            <a:endParaRPr lang="ko-KR" sz="3000" dirty="0"/>
          </a:p>
        </p:txBody>
      </p:sp>
      <p:sp>
        <p:nvSpPr>
          <p:cNvPr id="6" name="S11-card12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12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 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동물, 식물은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있어야 살 수 있어요.</a:t>
            </a:r>
            <a:endParaRPr lang="ko-KR" sz="3000" dirty="0"/>
          </a:p>
        </p:txBody>
      </p:sp>
      <p:sp>
        <p:nvSpPr>
          <p:cNvPr id="8" name="S11-card12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12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움직이면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불어요.</a:t>
            </a:r>
            <a:endParaRPr lang="ko-KR" sz="3000" dirty="0"/>
          </a:p>
        </p:txBody>
      </p:sp>
      <p:sp>
        <p:nvSpPr>
          <p:cNvPr id="10" name="S11-card12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12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날기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새와 비행기는 공기가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있어서 날 수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2-card12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비닐봉지 안에는 무엇이 있을까요?</a:t>
            </a:r>
            <a:endParaRPr lang="ko-KR" sz="3000" dirty="0"/>
          </a:p>
        </p:txBody>
      </p:sp>
      <p:sp>
        <p:nvSpPr>
          <p:cNvPr id="5" name="S12-card1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2-cardtext1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12-chip13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12-text13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안 보이잖아요.</a:t>
            </a:r>
            <a:endParaRPr lang="ko-KR" sz="3000" dirty="0"/>
          </a:p>
        </p:txBody>
      </p:sp>
      <p:sp>
        <p:nvSpPr>
          <p:cNvPr id="9" name="S12-chip13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12-text13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있어요.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휘두르니 봉지가 부풀었어요.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3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3-text13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표면에서 육지와 바다 중 더 넓은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것은? 무엇을 보고 알았나요?</a:t>
            </a:r>
            <a:endParaRPr lang="ko-KR" sz="3000" dirty="0"/>
          </a:p>
        </p:txBody>
      </p:sp>
      <p:sp>
        <p:nvSpPr>
          <p:cNvPr id="5" name="S13-chip13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3-text13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바닷물과 강물의 다른 점을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말해요.</a:t>
            </a:r>
            <a:endParaRPr lang="ko-KR" sz="3000" dirty="0"/>
          </a:p>
        </p:txBody>
      </p:sp>
      <p:sp>
        <p:nvSpPr>
          <p:cNvPr id="7" name="S13-chip13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3-text13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하는 일을 두 가지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것은?</a:t>
            </a:r>
            <a:endParaRPr lang="ko-KR" sz="4000" dirty="0"/>
          </a:p>
        </p:txBody>
      </p:sp>
      <p:sp>
        <p:nvSpPr>
          <p:cNvPr id="3" name="S15-text1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하는 일이 아닌 것을 골라요.</a:t>
            </a:r>
            <a:endParaRPr lang="ko-KR" sz="3000" dirty="0"/>
          </a:p>
        </p:txBody>
      </p:sp>
      <p:sp>
        <p:nvSpPr>
          <p:cNvPr id="4" name="S15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000" dirty="0"/>
          </a:p>
        </p:txBody>
      </p:sp>
      <p:sp>
        <p:nvSpPr>
          <p:cNvPr id="6" name="S15-chip14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5-card14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5-cardtext14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생물이 숨을 쉬게 해요.</a:t>
            </a:r>
            <a:endParaRPr lang="ko-KR" sz="3000" dirty="0"/>
          </a:p>
        </p:txBody>
      </p:sp>
      <p:sp>
        <p:nvSpPr>
          <p:cNvPr id="9" name="S15-chip14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5-card14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4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불게 해요.</a:t>
            </a:r>
            <a:endParaRPr lang="ko-KR" sz="3000" dirty="0"/>
          </a:p>
        </p:txBody>
      </p:sp>
      <p:sp>
        <p:nvSpPr>
          <p:cNvPr id="12" name="S15-chip14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5-card15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5-cardtext15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바닷물을 짜게 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52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53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표면은 바다가 육지보다 넓고, 바닷물은 짜요.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보이지 않지만 지구를 둘러싸고 있어요.</a:t>
            </a:r>
            <a:endParaRPr lang="ko-KR" sz="3000" dirty="0"/>
          </a:p>
        </p:txBody>
      </p:sp>
      <p:sp>
        <p:nvSpPr>
          <p:cNvPr id="5" name="S16-chip154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본 것을 증거로 말하기</a:t>
            </a:r>
            <a:endParaRPr lang="ko-KR" sz="2400" dirty="0"/>
          </a:p>
        </p:txBody>
      </p:sp>
      <p:sp>
        <p:nvSpPr>
          <p:cNvPr id="6" name="S16-chip155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안 보이면 없다고 생각하기</a:t>
            </a:r>
            <a:endParaRPr lang="ko-KR" sz="2400" dirty="0"/>
          </a:p>
        </p:txBody>
      </p:sp>
      <p:sp>
        <p:nvSpPr>
          <p:cNvPr id="7" name="S16-text156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57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지구 표면에서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넓은 것은?</a:t>
            </a:r>
            <a:endParaRPr lang="ko-KR" sz="2400" dirty="0"/>
          </a:p>
        </p:txBody>
      </p:sp>
      <p:sp>
        <p:nvSpPr>
          <p:cNvPr id="9" name="S16-text158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바닷물은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맛일까요?</a:t>
            </a:r>
            <a:endParaRPr lang="ko-KR" sz="2400" dirty="0"/>
          </a:p>
        </p:txBody>
      </p:sp>
      <p:sp>
        <p:nvSpPr>
          <p:cNvPr id="10" name="S16-text159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공기가 하는 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가지는?</a:t>
            </a:r>
            <a:endParaRPr lang="ko-KR" sz="2400" dirty="0"/>
          </a:p>
        </p:txBody>
      </p:sp>
      <p:sp>
        <p:nvSpPr>
          <p:cNvPr id="11" name="S16-text16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관찰 기록하기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땅과 물의 모습</a:t>
            </a:r>
            <a:endParaRPr lang="ko-KR" sz="4000" dirty="0"/>
          </a:p>
        </p:txBody>
      </p:sp>
      <p:sp>
        <p:nvSpPr>
          <p:cNvPr id="3" name="S17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땅과 물의 모습을 낱말로 말해요.</a:t>
            </a:r>
            <a:endParaRPr lang="ko-KR" sz="3000" dirty="0"/>
          </a:p>
        </p:txBody>
      </p:sp>
      <p:sp>
        <p:nvSpPr>
          <p:cNvPr id="4" name="S17-card1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7-cardtext1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있는 곳은 육지, 넓고 짠물이 있는 곳은 바다예요.</a:t>
            </a:r>
            <a:endParaRPr lang="ko-KR" sz="3000" dirty="0"/>
          </a:p>
        </p:txBody>
      </p:sp>
      <p:sp>
        <p:nvSpPr>
          <p:cNvPr id="6" name="S17-word164"/>
          <p:cNvSpPr txBox="1"/>
          <p:nvPr/>
        </p:nvSpPr>
        <p:spPr>
          <a:xfrm>
            <a:off x="548640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땅</a:t>
            </a:r>
            <a:endParaRPr lang="ko-KR" sz="3400" dirty="0"/>
          </a:p>
        </p:txBody>
      </p:sp>
      <p:sp>
        <p:nvSpPr>
          <p:cNvPr id="7" name="S17-word165"/>
          <p:cNvSpPr txBox="1"/>
          <p:nvPr/>
        </p:nvSpPr>
        <p:spPr>
          <a:xfrm>
            <a:off x="3390138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평평한 땅</a:t>
            </a:r>
            <a:endParaRPr lang="ko-KR" sz="3400" dirty="0"/>
          </a:p>
        </p:txBody>
      </p:sp>
      <p:sp>
        <p:nvSpPr>
          <p:cNvPr id="8" name="S17-word166"/>
          <p:cNvSpPr txBox="1"/>
          <p:nvPr/>
        </p:nvSpPr>
        <p:spPr>
          <a:xfrm>
            <a:off x="6231636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</a:t>
            </a:r>
            <a:endParaRPr lang="ko-KR" sz="3400" dirty="0"/>
          </a:p>
        </p:txBody>
      </p:sp>
      <p:sp>
        <p:nvSpPr>
          <p:cNvPr id="9" name="S17-word167"/>
          <p:cNvSpPr txBox="1"/>
          <p:nvPr/>
        </p:nvSpPr>
        <p:spPr>
          <a:xfrm>
            <a:off x="9073134" y="269748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넓고 짠물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과학 지구의 표면과 바다</dc:title>
  <dc:subject>KR22-G03-SCI-EARTHSEA-L01</dc:subject>
  <dc:creator>education-ppt</dc:creator>
  <cp:lastModifiedBy>education-ppt</cp:lastModifiedBy>
  <cp:revision>1</cp:revision>
  <dcterms:created xsi:type="dcterms:W3CDTF">2026-10-26T09:53:01Z</dcterms:created>
  <dcterms:modified xsi:type="dcterms:W3CDTF">2026-10-26T09:53:01Z</dcterms:modified>
</cp:coreProperties>
</file>