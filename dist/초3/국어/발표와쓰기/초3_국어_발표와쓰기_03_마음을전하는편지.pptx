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d7d2cfa-155d-ec1f-e248-69c320155e38}">
          <p14:sldIdLst>
            <p14:sldId id="256"/>
            <p14:sldId id="257"/>
          </p14:sldIdLst>
        </p14:section>
        <p14:section name="개념" id="{e3fa7289-086b-a4ec-ab6c-8cd0412bd0fe}">
          <p14:sldIdLst>
            <p14:sldId id="258"/>
            <p14:sldId id="259"/>
            <p14:sldId id="260"/>
          </p14:sldIdLst>
        </p14:section>
        <p14:section name="연습" id="{3944299e-6bd2-4a30-c987-b7b73a103d73}">
          <p14:sldIdLst>
            <p14:sldId id="261"/>
            <p14:sldId id="262"/>
            <p14:sldId id="263"/>
          </p14:sldIdLst>
        </p14:section>
        <p14:section name="확인" id="{84613405-0b7b-6758-1751-cc162783db49}">
          <p14:sldIdLst>
            <p14:sldId id="264"/>
            <p14:sldId id="265"/>
            <p14:sldId id="266"/>
          </p14:sldIdLst>
        </p14:section>
        <p14:section name="정리" id="{ea807b05-ac5d-db47-31ee-6ac76d013cab}">
          <p14:sldIdLst>
            <p14:sldId id="267"/>
          </p14:sldIdLst>
        </p14:section>
        <p14:section name="보충" id="{106a965d-c5f3-af5a-a401-c301b2745262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편지를 주고받은 경험을 떠올리게 합니다.
시간: 약 2분
이렇게 말해 보세요
- “편지를 받아 본 적 있어? 누구에게서 받았어? 기분이 어땠어?”
- “오늘은 고마운 마음이나 미안한 마음을 편지로 전하는 방법을 배울 거야.”
예상 답
- “생일 카드를 받았어요. 기분이 좋았어요.”
막히면
- 집에 있는 카드나 편지를 보여 주며 “이걸 받았을 때 어땠을까?”라고 묻습니다.
주의
- 오늘 쓴 편지는 실제로 받을 사람에게 전해 주면 쓰기에 대한 의욕이 커집니다.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확인(뒷받침 문장 잇기)]
목적: 앞 차시 ‘문단 쓰기’(KR22-G03-KOR-PARAGRAPH-L01)에서 배운 뒷받침 문장 잇기를 할 수 있는지 확인하고, 편지를 받을 사람을 미리 떠올리게 합니다.
시간: 약 3분
이렇게 말해 보세요
- “너에게 고마운 사람은 누구야? 그 사람이 무엇을 해 주었어?”
- “그걸 중심 문장 뒤에 이어서 문장으로 말해 볼래?”
예상 답
- “우리 이모입니다. 이모는 내 생일에 책을 선물해 주셨습니다.”
정답
- 기준: 고마운 사람이 누구인지와 고마운 일을 문장으로 이어 말하면 맞습니다.
막히면
- “누구야?”, “무엇을 해 주었어?”로 나누어 묻습니다.
- 뒷받침 문장을 만들기 어려워하면 S13(보충)을 먼저 하고, 그래도 어려우면 앞 차시 ‘문단 쓰기’(KR22-G03-KOR-PARAGRAPH-L01)를 다시 합니다.
주의
- 여기서 말한 사람을 S08에서 편지 받을 사람으로 정해도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예시 편지 읽기]
목적: 부모가 편지를 읽어 주며 편지에 어떤 부분이 있는지 함께 살펴봅니다.
시간: 약 4분
이렇게 말해 보세요
- “엄마(아빠)가 지아가 할머니께 쓴 편지를 읽어 줄게.”
- “맨 첫 줄 ‘할머니께’는 무엇을 알려 줄까? 맨 끝 줄은?”
- “편지에는 어떤 내용들이 있어? 줄마다 무엇을 쓴 것 같아?”
- “지아는 할머니께 어떤 마음을 전했어? 왜 그런 마음이 들었대?”
예상 답
- “누구에게 쓴 편지인지 알려 줘요.” “누가 썼는지 알려 줘요.” “죽을 끓여 주셔서 고마운 마음이요.”
정답
- 받을 사람: 할머니께 / 첫인사: 할머니, 안녕하세요? 저 지아예요. / 전하고 싶은 말: 죽을 끓여 주셔서 고맙습니다. … / 끝인사: 감기 조심하세요. 안녕히 계세요. / 쓴 날짜: 11월 3일 / 쓴 사람: 손녀 지아 올림
막히면
- 줄마다 손가락으로 짚으며 “이 줄은 무슨 말이야?”라고 묻습니다.
주의
- 실제 편지에서는 쓴 날짜와 쓴 사람을 보통 오른쪽 아래에 씁니다. 활동지에 쓸 때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편지의 짜임 정리]
목적: 편지의 여섯 부분과 그 차례를 정리합니다(목표 A).
시간: 약 3분
이렇게 말해 보세요
- “편지는 이렇게 여섯 부분으로 되어 있어. 같이 읽어 볼까?”
- “가장 길게 쓰는 부분은 어디일까?”
예상 답
- “전하고 싶은 말이요.”
막히면
- S03의 편지와 이 표를 번갈아 보며 줄마다 짝을 지어 줍니다.
주의
- ③ 전하고 싶은 말이 편지의 중심이고, 지난 시간에 배운 문단 쓰기처럼 마음(중심)과 까닭(뒷받침)을 쓴다고 연결해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마음과 까닭을 함께 쓰기]
목적: 전하고 싶은 말에는 마음과 그 까닭이 함께 들어가야 한다는 것을 알려 줍니다(목표 B).
시간: 약 3분
이렇게 말해 보세요
- “세 카드에서 마음을 나타내는 말은 어디야? 왜 그런 마음인지 알려 주는 말은?”
- “‘고마워’만 있을 때와 ‘숙제를 도와줘서 고마워’는 어떻게 달라?”
예상 답
- “‘고마워’는 마음이고, ‘숙제를 도와줘서’는 까닭이에요.”
막히면
- 카드마다 “무엇 때문에?”라고 물어 까닭 부분을 손가락으로 짚게 합니다.
주의
- 카드는 친구에게 쓰는 말입니다. 웃어른께는 ‘도와주셔서 고맙습니다’처럼 높임말로 바꾼다는 것도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편지의 부분 찾기]
목적: 처음 보는 편지에서 여섯 부분을 찾는 연습을 합니다(목표 A).
시간: 약 4분
이렇게 말해 보세요
- “서윤이가 친구 민준이에게 쓴 편지야. ①은 어느 부분일까?”
- “할머니께 쓴 지아의 편지와 무엇이 달라?”
정답
- ① 받을 사람 ② 첫인사 ③ 전하고 싶은 말 ④ 끝인사 ⑤ 쓴 날짜 ⑥ 쓴 사람
- 친구에게는 ‘에게’, ‘안녕?’, ‘서윤이가’처럼 쓰고, 웃어른께는 ‘께’, ‘안녕하세요?’, ‘올림’처럼 씁니다.
막히면
- S04의 짜임표를 옆에 두고 하나씩 짝을 짓게 합니다.
주의
- 활동지 1에 같은 편지가 있으니 이름을 적게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오해 비교(까닭이 없는 편지)]
목적: 마음만 쓰면 무엇이 고마운지 알 수 없다는 것을 비교로 확인합니다(오해 M1).
시간: 약 3분
이렇게 말해 보세요
- “네가 엄마라면 어느 편지를 받았을 때 더 기쁠까?”
- “‘가’에 무엇을 더 쓰면 좋을까?”
정답
- 나. 무엇이 고마웠는지(아플 때 곁에 있어 준 일) 까닭이 있어서 마음이 잘 전해집니다.
- 가는 마음만 있고 까닭이 없습니다.
막히면
- “엄마(아빠)가 ‘고마워.’라고만 하면 무엇이 고마운지 알 수 있어?”라고 묻습니다.
주의
- ‘가’도 따뜻한 말이라고 인정해 준 뒤, 까닭을 더하면 더 좋아진다고 말해 줍니다.
- 아이가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편지 계획 세우기]
목적: 편지를 쓰기 전에 받을 사람, 전할 마음, 까닭을 말로 정리합니다(목표 B). 활동지 4의 계획표에 적습니다.
시간: 약 3분
이렇게 말해 보세요
- “누구에게 편지를 쓰고 싶어? 그 사람에게 어떤 마음을 전하고 싶어?”
- “왜 그런 마음이 들었어? 있었던 일을 말해 볼래?”
예상 답
- ① 아빠께 ② 고마운 마음 ③ 자전거 타는 법을 가르쳐 주셔서
정답
- 기준: 받을 사람, 마음, 그 마음이 든 까닭(있었던 일)을 모두 말하면 맞습니다.
막히면
- S05의 세 가지 마음(고마움, 미안함, 축하) 가운데 하나를 고르게 합니다.
- 최근 일주일 동안 있었던 일을 함께 떠올려 봅니다.
주의
- 받을 사람이 웃어른이면 ‘께’, ‘-습니다’, ‘올림’을 쓰는지 쓰기 전에 한 번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편지 쓰기]
목적: 계획한 대로 편지를 혼자 쓰는지 확인합니다(목표 A·B). 활동지 5에 씁니다.
시간: 약 7분
이렇게 말해 보세요
- “이제 계획한 대로 편지를 써 볼래? 다 쓰면 소리 내어 읽어 줘.”
- “오른쪽 기준표에서 지킨 것에 스스로 표시해 볼까?”
정답
- 기준: ① 여섯 부분 ② 마음 ③ 까닭 ④ 받는 사람에 맞는 말(웃어른께 높임말). 4가지를 모두 지키면 목표 B 달성으로 봅니다.
- 여섯 부분을 모두 갖추면 목표 A도 확인한 것으로 봅니다.
막히면
- S04의 짜임표를 보며 한 부분씩 쓰게 합니다.
- 도움을 받아 썼다면 기록표에 ‘도움’으로 표시합니다.
주의
- 맞춤법보다 마음과 까닭이 드러났는지를 먼저 봅니다. 쓴 편지는 실제로 전해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잘 쓴 예와 피드백]
목적: 아이의 편지를 예시와 비교하고 흔한 실수를 확인합니다.
시간: 약 2분
이렇게 말해 보세요
- “네 편지에는 마음과 까닭이 모두 있어?”
- “오른쪽 실수 중에 고칠 것이 있을까?”
예상 답
- “날짜를 안 썼어요. 지금 쓸게요.”
정답
- 예: 아빠께 / 아빠, 안녕하세요? 저 ○○예요. / 지난 주말에 자전거 타는 법을 가르쳐 주셔서 고맙습니다. 이제 혼자서도 탈 수 있어요. / 다음에 같이 공원에 가요. 사랑해요. / 11월 ○일 / 딸(아들) ○○ 올림
막히면
- 아이 편지의 줄마다 “이건 어느 부분이야?”라고 물어 빠진 부분을 찾게 합니다.
주의
- 이 장은 학생용 파일에서 빠집니다. 부모님께 쓰는 편지는 ‘아빠에게’, ‘○○가’처럼 써도 괜찮습니다. 선생님 같은 웃어른께는 높임말을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확인]
목적: 편지의 부분을 구별하는지 처음 보는 문장으로 확인합니다(목표 A).
시간: 약 2분
이렇게 말해 보세요
- “가, 나, 다는 각각 편지의 어느 부분일까? 끝인사는?”
정답
- 나. (가는 받을 사람, 다는 쓴 사람입니다.)
막히면
- S04의 짜임표를 다시 보여 줍니다.
주의
- 답만 고르고 나머지 부분을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다음 학습과 복습]
목적: 핵심을 정리하고 다음 수업의 복습 질문을 알려 줍니다.
시간: 약 2분
이렇게 말해 보세요
- “마음을 잘 전하는 편지를 쓰는 방법을 한 문장으로 말해 볼래?”
예상 답
- “무엇이 고마운지 까닭을 함께 써요.”
정답
- ① 받을 사람, 첫인사, 전하고 싶은 말, 끝인사, 쓴 날짜, 쓴 사람 ② 마음과 그 까닭을 함께 쓴다 ③ ‘께’, ‘-습니다/-요’, ‘올림/드림’
막히면
- S04와 S05를 다시 보여 줍니다.
주의
- 쓴 편지를 받을 사람에게 전하고, 받은 사람의 반응을 아이와 함께 이야기해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보충(고마운 마음 문장 만들기)]
목적: 고마운 사람과 고마운 일을 한 문장으로 잇는 틀을 말로 먼저 익힙니다.
시간: 약 3분
이렇게 말해 보세요
- “아빠가 자전거를 고쳐 주셨어. 이걸 한 문장으로 이으면?”
- “이번에는 네가 고마운 사람으로 해 볼래? 누구에게, 무엇이 고마웠어?”
정답
- 예: 할머니, 맛있는 반찬을 만들어 주셔서 고맙습니다. (누구에게 + 고마운 일 + 고맙습니다가 들어가면 맞음)
막히면
- 부모가 앞부분 “할머니, ……”를 말해 주고 아이가 뒷부분을 채우게 합니다.
- 까닭을 이어 말하기가 어려우면 앞 차시 ‘문단 쓰기’(KR22-G03-KOR-PARAGRAPH-L01)를 먼저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발표와쓰기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마음을 전하는 편지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마음을 전하는 편지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국어 · 마음을 전하는 편지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전하는 편지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고마운 마음을 글로 어떻게 전할까?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편지에 들어갈 부분을 말할 수 있어요.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마음과 까닭이 드러나게 편지를 쓸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이어 말해요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문장을 뒷받침하는 문장을 이어 말해 보세요.</a:t>
            </a:r>
            <a:endParaRPr lang="ko-KR" sz="30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누구인지, 무엇을 해 주었는지 말해 보세요.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나에게는 고마운 사람이 있습니다.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지아의 편지 읽기</a:t>
            </a:r>
            <a:endParaRPr lang="ko-KR" sz="4000" dirty="0"/>
          </a:p>
        </p:txBody>
      </p:sp>
      <p:sp>
        <p:nvSpPr>
          <p:cNvPr id="3" name="S03-passagebox8"/>
          <p:cNvSpPr/>
          <p:nvPr/>
        </p:nvSpPr>
        <p:spPr>
          <a:xfrm>
            <a:off x="548640" y="1325880"/>
            <a:ext cx="11091672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4" name="S03-passage9"/>
          <p:cNvSpPr txBox="1"/>
          <p:nvPr/>
        </p:nvSpPr>
        <p:spPr>
          <a:xfrm>
            <a:off x="822960" y="1508760"/>
            <a:ext cx="1054303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</a:t>
            </a:r>
            <a:endParaRPr lang="ko-KR" sz="3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할머니, 안녕하세요? 저 지아예요.</a:t>
            </a:r>
            <a:endParaRPr lang="ko-KR" sz="3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지난주에 제가 감기에 걸렸을 때 죽을 끓여 주셔서 고맙습니다. 따뜻한 죽을 먹고 금방 나았어요.</a:t>
            </a:r>
            <a:endParaRPr lang="ko-KR" sz="3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할머니도 감기 조심하세요. 안녕히 계세요.</a:t>
            </a:r>
            <a:endParaRPr lang="ko-KR" sz="3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 3일</a:t>
            </a:r>
            <a:endParaRPr lang="ko-KR" sz="30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손녀 지아 올림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편지의 짜임</a:t>
            </a:r>
            <a:endParaRPr lang="ko-KR" sz="4000" dirty="0"/>
          </a:p>
        </p:txBody>
      </p:sp>
      <p:sp>
        <p:nvSpPr>
          <p:cNvPr id="3" name="S04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편지에는 여섯 부분이 차례대로 들어가요.</a:t>
            </a:r>
            <a:endParaRPr lang="ko-KR" sz="3000" dirty="0"/>
          </a:p>
        </p:txBody>
      </p:sp>
      <p:graphicFrame>
        <p:nvGraphicFramePr>
          <p:cNvPr id="5" name="S04-table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1516380"/>
          <a:ext cx="9601200" cy="914400"/>
        </p:xfrm>
        <a:graphic>
          <a:graphicData uri="http://schemas.openxmlformats.org/drawingml/2006/table">
            <a:tbl>
              <a:tblPr/>
              <a:tblGrid>
                <a:gridCol w="3648456"/>
                <a:gridCol w="5952744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지아의 편지에서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받을 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할머니께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첫인사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할머니, 안녕하세요?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전하고 싶은 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죽을 끓여 주셔서 고맙습니다.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끝인사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감기 조심하세요.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쓴 날짜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11월 3일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⑥ 쓴 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손녀 지아 올림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전하는 말</a:t>
            </a:r>
            <a:endParaRPr lang="ko-KR" sz="4000" dirty="0"/>
          </a:p>
        </p:txBody>
      </p:sp>
      <p:sp>
        <p:nvSpPr>
          <p:cNvPr id="3" name="S05-card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마음인지 + 왜 그런지를 함께 써요.</a:t>
            </a:r>
            <a:endParaRPr lang="ko-KR" sz="3000" dirty="0"/>
          </a:p>
        </p:txBody>
      </p:sp>
      <p:sp>
        <p:nvSpPr>
          <p:cNvPr id="5" name="S05-card15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16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고마운 마음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숙제를 도와줘서 고마워.</a:t>
            </a:r>
            <a:endParaRPr lang="ko-KR" sz="3000" dirty="0"/>
          </a:p>
        </p:txBody>
      </p:sp>
      <p:sp>
        <p:nvSpPr>
          <p:cNvPr id="7" name="S05-card17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18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미안한 마음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연필을 잃어버려서 미안해.</a:t>
            </a:r>
            <a:endParaRPr lang="ko-KR" sz="3000" dirty="0"/>
          </a:p>
        </p:txBody>
      </p:sp>
      <p:sp>
        <p:nvSpPr>
          <p:cNvPr id="9" name="S05-card19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5-cardtext20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축하하는 마음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달리기에서 1등을 한 것을 축하해.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편지의 부분 찾기</a:t>
            </a:r>
            <a:endParaRPr lang="ko-KR" sz="4000" dirty="0"/>
          </a:p>
        </p:txBody>
      </p:sp>
      <p:sp>
        <p:nvSpPr>
          <p:cNvPr id="3" name="S06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①~⑥은 편지의 어느 부분일까요?</a:t>
            </a:r>
            <a:endParaRPr lang="ko-KR" sz="3000" dirty="0"/>
          </a:p>
        </p:txBody>
      </p:sp>
      <p:sp>
        <p:nvSpPr>
          <p:cNvPr id="5" name="S06-passagebox23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6-passage24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민준이에게</a:t>
            </a:r>
            <a:endParaRPr lang="ko-KR" sz="24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민준아, 안녕? 나 서윤이야.</a:t>
            </a:r>
            <a:endParaRPr lang="ko-KR" sz="24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어제 내가 넘어졌을 때 일으켜 줘서 정말 고마웠어. 네 덕분에 울지 않고 집에 갈 수 있었어.</a:t>
            </a:r>
            <a:endParaRPr lang="ko-KR" sz="24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그럼 내일 학교에서 만나. 안녕.</a:t>
            </a:r>
            <a:endParaRPr lang="ko-KR" sz="24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11월 5일</a:t>
            </a:r>
            <a:endParaRPr lang="ko-KR" sz="24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서윤이가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더 잘 전해질까?</a:t>
            </a:r>
            <a:endParaRPr lang="ko-KR" sz="4000" dirty="0"/>
          </a:p>
        </p:txBody>
      </p:sp>
      <p:sp>
        <p:nvSpPr>
          <p:cNvPr id="3" name="S07-card2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2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엄마에게 쓴 편지의 ‘전하고 싶은 말’이에요.</a:t>
            </a:r>
            <a:endParaRPr lang="ko-KR" sz="3000" dirty="0"/>
          </a:p>
        </p:txBody>
      </p:sp>
      <p:sp>
        <p:nvSpPr>
          <p:cNvPr id="5" name="S07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마음을 더 잘 전하나요? 왜 그럴까요?</a:t>
            </a:r>
            <a:endParaRPr lang="ko-KR" sz="3000" dirty="0"/>
          </a:p>
        </p:txBody>
      </p:sp>
      <p:sp>
        <p:nvSpPr>
          <p:cNvPr id="7" name="S07-chip2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7-text3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엄마, 고마워요.</a:t>
            </a:r>
            <a:endParaRPr lang="ko-KR" sz="3000" dirty="0"/>
          </a:p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사랑해요.</a:t>
            </a:r>
            <a:endParaRPr lang="ko-KR" sz="3000" dirty="0"/>
          </a:p>
        </p:txBody>
      </p:sp>
      <p:sp>
        <p:nvSpPr>
          <p:cNvPr id="9" name="S07-chip3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7-text3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엄마, 제가 아플 때</a:t>
            </a:r>
            <a:endParaRPr lang="ko-KR" sz="3000" dirty="0"/>
          </a:p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밤새 곁에 있어 주셔서</a:t>
            </a:r>
            <a:endParaRPr lang="ko-KR" sz="3000" dirty="0"/>
          </a:p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고마워요. 사랑해요.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편지 쓸 계획 세우기</a:t>
            </a:r>
            <a:endParaRPr lang="ko-KR" sz="4000" dirty="0"/>
          </a:p>
        </p:txBody>
      </p:sp>
      <p:sp>
        <p:nvSpPr>
          <p:cNvPr id="3" name="S08-text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어떤 마음을 전할지 정해 보세요.</a:t>
            </a:r>
            <a:endParaRPr lang="ko-KR" sz="3000" dirty="0"/>
          </a:p>
        </p:txBody>
      </p:sp>
      <p:sp>
        <p:nvSpPr>
          <p:cNvPr id="4" name="S08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웃어른께는 ‘께’, ‘-습니다’, ‘올림’을 써요.</a:t>
            </a:r>
            <a:endParaRPr lang="ko-KR" sz="3000" dirty="0"/>
          </a:p>
        </p:txBody>
      </p:sp>
      <p:sp>
        <p:nvSpPr>
          <p:cNvPr id="6" name="S08-chip3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3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쓸까요?</a:t>
            </a:r>
            <a:endParaRPr lang="ko-KR" sz="3000" dirty="0"/>
          </a:p>
        </p:txBody>
      </p:sp>
      <p:sp>
        <p:nvSpPr>
          <p:cNvPr id="8" name="S08-chip3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3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마음을 전할까요?</a:t>
            </a:r>
            <a:endParaRPr lang="ko-KR" sz="3000" dirty="0"/>
          </a:p>
        </p:txBody>
      </p:sp>
      <p:sp>
        <p:nvSpPr>
          <p:cNvPr id="10" name="S08-chip4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8-text4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그런 마음이 들었나요?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써 보기</a:t>
            </a:r>
            <a:endParaRPr lang="ko-KR" sz="4000" dirty="0"/>
          </a:p>
        </p:txBody>
      </p:sp>
      <p:sp>
        <p:nvSpPr>
          <p:cNvPr id="3" name="S09-card42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43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여섯 부분이 다 있어요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어떤 마음인지 썼어요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까닭을 썼어요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받는 사람에 맞는 말을 썼어요</a:t>
            </a:r>
            <a:endParaRPr lang="ko-KR" sz="3000" dirty="0"/>
          </a:p>
        </p:txBody>
      </p:sp>
      <p:sp>
        <p:nvSpPr>
          <p:cNvPr id="5" name="S09-stepno44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9-text45"/>
          <p:cNvSpPr txBox="1"/>
          <p:nvPr/>
        </p:nvSpPr>
        <p:spPr>
          <a:xfrm>
            <a:off x="1325880" y="24277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받을 사람과 첫인사를 써요.</a:t>
            </a:r>
            <a:endParaRPr lang="ko-KR" sz="3000" dirty="0"/>
          </a:p>
        </p:txBody>
      </p:sp>
      <p:sp>
        <p:nvSpPr>
          <p:cNvPr id="7" name="S09-stepno46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9-text47"/>
          <p:cNvSpPr txBox="1"/>
          <p:nvPr/>
        </p:nvSpPr>
        <p:spPr>
          <a:xfrm>
            <a:off x="1325880" y="31409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마음과 까닭을 써요.</a:t>
            </a:r>
            <a:endParaRPr lang="ko-KR" sz="3000" dirty="0"/>
          </a:p>
        </p:txBody>
      </p:sp>
      <p:sp>
        <p:nvSpPr>
          <p:cNvPr id="9" name="S09-stepno48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9-text49"/>
          <p:cNvSpPr txBox="1"/>
          <p:nvPr/>
        </p:nvSpPr>
        <p:spPr>
          <a:xfrm>
            <a:off x="1325880" y="38541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끝인사를 써요.</a:t>
            </a:r>
            <a:endParaRPr lang="ko-KR" sz="3000" dirty="0"/>
          </a:p>
        </p:txBody>
      </p:sp>
      <p:sp>
        <p:nvSpPr>
          <p:cNvPr id="11" name="S09-stepno50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9-text51"/>
          <p:cNvSpPr txBox="1"/>
          <p:nvPr/>
        </p:nvSpPr>
        <p:spPr>
          <a:xfrm>
            <a:off x="1325880" y="45674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날짜와 쓴 사람을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쓴 예와 흔한 실수</a:t>
            </a:r>
            <a:endParaRPr lang="ko-KR" sz="4000" dirty="0"/>
          </a:p>
        </p:txBody>
      </p:sp>
      <p:sp>
        <p:nvSpPr>
          <p:cNvPr id="3" name="S10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 + 까닭 + 받는 사람에 맞는 말이면 잘 쓴 편지예요.</a:t>
            </a:r>
            <a:endParaRPr lang="ko-KR" sz="3000" dirty="0"/>
          </a:p>
        </p:txBody>
      </p:sp>
      <p:sp>
        <p:nvSpPr>
          <p:cNvPr id="5" name="S10-chip5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0-text55"/>
          <p:cNvSpPr txBox="1"/>
          <p:nvPr/>
        </p:nvSpPr>
        <p:spPr>
          <a:xfrm>
            <a:off x="548640" y="20574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아빠, 자전거 타는 법을 가르쳐 주셔서 고맙습니다.</a:t>
            </a:r>
            <a:endParaRPr lang="ko-KR" sz="3000" dirty="0"/>
          </a:p>
        </p:txBody>
      </p:sp>
      <p:sp>
        <p:nvSpPr>
          <p:cNvPr id="7" name="S10-text56"/>
          <p:cNvSpPr txBox="1"/>
          <p:nvPr/>
        </p:nvSpPr>
        <p:spPr>
          <a:xfrm>
            <a:off x="548640" y="34290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부분을 모두 씀</a:t>
            </a:r>
            <a:endParaRPr lang="ko-KR" sz="3000" dirty="0"/>
          </a:p>
        </p:txBody>
      </p:sp>
      <p:sp>
        <p:nvSpPr>
          <p:cNvPr id="8" name="S10-chip5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9" name="S10-text58"/>
          <p:cNvSpPr txBox="1"/>
          <p:nvPr/>
        </p:nvSpPr>
        <p:spPr>
          <a:xfrm>
            <a:off x="6277356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“아빠, 고마워요.”만 씀</a:t>
            </a:r>
            <a:endParaRPr lang="ko-KR" sz="3000" dirty="0"/>
          </a:p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까닭이 없어요</a:t>
            </a:r>
            <a:endParaRPr lang="ko-KR" sz="3000" dirty="0"/>
          </a:p>
        </p:txBody>
      </p:sp>
      <p:sp>
        <p:nvSpPr>
          <p:cNvPr id="10" name="S10-text59"/>
          <p:cNvSpPr txBox="1"/>
          <p:nvPr/>
        </p:nvSpPr>
        <p:spPr>
          <a:xfrm>
            <a:off x="6277356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“선생님, 고마워.”</a:t>
            </a:r>
            <a:endParaRPr lang="ko-KR" sz="3000" dirty="0"/>
          </a:p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웃어른께는 높임말</a:t>
            </a:r>
            <a:endParaRPr lang="ko-KR" sz="3000" dirty="0"/>
          </a:p>
        </p:txBody>
      </p:sp>
      <p:sp>
        <p:nvSpPr>
          <p:cNvPr id="11" name="S10-text60"/>
          <p:cNvSpPr txBox="1"/>
          <p:nvPr/>
        </p:nvSpPr>
        <p:spPr>
          <a:xfrm>
            <a:off x="6277356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날짜, 쓴 사람이 없음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끝인사는 어느 것일까요?</a:t>
            </a:r>
            <a:endParaRPr lang="ko-KR" sz="4000" dirty="0"/>
          </a:p>
        </p:txBody>
      </p:sp>
      <p:sp>
        <p:nvSpPr>
          <p:cNvPr id="3" name="S11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끝인사를 고르고, 나머지는 어느 부분인지 말해 보세요.</a:t>
            </a:r>
            <a:endParaRPr lang="ko-KR" sz="3000" dirty="0"/>
          </a:p>
        </p:txBody>
      </p:sp>
      <p:sp>
        <p:nvSpPr>
          <p:cNvPr id="5" name="S11-chip63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1-card64"/>
          <p:cNvSpPr/>
          <p:nvPr/>
        </p:nvSpPr>
        <p:spPr>
          <a:xfrm>
            <a:off x="548640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1-cardtext65"/>
          <p:cNvSpPr txBox="1"/>
          <p:nvPr/>
        </p:nvSpPr>
        <p:spPr>
          <a:xfrm>
            <a:off x="822960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선생님께</a:t>
            </a:r>
            <a:endParaRPr lang="ko-KR" sz="3000" dirty="0"/>
          </a:p>
        </p:txBody>
      </p:sp>
      <p:sp>
        <p:nvSpPr>
          <p:cNvPr id="8" name="S11-chip66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1-card67"/>
          <p:cNvSpPr/>
          <p:nvPr/>
        </p:nvSpPr>
        <p:spPr>
          <a:xfrm>
            <a:off x="4367784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1-cardtext68"/>
          <p:cNvSpPr txBox="1"/>
          <p:nvPr/>
        </p:nvSpPr>
        <p:spPr>
          <a:xfrm>
            <a:off x="4642104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선생님,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늘 건강하세요.</a:t>
            </a:r>
            <a:endParaRPr lang="ko-KR" sz="3000" dirty="0"/>
          </a:p>
        </p:txBody>
      </p:sp>
      <p:sp>
        <p:nvSpPr>
          <p:cNvPr id="11" name="S11-chip69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1-card70"/>
          <p:cNvSpPr/>
          <p:nvPr/>
        </p:nvSpPr>
        <p:spPr>
          <a:xfrm>
            <a:off x="8186928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1-cardtext71"/>
          <p:cNvSpPr txBox="1"/>
          <p:nvPr/>
        </p:nvSpPr>
        <p:spPr>
          <a:xfrm>
            <a:off x="8461248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제자 서윤 올림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72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73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받는 사람에게 맞는 말로,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마음인지와 그 까닭을 함께 써요.</a:t>
            </a:r>
            <a:endParaRPr lang="ko-KR" sz="3000" dirty="0"/>
          </a:p>
        </p:txBody>
      </p:sp>
      <p:sp>
        <p:nvSpPr>
          <p:cNvPr id="5" name="S12-chip74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마음과 까닭 함께 쓰기</a:t>
            </a:r>
            <a:endParaRPr lang="ko-KR" sz="2400" dirty="0"/>
          </a:p>
        </p:txBody>
      </p:sp>
      <p:sp>
        <p:nvSpPr>
          <p:cNvPr id="6" name="S12-chip75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‘고마워’만 쓰기</a:t>
            </a:r>
            <a:endParaRPr lang="ko-KR" sz="2400" dirty="0"/>
          </a:p>
        </p:txBody>
      </p:sp>
      <p:sp>
        <p:nvSpPr>
          <p:cNvPr id="7" name="S12-text76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2-text77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편지의 여섯 부분</a:t>
            </a:r>
            <a:endParaRPr lang="ko-KR" sz="2400" dirty="0"/>
          </a:p>
        </p:txBody>
      </p:sp>
      <p:sp>
        <p:nvSpPr>
          <p:cNvPr id="9" name="S12-text78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마음이 잘 전해지려면?</a:t>
            </a:r>
            <a:endParaRPr lang="ko-KR" sz="2400" dirty="0"/>
          </a:p>
        </p:txBody>
      </p:sp>
      <p:sp>
        <p:nvSpPr>
          <p:cNvPr id="10" name="S12-text79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웃어른께 쓰는 말</a:t>
            </a:r>
            <a:endParaRPr lang="ko-KR" sz="2400" dirty="0"/>
          </a:p>
        </p:txBody>
      </p:sp>
      <p:sp>
        <p:nvSpPr>
          <p:cNvPr id="11" name="S12-text8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인물의 마음과 까닭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고마운 마음 문장</a:t>
            </a:r>
            <a:endParaRPr lang="ko-KR" sz="4000" dirty="0"/>
          </a:p>
        </p:txBody>
      </p:sp>
      <p:sp>
        <p:nvSpPr>
          <p:cNvPr id="3" name="S13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누구에게, 무엇이 고마웠는지 이어 말해 보세요.</a:t>
            </a:r>
            <a:endParaRPr lang="ko-KR" sz="3000" dirty="0"/>
          </a:p>
        </p:txBody>
      </p:sp>
      <p:sp>
        <p:nvSpPr>
          <p:cNvPr id="4" name="S13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‘~해 주셔서 고맙습니다’ 틀에 넣어 말해요.</a:t>
            </a:r>
            <a:endParaRPr lang="ko-KR" sz="3000" dirty="0"/>
          </a:p>
        </p:txBody>
      </p:sp>
      <p:sp>
        <p:nvSpPr>
          <p:cNvPr id="6" name="S13-card84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85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</a:t>
            </a:r>
            <a:endParaRPr lang="ko-KR" sz="3000" dirty="0"/>
          </a:p>
        </p:txBody>
      </p:sp>
      <p:sp>
        <p:nvSpPr>
          <p:cNvPr id="8" name="S13-card86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3-cardtext87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고마운 일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자전거를 고쳐 주셨어요.</a:t>
            </a:r>
            <a:endParaRPr lang="ko-KR" sz="3000" dirty="0"/>
          </a:p>
        </p:txBody>
      </p:sp>
      <p:sp>
        <p:nvSpPr>
          <p:cNvPr id="10" name="S13-card88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13-cardtext89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 말하기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아빠, 자전거를 고쳐 주셔서 고맙습니다.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국어 마음을 전하는 편지</dc:title>
  <dc:subject>KR22-G03-KOR-LETTER-L01</dc:subject>
  <dc:creator>education-ppt</dc:creator>
  <cp:lastModifiedBy>education-ppt</cp:lastModifiedBy>
  <cp:revision>1</cp:revision>
  <dcterms:created xsi:type="dcterms:W3CDTF">2026-10-26T06:36:10Z</dcterms:created>
  <dcterms:modified xsi:type="dcterms:W3CDTF">2026-10-26T06:36:10Z</dcterms:modified>
</cp:coreProperties>
</file>