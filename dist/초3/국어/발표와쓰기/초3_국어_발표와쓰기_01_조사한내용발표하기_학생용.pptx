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7473a55-3ac8-fdeb-31ef-a9591194d5f8}">
          <p14:sldIdLst>
            <p14:sldId id="256"/>
            <p14:sldId id="257"/>
          </p14:sldIdLst>
        </p14:section>
        <p14:section name="개념" id="{dad3807d-f867-27ea-7356-86928bd17cbd}">
          <p14:sldIdLst>
            <p14:sldId id="258"/>
            <p14:sldId id="259"/>
            <p14:sldId id="260"/>
          </p14:sldIdLst>
        </p14:section>
        <p14:section name="연습" id="{3a1fc84b-ae45-9b77-5a14-a26c72a762f4}">
          <p14:sldIdLst>
            <p14:sldId id="261"/>
            <p14:sldId id="262"/>
            <p14:sldId id="263"/>
          </p14:sldIdLst>
        </p14:section>
        <p14:section name="확인" id="{1bad3a28-792b-8c98-1f56-c4629f8f4735}">
          <p14:sldIdLst>
            <p14:sldId id="264"/>
            <p14:sldId id="265"/>
          </p14:sldIdLst>
        </p14:section>
        <p14:section name="정리" id="{7cd80f1c-5d99-be7d-9acd-fae8e1d245ee}">
          <p14:sldIdLst>
            <p14:sldId id="266"/>
          </p14:sldIdLst>
        </p14:section>
        <p14:section name="보충" id="{d7e05a99-3fec-7bed-d3d8-44acda55872e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발표와쓰기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국어 · 조사한 내용 발표하기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 발표하기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것을 어떤 차례로</a:t>
            </a:r>
            <a:endParaRPr lang="ko-KR" sz="3000" dirty="0"/>
          </a:p>
          <a:p>
            <a:pPr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잘 전해질까?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발표할 내용을 처음·가운데·끝으로 나눌 수 있어요.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듣는 사람을 보며 또박또박 발표할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발표하는 말로 바꿔요</a:t>
            </a:r>
            <a:endParaRPr lang="ko-KR" sz="40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친구에게 하는 말을 발표하는 말로 바꿔 보세요.</a:t>
            </a:r>
            <a:endParaRPr lang="ko-KR" sz="30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꿀벌은 꽃에서 꿀을 모아.</a:t>
            </a:r>
            <a:endParaRPr lang="ko-KR" sz="30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꿀벌을 조사했어.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짜임</a:t>
            </a:r>
            <a:endParaRPr lang="ko-KR" sz="4000" dirty="0"/>
          </a:p>
        </p:txBody>
      </p:sp>
      <p:sp>
        <p:nvSpPr>
          <p:cNvPr id="3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 차례로 말해요.</a:t>
            </a:r>
            <a:endParaRPr lang="ko-KR" sz="3000" dirty="0"/>
          </a:p>
        </p:txBody>
      </p:sp>
      <p:sp>
        <p:nvSpPr>
          <p:cNvPr id="5" name="S03-card10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1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인사, 무엇을 조사했는지</a:t>
            </a:r>
            <a:endParaRPr lang="ko-KR" sz="3000" dirty="0"/>
          </a:p>
        </p:txBody>
      </p:sp>
      <p:sp>
        <p:nvSpPr>
          <p:cNvPr id="7" name="S03-card12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03-cardtext13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조사해서 알게 된 내용</a:t>
            </a:r>
            <a:endParaRPr lang="ko-KR" sz="3000" dirty="0"/>
          </a:p>
        </p:txBody>
      </p:sp>
      <p:sp>
        <p:nvSpPr>
          <p:cNvPr id="9" name="S03-card14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15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느낌, 끝인사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꿀벌 발표 들어 보기</a:t>
            </a:r>
            <a:endParaRPr lang="ko-KR" sz="4000" dirty="0"/>
          </a:p>
        </p:txBody>
      </p:sp>
      <p:sp>
        <p:nvSpPr>
          <p:cNvPr id="3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처음, 가운데, 끝은 각각 어디일까요?</a:t>
            </a:r>
            <a:endParaRPr lang="ko-KR" sz="3000" dirty="0"/>
          </a:p>
        </p:txBody>
      </p:sp>
      <p:sp>
        <p:nvSpPr>
          <p:cNvPr id="5" name="S04-passagebox1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4-passage1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안녕하세요? 저는 꿀벌에 대해 조사한 내용을 발표하겠습니다.</a:t>
            </a:r>
            <a:endParaRPr lang="ko-KR" sz="2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꿀벌은 꽃에서 꿀과 꽃가루를 모읍니다. 일벌은 춤을 추어 다른 벌에게 꽃이 있는 곳을 알려 줍니다. 또 꿀벌은 꽃가루를 옮겨 열매가 잘 맺히게 돕습니다.</a:t>
            </a:r>
            <a:endParaRPr lang="ko-KR" sz="2800" dirty="0"/>
          </a:p>
          <a:p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꿀벌이 사람에게도 고마운 곤충이라는 것을 알게 되었습니다. 들어 주셔서 고맙습니다.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말해요</a:t>
            </a:r>
            <a:endParaRPr lang="ko-KR" sz="4000" dirty="0"/>
          </a:p>
        </p:txBody>
      </p:sp>
      <p:sp>
        <p:nvSpPr>
          <p:cNvPr id="3" name="S05-card20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1"/>
          <p:cNvSpPr txBox="1"/>
          <p:nvPr/>
        </p:nvSpPr>
        <p:spPr>
          <a:xfrm>
            <a:off x="822960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모두에게 들리는 알맞은 크기로</a:t>
            </a:r>
            <a:endParaRPr lang="ko-KR" sz="3000" dirty="0"/>
          </a:p>
        </p:txBody>
      </p:sp>
      <p:sp>
        <p:nvSpPr>
          <p:cNvPr id="5" name="S05-card22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3"/>
          <p:cNvSpPr txBox="1"/>
          <p:nvPr/>
        </p:nvSpPr>
        <p:spPr>
          <a:xfrm>
            <a:off x="6483096" y="146304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빠르기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너무 빠르지 않게 또박또박</a:t>
            </a:r>
            <a:endParaRPr lang="ko-KR" sz="3000" dirty="0"/>
          </a:p>
        </p:txBody>
      </p:sp>
      <p:sp>
        <p:nvSpPr>
          <p:cNvPr id="7" name="S05-card2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25"/>
          <p:cNvSpPr txBox="1"/>
          <p:nvPr/>
        </p:nvSpPr>
        <p:spPr>
          <a:xfrm>
            <a:off x="822960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눈길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</a:t>
            </a:r>
            <a:endParaRPr lang="ko-KR" sz="3000" dirty="0"/>
          </a:p>
        </p:txBody>
      </p:sp>
      <p:sp>
        <p:nvSpPr>
          <p:cNvPr id="9" name="S05-card26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5-cardtext27"/>
          <p:cNvSpPr txBox="1"/>
          <p:nvPr/>
        </p:nvSpPr>
        <p:spPr>
          <a:xfrm>
            <a:off x="6483096" y="4023360"/>
            <a:ext cx="4882896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말투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‘-습니다’, ‘-요’로 끝맺기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 들어갈까요?</a:t>
            </a:r>
            <a:endParaRPr lang="ko-KR" sz="40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발표의 처음, 가운데, 끝을 찾아보세요.</a:t>
            </a:r>
            <a:endParaRPr lang="ko-KR" sz="3000" dirty="0"/>
          </a:p>
        </p:txBody>
      </p:sp>
      <p:sp>
        <p:nvSpPr>
          <p:cNvPr id="4" name="S06-chip29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06-text30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 커다란 노란 꽃을 피웁니다.</a:t>
            </a:r>
            <a:endParaRPr lang="ko-KR" sz="3000" dirty="0"/>
          </a:p>
        </p:txBody>
      </p:sp>
      <p:sp>
        <p:nvSpPr>
          <p:cNvPr id="6" name="S06-chip31"/>
          <p:cNvSpPr txBox="1"/>
          <p:nvPr/>
        </p:nvSpPr>
        <p:spPr>
          <a:xfrm>
            <a:off x="6277356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06-text32"/>
          <p:cNvSpPr txBox="1"/>
          <p:nvPr/>
        </p:nvSpPr>
        <p:spPr>
          <a:xfrm>
            <a:off x="7072884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 저는 해바라기를 조사했습니다.</a:t>
            </a:r>
            <a:endParaRPr lang="ko-KR" sz="3000" dirty="0"/>
          </a:p>
        </p:txBody>
      </p:sp>
      <p:sp>
        <p:nvSpPr>
          <p:cNvPr id="8" name="S06-chip3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06-text34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 고맙습니다.</a:t>
            </a:r>
            <a:endParaRPr lang="ko-KR" sz="3000" dirty="0"/>
          </a:p>
        </p:txBody>
      </p:sp>
      <p:sp>
        <p:nvSpPr>
          <p:cNvPr id="10" name="S06-chip35"/>
          <p:cNvSpPr txBox="1"/>
          <p:nvPr/>
        </p:nvSpPr>
        <p:spPr>
          <a:xfrm>
            <a:off x="6277356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06-text36"/>
          <p:cNvSpPr txBox="1"/>
          <p:nvPr/>
        </p:nvSpPr>
        <p:spPr>
          <a:xfrm>
            <a:off x="7072884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 씨가 많이 생깁니다.</a:t>
            </a:r>
            <a:endParaRPr lang="ko-KR" sz="3000" dirty="0"/>
          </a:p>
        </p:txBody>
      </p:sp>
      <p:sp>
        <p:nvSpPr>
          <p:cNvPr id="12" name="S06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ko-KR" sz="2400" dirty="0"/>
          </a:p>
        </p:txBody>
      </p:sp>
      <p:sp>
        <p:nvSpPr>
          <p:cNvPr id="13" name="S06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씨에서 큰 꽃이 자라는 것이 신기했습니다.</a:t>
            </a:r>
            <a:endParaRPr lang="ko-KR" sz="3000" dirty="0"/>
          </a:p>
        </p:txBody>
      </p:sp>
      <p:sp>
        <p:nvSpPr>
          <p:cNvPr id="14" name="S06-chip39"/>
          <p:cNvSpPr txBox="1"/>
          <p:nvPr/>
        </p:nvSpPr>
        <p:spPr>
          <a:xfrm>
            <a:off x="6277356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⑥</a:t>
            </a:r>
            <a:endParaRPr lang="ko-KR" sz="2400" dirty="0"/>
          </a:p>
        </p:txBody>
      </p:sp>
      <p:sp>
        <p:nvSpPr>
          <p:cNvPr id="15" name="S06-text40"/>
          <p:cNvSpPr txBox="1"/>
          <p:nvPr/>
        </p:nvSpPr>
        <p:spPr>
          <a:xfrm>
            <a:off x="7072884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씨는 먹기도 하고 기름을 짜기도 합니다.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발표가 잘 전해질까?</a:t>
            </a:r>
            <a:endParaRPr lang="ko-KR" sz="4000" dirty="0"/>
          </a:p>
        </p:txBody>
      </p:sp>
      <p:sp>
        <p:nvSpPr>
          <p:cNvPr id="3" name="S07-card4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이렇게 발표를 시작했어요.</a:t>
            </a:r>
            <a:endParaRPr lang="ko-KR" sz="3000" dirty="0"/>
          </a:p>
        </p:txBody>
      </p:sp>
      <p:sp>
        <p:nvSpPr>
          <p:cNvPr id="5" name="S07-card4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더 잘 전해질까요? 왜 그럴까요?</a:t>
            </a:r>
            <a:endParaRPr lang="ko-KR" sz="3000" dirty="0"/>
          </a:p>
        </p:txBody>
      </p:sp>
      <p:sp>
        <p:nvSpPr>
          <p:cNvPr id="7" name="S07-chip4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7-text46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꽃을 피웁니다.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가운데에는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씨가 많이 생깁니다.</a:t>
            </a:r>
            <a:endParaRPr lang="ko-KR" sz="3000" dirty="0"/>
          </a:p>
        </p:txBody>
      </p:sp>
      <p:sp>
        <p:nvSpPr>
          <p:cNvPr id="9" name="S07-chip47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7-text48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해바라기를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해바라기는 여름에……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해바라기 발표 연습</a:t>
            </a:r>
            <a:endParaRPr lang="ko-KR" sz="4000" dirty="0"/>
          </a:p>
        </p:txBody>
      </p:sp>
      <p:sp>
        <p:nvSpPr>
          <p:cNvPr id="3" name="S08-card49"/>
          <p:cNvSpPr/>
          <p:nvPr/>
        </p:nvSpPr>
        <p:spPr>
          <a:xfrm>
            <a:off x="6813652" y="1325880"/>
            <a:ext cx="4826660" cy="4892040"/>
          </a:xfrm>
          <a:prstGeom prst="roundRect">
            <a:avLst>
              <a:gd name="adj" fmla="val 227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50"/>
          <p:cNvSpPr txBox="1"/>
          <p:nvPr/>
        </p:nvSpPr>
        <p:spPr>
          <a:xfrm>
            <a:off x="7087972" y="1463040"/>
            <a:ext cx="4278020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처음·가운데·끝 차례로 말했어요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알맞은 크기로 말했어요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또박또박 말했어요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듣는 사람을 봤어요</a:t>
            </a:r>
            <a:endParaRPr lang="ko-KR" sz="3000" dirty="0"/>
          </a:p>
        </p:txBody>
      </p:sp>
      <p:sp>
        <p:nvSpPr>
          <p:cNvPr id="5" name="S08-stepno51"/>
          <p:cNvSpPr txBox="1"/>
          <p:nvPr/>
        </p:nvSpPr>
        <p:spPr>
          <a:xfrm>
            <a:off x="548640" y="24490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52"/>
          <p:cNvSpPr txBox="1"/>
          <p:nvPr/>
        </p:nvSpPr>
        <p:spPr>
          <a:xfrm>
            <a:off x="1325880" y="240334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정한 차례대로 소리 내어 연습해요.</a:t>
            </a:r>
            <a:endParaRPr lang="ko-KR" sz="3000" dirty="0"/>
          </a:p>
        </p:txBody>
      </p:sp>
      <p:sp>
        <p:nvSpPr>
          <p:cNvPr id="7" name="S08-stepno53"/>
          <p:cNvSpPr txBox="1"/>
          <p:nvPr/>
        </p:nvSpPr>
        <p:spPr>
          <a:xfrm>
            <a:off x="548640" y="34975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54"/>
          <p:cNvSpPr txBox="1"/>
          <p:nvPr/>
        </p:nvSpPr>
        <p:spPr>
          <a:xfrm>
            <a:off x="1325880" y="34975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 앞에서 발표해요.</a:t>
            </a:r>
            <a:endParaRPr lang="ko-KR" sz="3000" dirty="0"/>
          </a:p>
        </p:txBody>
      </p:sp>
      <p:sp>
        <p:nvSpPr>
          <p:cNvPr id="9" name="S08-stepno55"/>
          <p:cNvSpPr txBox="1"/>
          <p:nvPr/>
        </p:nvSpPr>
        <p:spPr>
          <a:xfrm>
            <a:off x="548640" y="4256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56"/>
          <p:cNvSpPr txBox="1"/>
          <p:nvPr/>
        </p:nvSpPr>
        <p:spPr>
          <a:xfrm>
            <a:off x="1325880" y="421081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기준표를 보며 잘한 점을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09-text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 메모를 보고 고래에 대해 발표해 보세요.</a:t>
            </a:r>
            <a:endParaRPr lang="ko-KR" sz="3000" dirty="0"/>
          </a:p>
        </p:txBody>
      </p:sp>
      <p:sp>
        <p:nvSpPr>
          <p:cNvPr id="4" name="S09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→ 가운데 → 끝, 듣는 사람을 보며 말해요.</a:t>
            </a:r>
            <a:endParaRPr lang="ko-KR" sz="3000" dirty="0"/>
          </a:p>
        </p:txBody>
      </p:sp>
      <p:sp>
        <p:nvSpPr>
          <p:cNvPr id="6" name="S09-card6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1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물속에 살지만 물고기가 아님</a:t>
            </a:r>
            <a:endParaRPr lang="ko-KR" sz="3000" dirty="0"/>
          </a:p>
        </p:txBody>
      </p:sp>
      <p:sp>
        <p:nvSpPr>
          <p:cNvPr id="8" name="S09-card6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9-cardtext6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2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새끼를 낳아 젖을 먹여 키움</a:t>
            </a:r>
            <a:endParaRPr lang="ko-KR" sz="3000" dirty="0"/>
          </a:p>
        </p:txBody>
      </p:sp>
      <p:sp>
        <p:nvSpPr>
          <p:cNvPr id="10" name="S09-card6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9-cardtext6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 3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 위로 올라와 숨을 쉼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들어갈 말은?</a:t>
            </a:r>
            <a:endParaRPr lang="ko-KR" sz="4000" dirty="0"/>
          </a:p>
        </p:txBody>
      </p:sp>
      <p:sp>
        <p:nvSpPr>
          <p:cNvPr id="3" name="S11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발표의 끝에 들어갈 말을 고르고 까닭을 말해 보세요.</a:t>
            </a:r>
            <a:endParaRPr lang="ko-KR" sz="3000" dirty="0"/>
          </a:p>
        </p:txBody>
      </p:sp>
      <p:sp>
        <p:nvSpPr>
          <p:cNvPr id="5" name="S11-chip6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1-card69"/>
          <p:cNvSpPr/>
          <p:nvPr/>
        </p:nvSpPr>
        <p:spPr>
          <a:xfrm>
            <a:off x="548640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1-cardtext70"/>
          <p:cNvSpPr txBox="1"/>
          <p:nvPr/>
        </p:nvSpPr>
        <p:spPr>
          <a:xfrm>
            <a:off x="822960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고래를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3000" dirty="0"/>
          </a:p>
        </p:txBody>
      </p:sp>
      <p:sp>
        <p:nvSpPr>
          <p:cNvPr id="8" name="S11-chip71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1-card72"/>
          <p:cNvSpPr/>
          <p:nvPr/>
        </p:nvSpPr>
        <p:spPr>
          <a:xfrm>
            <a:off x="4367784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1-cardtext73"/>
          <p:cNvSpPr txBox="1"/>
          <p:nvPr/>
        </p:nvSpPr>
        <p:spPr>
          <a:xfrm>
            <a:off x="4642104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고래는 물 위로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올라와 숨을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쉽니다.</a:t>
            </a:r>
            <a:endParaRPr lang="ko-KR" sz="3000" dirty="0"/>
          </a:p>
        </p:txBody>
      </p:sp>
      <p:sp>
        <p:nvSpPr>
          <p:cNvPr id="11" name="S11-chip74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2" name="S11-card75"/>
          <p:cNvSpPr/>
          <p:nvPr/>
        </p:nvSpPr>
        <p:spPr>
          <a:xfrm>
            <a:off x="8186928" y="2029968"/>
            <a:ext cx="3453384" cy="3090672"/>
          </a:xfrm>
          <a:prstGeom prst="roundRect">
            <a:avLst>
              <a:gd name="adj" fmla="val 355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3" name="S11-cardtext76"/>
          <p:cNvSpPr txBox="1"/>
          <p:nvPr/>
        </p:nvSpPr>
        <p:spPr>
          <a:xfrm>
            <a:off x="8461248" y="2167128"/>
            <a:ext cx="2904744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알고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싶어졌습니다.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2-card77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78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내용은 처음 → 가운데 → 끝 차례로,</a:t>
            </a:r>
            <a:endParaRPr lang="ko-KR" sz="3000" dirty="0"/>
          </a:p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사람을 보며 또박또박 발표해요.</a:t>
            </a:r>
            <a:endParaRPr lang="ko-KR" sz="3000" dirty="0"/>
          </a:p>
        </p:txBody>
      </p:sp>
      <p:sp>
        <p:nvSpPr>
          <p:cNvPr id="5" name="S12-chip79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인사와 주제로 시작하기</a:t>
            </a:r>
            <a:endParaRPr lang="ko-KR" sz="2400" dirty="0"/>
          </a:p>
        </p:txBody>
      </p:sp>
      <p:sp>
        <p:nvSpPr>
          <p:cNvPr id="6" name="S12-chip80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고개 숙이고 빠르게 읽기</a:t>
            </a:r>
            <a:endParaRPr lang="ko-KR" sz="2400" dirty="0"/>
          </a:p>
        </p:txBody>
      </p:sp>
      <p:sp>
        <p:nvSpPr>
          <p:cNvPr id="7" name="S12-text81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2-text82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처음에 할 말은?</a:t>
            </a:r>
            <a:endParaRPr lang="ko-KR" sz="2400" dirty="0"/>
          </a:p>
        </p:txBody>
      </p:sp>
      <p:sp>
        <p:nvSpPr>
          <p:cNvPr id="9" name="S12-text83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가운데에 할 말은?</a:t>
            </a:r>
            <a:endParaRPr lang="ko-KR" sz="2400" dirty="0"/>
          </a:p>
        </p:txBody>
      </p:sp>
      <p:sp>
        <p:nvSpPr>
          <p:cNvPr id="10" name="S12-text84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끝에 할 말은?</a:t>
            </a:r>
            <a:endParaRPr lang="ko-KR" sz="2400" dirty="0"/>
          </a:p>
        </p:txBody>
      </p:sp>
      <p:sp>
        <p:nvSpPr>
          <p:cNvPr id="11" name="S12-text8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문단 쓰기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발표 첫말과 끝말</a:t>
            </a:r>
            <a:endParaRPr lang="ko-KR" sz="4000" dirty="0"/>
          </a:p>
        </p:txBody>
      </p:sp>
      <p:sp>
        <p:nvSpPr>
          <p:cNvPr id="3" name="S13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○○에 조사한 것을 넣어 말해 보세요.</a:t>
            </a:r>
            <a:endParaRPr lang="ko-KR" sz="3000" dirty="0"/>
          </a:p>
        </p:txBody>
      </p:sp>
      <p:sp>
        <p:nvSpPr>
          <p:cNvPr id="4" name="S13-card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처음과 끝은 늘 같은 틀로 말하면 쉬워요.</a:t>
            </a:r>
            <a:endParaRPr lang="ko-KR" sz="3000" dirty="0"/>
          </a:p>
        </p:txBody>
      </p:sp>
      <p:sp>
        <p:nvSpPr>
          <p:cNvPr id="6" name="S13-step89"/>
          <p:cNvSpPr txBox="1"/>
          <p:nvPr/>
        </p:nvSpPr>
        <p:spPr>
          <a:xfrm>
            <a:off x="129387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안녕하세요?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저는 ○○을(를)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조사했습니다.</a:t>
            </a:r>
            <a:endParaRPr lang="ko-KR" sz="2400" dirty="0"/>
          </a:p>
        </p:txBody>
      </p:sp>
      <p:sp>
        <p:nvSpPr>
          <p:cNvPr id="7" name="S13-line90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3-step91"/>
          <p:cNvSpPr txBox="1"/>
          <p:nvPr/>
        </p:nvSpPr>
        <p:spPr>
          <a:xfrm>
            <a:off x="463143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내용</a:t>
            </a:r>
            <a:endParaRPr lang="ko-KR" sz="2400" dirty="0"/>
          </a:p>
        </p:txBody>
      </p:sp>
      <p:sp>
        <p:nvSpPr>
          <p:cNvPr id="9" name="S13-line92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3-step93"/>
          <p:cNvSpPr txBox="1"/>
          <p:nvPr/>
        </p:nvSpPr>
        <p:spPr>
          <a:xfrm>
            <a:off x="7968996" y="2468880"/>
            <a:ext cx="2926080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주셔서</a:t>
            </a:r>
            <a:endParaRPr lang="ko-KR" sz="2400" dirty="0"/>
          </a:p>
          <a:p>
            <a:pPr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고맙습니다.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국어 조사한 내용 발표하기</dc:title>
  <dc:subject>KR22-G03-KOR-PRESENT-L01</dc:subject>
  <dc:creator>education-ppt</dc:creator>
  <cp:lastModifiedBy>education-ppt</cp:lastModifiedBy>
  <cp:revision>1</cp:revision>
  <dcterms:created xsi:type="dcterms:W3CDTF">2026-10-26T06:36:05Z</dcterms:created>
  <dcterms:modified xsi:type="dcterms:W3CDTF">2026-10-26T06:36:05Z</dcterms:modified>
</cp:coreProperties>
</file>