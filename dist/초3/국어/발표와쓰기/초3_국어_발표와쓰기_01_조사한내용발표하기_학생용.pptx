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9206962-f2d4-405d-9535-f14619926b36}">
          <p14:sldIdLst>
            <p14:sldId id="256"/>
            <p14:sldId id="257"/>
          </p14:sldIdLst>
        </p14:section>
        <p14:section name="개념" id="{e749555b-9b61-d19a-5a5c-a7e538958930}">
          <p14:sldIdLst>
            <p14:sldId id="258"/>
            <p14:sldId id="259"/>
            <p14:sldId id="260"/>
          </p14:sldIdLst>
        </p14:section>
        <p14:section name="연습" id="{8e54ffca-0edf-dd44-6fe7-369f9d88cd39}">
          <p14:sldIdLst>
            <p14:sldId id="261"/>
            <p14:sldId id="262"/>
            <p14:sldId id="263"/>
          </p14:sldIdLst>
        </p14:section>
        <p14:section name="확인" id="{d838707b-ae82-cb42-0102-443d4731cafb}">
          <p14:sldIdLst>
            <p14:sldId id="264"/>
            <p14:sldId id="265"/>
          </p14:sldIdLst>
        </p14:section>
        <p14:section name="정리" id="{37864dbf-66a3-f906-37d1-f05351354325}">
          <p14:sldIdLst>
            <p14:sldId id="266"/>
          </p14:sldIdLst>
        </p14:section>
        <p14:section name="보충" id="{066378c9-f5b3-9e64-4ae4-180245877be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 발표하기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것을 어떤 차례로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잘 전해질까?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발표할 내용을 처음·가운데·끝으로 나눌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듣는 사람을 보며 또박또박 발표할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발표하는 말로 바꿔요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하는 말을 발표하는 말로 바꿔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꿀벌은 꽃에서 꿀을 모아.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꿀벌을 조사했어.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짜임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 차례로 말해요.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인사, 무엇을 조사했는지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조사해서 알게 된 내용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느낌, 끝인사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발표 들어 보기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처음, 가운데, 끝은 각각 어디일까요?</a:t>
            </a:r>
            <a:endParaRPr lang="ko-KR" sz="30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안녕하세요? 저는 꿀벌에 대해 조사한 내용을 발표하겠습니다.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꿀벌은 꽃에서 꿀과 꽃가루를 모읍니다. 일벌은 춤을 추어 다른 벌에게 꽃이 있는 곳을 알려 줍니다. 또 꿀벌은 꽃가루를 옮겨 열매가 잘 맺히게 돕습니다.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꿀벌이 사람에게도 고마운 곤충이라는 것을 알게 되었습니다. 들어 주셔서 고맙습니다.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말해요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들리는 알맞은 크기로</a:t>
            </a:r>
            <a:endParaRPr lang="ko-KR" sz="3000" dirty="0"/>
          </a:p>
        </p:txBody>
      </p:sp>
      <p:sp>
        <p:nvSpPr>
          <p:cNvPr id="5" name="S05-card22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6483096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빠르지 않게 또박또박</a:t>
            </a:r>
            <a:endParaRPr lang="ko-KR" sz="3000" dirty="0"/>
          </a:p>
        </p:txBody>
      </p:sp>
      <p:sp>
        <p:nvSpPr>
          <p:cNvPr id="7" name="S05-card2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822960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</a:t>
            </a:r>
            <a:endParaRPr lang="ko-KR" sz="3000" dirty="0"/>
          </a:p>
        </p:txBody>
      </p:sp>
      <p:sp>
        <p:nvSpPr>
          <p:cNvPr id="9" name="S05-card26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6483096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‘-습니다’, ‘-요’로 끝맺기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발표의 처음, 가운데, 끝을 찾아보세요.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 커다란 노란 꽃을 피웁니다.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 저는 해바라기를 조사했습니다.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 고맙습니다.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 씨가 많이 생깁니다.</a:t>
            </a:r>
            <a:endParaRPr lang="ko-KR" sz="3000" dirty="0"/>
          </a:p>
        </p:txBody>
      </p:sp>
      <p:sp>
        <p:nvSpPr>
          <p:cNvPr id="12" name="S06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3" name="S06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씨에서 큰 꽃이 자라는 것이 신기했습니다.</a:t>
            </a:r>
            <a:endParaRPr lang="ko-KR" sz="3000" dirty="0"/>
          </a:p>
        </p:txBody>
      </p:sp>
      <p:sp>
        <p:nvSpPr>
          <p:cNvPr id="14" name="S06-chip39"/>
          <p:cNvSpPr txBox="1"/>
          <p:nvPr/>
        </p:nvSpPr>
        <p:spPr>
          <a:xfrm>
            <a:off x="6277356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5" name="S06-text40"/>
          <p:cNvSpPr txBox="1"/>
          <p:nvPr/>
        </p:nvSpPr>
        <p:spPr>
          <a:xfrm>
            <a:off x="7072884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씨는 먹기도 하고 기름을 짜기도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발표가 잘 전해질까?</a:t>
            </a:r>
            <a:endParaRPr lang="ko-KR" sz="4000" dirty="0"/>
          </a:p>
        </p:txBody>
      </p:sp>
      <p:sp>
        <p:nvSpPr>
          <p:cNvPr id="3" name="S07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이렇게 발표를 시작했어요.</a:t>
            </a:r>
            <a:endParaRPr lang="ko-KR" sz="3000" dirty="0"/>
          </a:p>
        </p:txBody>
      </p:sp>
      <p:sp>
        <p:nvSpPr>
          <p:cNvPr id="5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전해질까요? 왜 그럴까요?</a:t>
            </a:r>
            <a:endParaRPr lang="ko-KR" sz="3000" dirty="0"/>
          </a:p>
        </p:txBody>
      </p:sp>
      <p:sp>
        <p:nvSpPr>
          <p:cNvPr id="7" name="S07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꽃을 피웁니다.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씨가 많이 생깁니다.</a:t>
            </a:r>
            <a:endParaRPr lang="ko-KR" sz="3000" dirty="0"/>
          </a:p>
        </p:txBody>
      </p:sp>
      <p:sp>
        <p:nvSpPr>
          <p:cNvPr id="9" name="S07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해바라기를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여름에……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 연습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처음·가운데·끝 차례로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알맞은 크기로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또박또박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듣는 사람을 봤어요</a:t>
            </a:r>
            <a:endParaRPr lang="ko-KR" sz="3000" dirty="0"/>
          </a:p>
        </p:txBody>
      </p:sp>
      <p:sp>
        <p:nvSpPr>
          <p:cNvPr id="5" name="S08-stepno51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2"/>
          <p:cNvSpPr txBox="1"/>
          <p:nvPr/>
        </p:nvSpPr>
        <p:spPr>
          <a:xfrm>
            <a:off x="1325880" y="240334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차례대로 소리 내어 연습해요.</a:t>
            </a:r>
            <a:endParaRPr lang="ko-KR" sz="3000" dirty="0"/>
          </a:p>
        </p:txBody>
      </p:sp>
      <p:sp>
        <p:nvSpPr>
          <p:cNvPr id="7" name="S08-stepno5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 앞에서 발표해요.</a:t>
            </a:r>
            <a:endParaRPr lang="ko-KR" sz="3000" dirty="0"/>
          </a:p>
        </p:txBody>
      </p:sp>
      <p:sp>
        <p:nvSpPr>
          <p:cNvPr id="9" name="S08-stepno55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1325880" y="42108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기준표를 보며 잘한 점을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메모를 보고 고래에 대해 발표해 보세요.</a:t>
            </a:r>
            <a:endParaRPr lang="ko-KR" sz="30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끝, 듣는 사람을 보며 말해요.</a:t>
            </a:r>
            <a:endParaRPr lang="ko-KR" sz="3000" dirty="0"/>
          </a:p>
        </p:txBody>
      </p:sp>
      <p:sp>
        <p:nvSpPr>
          <p:cNvPr id="6" name="S09-card6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 살지만 물고기가 아님</a:t>
            </a:r>
            <a:endParaRPr lang="ko-KR" sz="3000" dirty="0"/>
          </a:p>
        </p:txBody>
      </p:sp>
      <p:sp>
        <p:nvSpPr>
          <p:cNvPr id="8" name="S09-card6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6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새끼를 낳아 젖을 먹여 키움</a:t>
            </a:r>
            <a:endParaRPr lang="ko-KR" sz="3000" dirty="0"/>
          </a:p>
        </p:txBody>
      </p:sp>
      <p:sp>
        <p:nvSpPr>
          <p:cNvPr id="10" name="S09-card6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위로 올라와 숨을 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들어갈 말은?</a:t>
            </a:r>
            <a:endParaRPr lang="ko-KR" sz="4000" dirty="0"/>
          </a:p>
        </p:txBody>
      </p:sp>
      <p:sp>
        <p:nvSpPr>
          <p:cNvPr id="3" name="S11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끝에 들어갈 말을 고르고 까닭을 말해 보세요.</a:t>
            </a:r>
            <a:endParaRPr lang="ko-KR" sz="3000" dirty="0"/>
          </a:p>
        </p:txBody>
      </p:sp>
      <p:sp>
        <p:nvSpPr>
          <p:cNvPr id="5" name="S11-chip6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6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7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고래를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</p:txBody>
      </p:sp>
      <p:sp>
        <p:nvSpPr>
          <p:cNvPr id="8" name="S11-chip7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7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7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물 위로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올라와 숨을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쉽니다.</a:t>
            </a:r>
            <a:endParaRPr lang="ko-KR" sz="3000" dirty="0"/>
          </a:p>
        </p:txBody>
      </p:sp>
      <p:sp>
        <p:nvSpPr>
          <p:cNvPr id="11" name="S11-chip7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7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7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싶어졌습니다.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내용은 처음 → 가운데 → 끝 차례로,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 또박또박 발표해요.</a:t>
            </a:r>
            <a:endParaRPr lang="ko-KR" sz="3000" dirty="0"/>
          </a:p>
        </p:txBody>
      </p:sp>
      <p:sp>
        <p:nvSpPr>
          <p:cNvPr id="5" name="S12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인사와 주제로 시작하기</a:t>
            </a:r>
            <a:endParaRPr lang="ko-KR" sz="2400" dirty="0"/>
          </a:p>
        </p:txBody>
      </p:sp>
      <p:sp>
        <p:nvSpPr>
          <p:cNvPr id="6" name="S12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고개 숙이고 빠르게 읽기</a:t>
            </a:r>
            <a:endParaRPr lang="ko-KR" sz="2400" dirty="0"/>
          </a:p>
        </p:txBody>
      </p:sp>
      <p:sp>
        <p:nvSpPr>
          <p:cNvPr id="7" name="S12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처음에 할 말은?</a:t>
            </a:r>
            <a:endParaRPr lang="ko-KR" sz="2400" dirty="0"/>
          </a:p>
        </p:txBody>
      </p:sp>
      <p:sp>
        <p:nvSpPr>
          <p:cNvPr id="9" name="S12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가운데에 할 말은?</a:t>
            </a:r>
            <a:endParaRPr lang="ko-KR" sz="2400" dirty="0"/>
          </a:p>
        </p:txBody>
      </p:sp>
      <p:sp>
        <p:nvSpPr>
          <p:cNvPr id="10" name="S12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끝에 할 말은?</a:t>
            </a:r>
            <a:endParaRPr lang="ko-KR" sz="2400" dirty="0"/>
          </a:p>
        </p:txBody>
      </p:sp>
      <p:sp>
        <p:nvSpPr>
          <p:cNvPr id="11" name="S12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문단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발표 첫말과 끝말</a:t>
            </a:r>
            <a:endParaRPr lang="ko-KR" sz="4000" dirty="0"/>
          </a:p>
        </p:txBody>
      </p:sp>
      <p:sp>
        <p:nvSpPr>
          <p:cNvPr id="3" name="S13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○○에 조사한 것을 넣어 말해 보세요.</a:t>
            </a:r>
            <a:endParaRPr lang="ko-KR" sz="3000" dirty="0"/>
          </a:p>
        </p:txBody>
      </p:sp>
      <p:sp>
        <p:nvSpPr>
          <p:cNvPr id="4" name="S13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처음과 끝은 늘 같은 틀로 말하면 쉬워요.</a:t>
            </a:r>
            <a:endParaRPr lang="ko-KR" sz="3000" dirty="0"/>
          </a:p>
        </p:txBody>
      </p:sp>
      <p:sp>
        <p:nvSpPr>
          <p:cNvPr id="6" name="S13-step89"/>
          <p:cNvSpPr txBox="1"/>
          <p:nvPr/>
        </p:nvSpPr>
        <p:spPr>
          <a:xfrm>
            <a:off x="129387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○○을(를)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2400" dirty="0"/>
          </a:p>
        </p:txBody>
      </p:sp>
      <p:sp>
        <p:nvSpPr>
          <p:cNvPr id="7" name="S13-line9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91"/>
          <p:cNvSpPr txBox="1"/>
          <p:nvPr/>
        </p:nvSpPr>
        <p:spPr>
          <a:xfrm>
            <a:off x="463143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</a:t>
            </a:r>
            <a:endParaRPr lang="ko-KR" sz="2400" dirty="0"/>
          </a:p>
        </p:txBody>
      </p:sp>
      <p:sp>
        <p:nvSpPr>
          <p:cNvPr id="9" name="S13-line9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93"/>
          <p:cNvSpPr txBox="1"/>
          <p:nvPr/>
        </p:nvSpPr>
        <p:spPr>
          <a:xfrm>
            <a:off x="796899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조사한 내용 발표하기</dc:title>
  <dc:subject>KR22-G03-KOR-PRESENT-L01</dc:subject>
  <dc:creator>education-ppt</dc:creator>
  <cp:lastModifiedBy>education-ppt</cp:lastModifiedBy>
  <cp:revision>1</cp:revision>
  <dcterms:created xsi:type="dcterms:W3CDTF">2026-10-26T07:47:15Z</dcterms:created>
  <dcterms:modified xsi:type="dcterms:W3CDTF">2026-10-26T07:47:15Z</dcterms:modified>
</cp:coreProperties>
</file>