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01eb051-ca52-aa42-da97-268ffd29e139}">
          <p14:sldIdLst>
            <p14:sldId id="256"/>
            <p14:sldId id="257"/>
          </p14:sldIdLst>
        </p14:section>
        <p14:section name="개념" id="{a742932d-5abe-7558-010c-4a9e0acab7e6}">
          <p14:sldIdLst>
            <p14:sldId id="258"/>
            <p14:sldId id="259"/>
            <p14:sldId id="260"/>
          </p14:sldIdLst>
        </p14:section>
        <p14:section name="연습" id="{8a2fb283-d4cf-c0ba-6193-c7d8dafaa59e}">
          <p14:sldIdLst>
            <p14:sldId id="261"/>
            <p14:sldId id="262"/>
            <p14:sldId id="263"/>
          </p14:sldIdLst>
        </p14:section>
        <p14:section name="확인" id="{f12b4d3e-6028-eb4f-79f5-ece92c9106a1}">
          <p14:sldIdLst>
            <p14:sldId id="264"/>
            <p14:sldId id="265"/>
          </p14:sldIdLst>
        </p14:section>
        <p14:section name="정리" id="{8c9729eb-54c0-458d-ce5a-796aadeed8ca}">
          <p14:sldIdLst>
            <p14:sldId id="266"/>
          </p14:sldIdLst>
        </p14:section>
        <p14:section name="보충" id="{0b5308a9-dfd7-5a6b-0b0a-3cbad58e736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발표와쓰기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마음을 전하는 편지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마음을 전하는 편지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마음을 전하는 편지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전하는 편지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고마운 마음을 글로 어떻게 전할까?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편지에 들어갈 부분을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마음과 까닭이 드러나게 편지를 쓸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이어 말해요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뒷받침하는 문장을 이어 말해 보세요.</a:t>
            </a:r>
            <a:endParaRPr lang="ko-KR" sz="30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누구인지, 무엇을 해 주었는지 말해 보세요.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나에게는 고마운 사람이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지아의 편지 읽기</a:t>
            </a:r>
            <a:endParaRPr lang="ko-KR" sz="4000" dirty="0"/>
          </a:p>
        </p:txBody>
      </p:sp>
      <p:sp>
        <p:nvSpPr>
          <p:cNvPr id="3" name="S03-passagebox8"/>
          <p:cNvSpPr/>
          <p:nvPr/>
        </p:nvSpPr>
        <p:spPr>
          <a:xfrm>
            <a:off x="548640" y="1325880"/>
            <a:ext cx="11091672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4" name="S03-passage9"/>
          <p:cNvSpPr txBox="1"/>
          <p:nvPr/>
        </p:nvSpPr>
        <p:spPr>
          <a:xfrm>
            <a:off x="822960" y="1508760"/>
            <a:ext cx="105430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할머니, 안녕하세요? 저 지아예요.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지난주에 제가 감기에 걸렸을 때 죽을 끓여 주셔서 고맙습니다. 따뜻한 죽을 먹고 금방 나았어요.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할머니도 감기 조심하세요. 안녕히 계세요.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3일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손녀 지아 올림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편지의 짜임</a:t>
            </a:r>
            <a:endParaRPr lang="ko-KR" sz="4000" dirty="0"/>
          </a:p>
        </p:txBody>
      </p:sp>
      <p:sp>
        <p:nvSpPr>
          <p:cNvPr id="3" name="S04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편지에는 여섯 부분이 차례대로 들어가요.</a:t>
            </a:r>
            <a:endParaRPr lang="ko-KR" sz="3000" dirty="0"/>
          </a:p>
        </p:txBody>
      </p:sp>
      <p:graphicFrame>
        <p:nvGraphicFramePr>
          <p:cNvPr id="5" name="S04-table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1569720"/>
          <a:ext cx="9601200" cy="914400"/>
        </p:xfrm>
        <a:graphic>
          <a:graphicData uri="http://schemas.openxmlformats.org/drawingml/2006/table">
            <a:tbl>
              <a:tblPr/>
              <a:tblGrid>
                <a:gridCol w="3648456"/>
                <a:gridCol w="5952744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지아의 편지에서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받을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첫인사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할머니, 안녕하세요?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전하고 싶은 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죽을 끓여 주셔서 고맙습니다.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끝인사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감기 조심하세요.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쓴 날짜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11월 3일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쓴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손녀 지아 올림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전하는 말</a:t>
            </a:r>
            <a:endParaRPr lang="ko-KR" sz="4000" dirty="0"/>
          </a:p>
        </p:txBody>
      </p:sp>
      <p:sp>
        <p:nvSpPr>
          <p:cNvPr id="3" name="S05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마음인지 + 왜 그런지를 함께 써요.</a:t>
            </a:r>
            <a:endParaRPr lang="ko-KR" sz="3000" dirty="0"/>
          </a:p>
        </p:txBody>
      </p:sp>
      <p:sp>
        <p:nvSpPr>
          <p:cNvPr id="5" name="S05-card15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16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고마운 마음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숙제를 도와줘서 고마워.</a:t>
            </a:r>
            <a:endParaRPr lang="ko-KR" sz="3000" dirty="0"/>
          </a:p>
        </p:txBody>
      </p:sp>
      <p:sp>
        <p:nvSpPr>
          <p:cNvPr id="7" name="S05-card17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18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미안한 마음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연필을 잃어버려서 미안해.</a:t>
            </a:r>
            <a:endParaRPr lang="ko-KR" sz="3000" dirty="0"/>
          </a:p>
        </p:txBody>
      </p:sp>
      <p:sp>
        <p:nvSpPr>
          <p:cNvPr id="9" name="S05-card19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5-cardtext20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축하하는 마음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달리기에서 1등을 한 것을 축하해.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편지의 부분 찾기</a:t>
            </a:r>
            <a:endParaRPr lang="ko-KR" sz="4000" dirty="0"/>
          </a:p>
        </p:txBody>
      </p:sp>
      <p:sp>
        <p:nvSpPr>
          <p:cNvPr id="3" name="S06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①~⑥은 편지의 어느 부분일까요?</a:t>
            </a:r>
            <a:endParaRPr lang="ko-KR" sz="3000" dirty="0"/>
          </a:p>
        </p:txBody>
      </p:sp>
      <p:sp>
        <p:nvSpPr>
          <p:cNvPr id="5" name="S06-passagebox2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2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민준이에게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민준아, 안녕? 나 서윤이야.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어제 내가 넘어졌을 때 일으켜 줘서 정말 고마웠어. 네 덕분에 울지 않고 집에 갈 수 있었어.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그럼 내일 학교에서 만나. 안녕.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11월 5일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서윤이가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전해질까?</a:t>
            </a:r>
            <a:endParaRPr lang="ko-KR" sz="4000" dirty="0"/>
          </a:p>
        </p:txBody>
      </p:sp>
      <p:sp>
        <p:nvSpPr>
          <p:cNvPr id="3" name="S07-card2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2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엄마에게 쓴 편지의 ‘전하고 싶은 말’이에요.</a:t>
            </a:r>
            <a:endParaRPr lang="ko-KR" sz="3000" dirty="0"/>
          </a:p>
        </p:txBody>
      </p:sp>
      <p:sp>
        <p:nvSpPr>
          <p:cNvPr id="5" name="S07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마음을 더 잘 전하나요? 왜 그럴까요?</a:t>
            </a:r>
            <a:endParaRPr lang="ko-KR" sz="3000" dirty="0"/>
          </a:p>
        </p:txBody>
      </p:sp>
      <p:sp>
        <p:nvSpPr>
          <p:cNvPr id="7" name="S07-chip2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text3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고마워요.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사랑해요.</a:t>
            </a:r>
            <a:endParaRPr lang="ko-KR" sz="3000" dirty="0"/>
          </a:p>
        </p:txBody>
      </p:sp>
      <p:sp>
        <p:nvSpPr>
          <p:cNvPr id="9" name="S07-chip3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text3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제가 아플 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밤새 곁에 있어 주셔서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고마워요. 사랑해요.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 쓸 계획 세우기</a:t>
            </a:r>
            <a:endParaRPr lang="ko-KR" sz="4000" dirty="0"/>
          </a:p>
        </p:txBody>
      </p:sp>
      <p:sp>
        <p:nvSpPr>
          <p:cNvPr id="3" name="S08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어떤 마음을 전할지 정해 보세요.</a:t>
            </a:r>
            <a:endParaRPr lang="ko-KR" sz="3000" dirty="0"/>
          </a:p>
        </p:txBody>
      </p:sp>
      <p:sp>
        <p:nvSpPr>
          <p:cNvPr id="4" name="S08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웃어른께는 ‘께’, ‘-습니다’, ‘올림’을 써요.</a:t>
            </a:r>
            <a:endParaRPr lang="ko-KR" sz="3000" dirty="0"/>
          </a:p>
        </p:txBody>
      </p:sp>
      <p:sp>
        <p:nvSpPr>
          <p:cNvPr id="6" name="S08-chip3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3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쓸까요?</a:t>
            </a:r>
            <a:endParaRPr lang="ko-KR" sz="3000" dirty="0"/>
          </a:p>
        </p:txBody>
      </p:sp>
      <p:sp>
        <p:nvSpPr>
          <p:cNvPr id="8" name="S08-chip3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3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마음을 전할까요?</a:t>
            </a:r>
            <a:endParaRPr lang="ko-KR" sz="3000" dirty="0"/>
          </a:p>
        </p:txBody>
      </p:sp>
      <p:sp>
        <p:nvSpPr>
          <p:cNvPr id="10" name="S08-chip4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4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그런 마음이 들었나요?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써 보기</a:t>
            </a:r>
            <a:endParaRPr lang="ko-KR" sz="4000" dirty="0"/>
          </a:p>
        </p:txBody>
      </p:sp>
      <p:sp>
        <p:nvSpPr>
          <p:cNvPr id="3" name="S09-card42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3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여섯 부분이 다 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어떤 마음인지 썼어요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썼어요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받는 사람에 맞는 말을 썼어요</a:t>
            </a:r>
            <a:endParaRPr lang="ko-KR" sz="3000" dirty="0"/>
          </a:p>
        </p:txBody>
      </p:sp>
      <p:sp>
        <p:nvSpPr>
          <p:cNvPr id="5" name="S09-stepno44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45"/>
          <p:cNvSpPr txBox="1"/>
          <p:nvPr/>
        </p:nvSpPr>
        <p:spPr>
          <a:xfrm>
            <a:off x="1325880" y="24277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받을 사람과 첫인사를 써요.</a:t>
            </a:r>
            <a:endParaRPr lang="ko-KR" sz="3000" dirty="0"/>
          </a:p>
        </p:txBody>
      </p:sp>
      <p:sp>
        <p:nvSpPr>
          <p:cNvPr id="7" name="S09-stepno46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47"/>
          <p:cNvSpPr txBox="1"/>
          <p:nvPr/>
        </p:nvSpPr>
        <p:spPr>
          <a:xfrm>
            <a:off x="1325880" y="3140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마음과 까닭을 써요.</a:t>
            </a:r>
            <a:endParaRPr lang="ko-KR" sz="3000" dirty="0"/>
          </a:p>
        </p:txBody>
      </p:sp>
      <p:sp>
        <p:nvSpPr>
          <p:cNvPr id="9" name="S09-stepno48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49"/>
          <p:cNvSpPr txBox="1"/>
          <p:nvPr/>
        </p:nvSpPr>
        <p:spPr>
          <a:xfrm>
            <a:off x="1325880" y="3854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끝인사를 써요.</a:t>
            </a:r>
            <a:endParaRPr lang="ko-KR" sz="3000" dirty="0"/>
          </a:p>
        </p:txBody>
      </p:sp>
      <p:sp>
        <p:nvSpPr>
          <p:cNvPr id="11" name="S09-stepno50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51"/>
          <p:cNvSpPr txBox="1"/>
          <p:nvPr/>
        </p:nvSpPr>
        <p:spPr>
          <a:xfrm>
            <a:off x="1325880" y="45674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날짜와 쓴 사람을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끝인사는 어느 것일까요?</a:t>
            </a:r>
            <a:endParaRPr lang="ko-KR" sz="4000" dirty="0"/>
          </a:p>
        </p:txBody>
      </p:sp>
      <p:sp>
        <p:nvSpPr>
          <p:cNvPr id="3" name="S11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끝인사를 고르고, 나머지는 어느 부분인지 말해 보세요.</a:t>
            </a:r>
            <a:endParaRPr lang="ko-KR" sz="3000" dirty="0"/>
          </a:p>
        </p:txBody>
      </p:sp>
      <p:sp>
        <p:nvSpPr>
          <p:cNvPr id="5" name="S11-chip54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1-card55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56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선생님께</a:t>
            </a:r>
            <a:endParaRPr lang="ko-KR" sz="3000" dirty="0"/>
          </a:p>
        </p:txBody>
      </p:sp>
      <p:sp>
        <p:nvSpPr>
          <p:cNvPr id="8" name="S11-chip57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1-card58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1-cardtext59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 건강하세요.</a:t>
            </a:r>
            <a:endParaRPr lang="ko-KR" sz="3000" dirty="0"/>
          </a:p>
        </p:txBody>
      </p:sp>
      <p:sp>
        <p:nvSpPr>
          <p:cNvPr id="11" name="S11-chip60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1-card61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1-cardtext62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 서윤 올림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63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64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사람에게 맞는 말로,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마음인지와 그 까닭을 함께 써요.</a:t>
            </a:r>
            <a:endParaRPr lang="ko-KR" sz="3000" dirty="0"/>
          </a:p>
        </p:txBody>
      </p:sp>
      <p:sp>
        <p:nvSpPr>
          <p:cNvPr id="5" name="S12-chip65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마음과 까닭 함께 쓰기</a:t>
            </a:r>
            <a:endParaRPr lang="ko-KR" sz="2400" dirty="0"/>
          </a:p>
        </p:txBody>
      </p:sp>
      <p:sp>
        <p:nvSpPr>
          <p:cNvPr id="6" name="S12-chip66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‘고마워’만 쓰기</a:t>
            </a:r>
            <a:endParaRPr lang="ko-KR" sz="2400" dirty="0"/>
          </a:p>
        </p:txBody>
      </p:sp>
      <p:sp>
        <p:nvSpPr>
          <p:cNvPr id="7" name="S12-text67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68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편지의 여섯 부분</a:t>
            </a:r>
            <a:endParaRPr lang="ko-KR" sz="2400" dirty="0"/>
          </a:p>
        </p:txBody>
      </p:sp>
      <p:sp>
        <p:nvSpPr>
          <p:cNvPr id="9" name="S12-text69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마음이 잘 전해지려면?</a:t>
            </a:r>
            <a:endParaRPr lang="ko-KR" sz="2400" dirty="0"/>
          </a:p>
        </p:txBody>
      </p:sp>
      <p:sp>
        <p:nvSpPr>
          <p:cNvPr id="10" name="S12-text70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웃어른께 쓰는 말</a:t>
            </a:r>
            <a:endParaRPr lang="ko-KR" sz="2400" dirty="0"/>
          </a:p>
        </p:txBody>
      </p:sp>
      <p:sp>
        <p:nvSpPr>
          <p:cNvPr id="11" name="S12-text7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인물의 마음과 까닭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고마운 마음 문장</a:t>
            </a:r>
            <a:endParaRPr lang="ko-KR" sz="4000" dirty="0"/>
          </a:p>
        </p:txBody>
      </p:sp>
      <p:sp>
        <p:nvSpPr>
          <p:cNvPr id="3" name="S13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누구에게, 무엇이 고마웠는지 이어 말해 보세요.</a:t>
            </a:r>
            <a:endParaRPr lang="ko-KR" sz="3000" dirty="0"/>
          </a:p>
        </p:txBody>
      </p:sp>
      <p:sp>
        <p:nvSpPr>
          <p:cNvPr id="4" name="S13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‘~해 주셔서 고맙습니다’ 틀에 넣어 말해요.</a:t>
            </a:r>
            <a:endParaRPr lang="ko-KR" sz="3000" dirty="0"/>
          </a:p>
        </p:txBody>
      </p:sp>
      <p:sp>
        <p:nvSpPr>
          <p:cNvPr id="6" name="S13-card75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76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</a:t>
            </a:r>
            <a:endParaRPr lang="ko-KR" sz="3000" dirty="0"/>
          </a:p>
        </p:txBody>
      </p:sp>
      <p:sp>
        <p:nvSpPr>
          <p:cNvPr id="8" name="S13-card77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3-cardtext78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고마운 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자전거를 고쳐 주셨어요.</a:t>
            </a:r>
            <a:endParaRPr lang="ko-KR" sz="3000" dirty="0"/>
          </a:p>
        </p:txBody>
      </p:sp>
      <p:sp>
        <p:nvSpPr>
          <p:cNvPr id="10" name="S13-card79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13-cardtext80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말하기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아빠, 자전거를 고쳐 주셔서 고맙습니다.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마음을 전하는 편지</dc:title>
  <dc:subject>KR22-G03-KOR-LETTER-L01</dc:subject>
  <dc:creator>education-ppt</dc:creator>
  <cp:lastModifiedBy>education-ppt</cp:lastModifiedBy>
  <cp:revision>1</cp:revision>
  <dcterms:created xsi:type="dcterms:W3CDTF">2026-10-26T07:47:10Z</dcterms:created>
  <dcterms:modified xsi:type="dcterms:W3CDTF">2026-10-26T07:47:10Z</dcterms:modified>
</cp:coreProperties>
</file>