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e394cac-12d7-a1dd-235d-c7e9f1772bb8}">
          <p14:sldIdLst>
            <p14:sldId id="256"/>
            <p14:sldId id="257"/>
          </p14:sldIdLst>
        </p14:section>
        <p14:section name="개념" id="{7e14e0ce-24c1-9c95-c386-5f90a17a339a}">
          <p14:sldIdLst>
            <p14:sldId id="258"/>
            <p14:sldId id="259"/>
            <p14:sldId id="260"/>
          </p14:sldIdLst>
        </p14:section>
        <p14:section name="연습" id="{8f41ac35-3e1f-30e3-6886-2882f88c437c}">
          <p14:sldIdLst>
            <p14:sldId id="261"/>
            <p14:sldId id="262"/>
            <p14:sldId id="263"/>
          </p14:sldIdLst>
        </p14:section>
        <p14:section name="확인" id="{45aab6c5-f6be-f83b-83f4-00eaba6192c8}">
          <p14:sldIdLst>
            <p14:sldId id="264"/>
            <p14:sldId id="265"/>
          </p14:sldIdLst>
        </p14:section>
        <p14:section name="정리" id="{341f6d34-c9df-3062-292e-4e5fb49799e3}">
          <p14:sldIdLst>
            <p14:sldId id="266"/>
          </p14:sldIdLst>
        </p14:section>
        <p14:section name="보충" id="{b66a68e7-ab6f-c0d0-0cce-0e02bbb762e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발표와쓰기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문단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문단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문단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쓰기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 잘 전해지는</a:t>
            </a:r>
            <a:endParaRPr lang="ko-KR" sz="3000" dirty="0"/>
          </a:p>
          <a:p>
            <a:pPr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문단은 어떻게 쓸까?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중심 문장에 어울리는 문장을 고를 수 있어요.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중심 문장과 뒷받침 문장으로 문단을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 무엇일까요?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찾고, 뒷받침 문장이 무엇을 설명하는지 말해 보세요.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여름에는 시원한 음식을 많이 먹습니다. 수박을 잘라 나누어 먹습니다. 얼음을 갈아 팥빙수를 만들기도 합니다. 시원한 냉면도 인기가 많습니다.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쓸 때 필요한 것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 1개 + 뒷받침 문장 2~3개 = 한 문단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싶은 말 한 가지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까닭이나 예로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설명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들여쓰기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문단의 첫 칸 비우기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쓰는 차례</a:t>
            </a:r>
            <a:endParaRPr lang="ko-KR" sz="4000" dirty="0"/>
          </a:p>
        </p:txBody>
      </p:sp>
      <p:sp>
        <p:nvSpPr>
          <p:cNvPr id="3" name="S04-stepno15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4-text16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거리를 정해요.</a:t>
            </a:r>
            <a:endParaRPr lang="ko-KR" sz="3000" dirty="0"/>
          </a:p>
        </p:txBody>
      </p:sp>
      <p:sp>
        <p:nvSpPr>
          <p:cNvPr id="5" name="S04-stepno17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4-text18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싶은 말을 중심 문장으로 써요.</a:t>
            </a:r>
            <a:endParaRPr lang="ko-KR" sz="3000" dirty="0"/>
          </a:p>
        </p:txBody>
      </p:sp>
      <p:sp>
        <p:nvSpPr>
          <p:cNvPr id="7" name="S04-stepno19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4-text20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‘왜?’, ‘예를 들면?’에 답해 뒷받침 문장을 써요.</a:t>
            </a:r>
            <a:endParaRPr lang="ko-KR" sz="3000" dirty="0"/>
          </a:p>
        </p:txBody>
      </p:sp>
      <p:sp>
        <p:nvSpPr>
          <p:cNvPr id="9" name="S04-stepno21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4-text22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칸을 비우고 이어서 써요.</a:t>
            </a:r>
            <a:endParaRPr lang="ko-KR" sz="3000" dirty="0"/>
          </a:p>
        </p:txBody>
      </p:sp>
      <p:sp>
        <p:nvSpPr>
          <p:cNvPr id="11" name="S04-stepno23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2" name="S04-text24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읽고 어울리지 않는 문장을 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시범: 비 오는 날 문단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 무엇이고, 뒷받침 문장은 무엇을 설명하나요?</a:t>
            </a:r>
            <a:endParaRPr lang="ko-KR" sz="3000" dirty="0"/>
          </a:p>
        </p:txBody>
      </p:sp>
      <p:sp>
        <p:nvSpPr>
          <p:cNvPr id="5" name="S05-passagebox2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나는 비 오는 날이 좋습니다. 빗소리를 들으면 마음이 편안해집니다. 좋아하는 노란 우산을 쓸 수 있습니다. 물웅덩이를 첨벙첨벙 밟는 것도 재미있습니다.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어울리지 않는 문장 찾기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문장과 어울리지 않는 문장은 무엇일까요? 왜 그럴까요?</a:t>
            </a:r>
            <a:endParaRPr lang="ko-KR" sz="3000" dirty="0"/>
          </a:p>
        </p:txBody>
      </p:sp>
      <p:sp>
        <p:nvSpPr>
          <p:cNvPr id="5" name="S06-passagebox3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학교 운동장은 놀기 좋은 곳입니다. 운동장이 넓어서 마음껏 달릴 수 있습니다. 그네와 미끄럼틀도 있습니다. 나는 어제 동생과 김밥을 먹었습니다. 나무 그늘에서 쉴 수도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전해질까?</a:t>
            </a:r>
            <a:endParaRPr lang="ko-KR" sz="4000" dirty="0"/>
          </a:p>
        </p:txBody>
      </p:sp>
      <p:sp>
        <p:nvSpPr>
          <p:cNvPr id="3" name="S07-card3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여름이 좋습니다.’로 문단을 썼어요.</a:t>
            </a:r>
            <a:endParaRPr lang="ko-KR" sz="3000" dirty="0"/>
          </a:p>
        </p:txBody>
      </p:sp>
      <p:sp>
        <p:nvSpPr>
          <p:cNvPr id="5" name="S07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생각을 더 잘 전하나요? 왜 그럴까요?</a:t>
            </a:r>
            <a:endParaRPr lang="ko-KR" sz="3000" dirty="0"/>
          </a:p>
        </p:txBody>
      </p:sp>
      <p:sp>
        <p:nvSpPr>
          <p:cNvPr id="7" name="S07-chip3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3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여름이 좋습니다.</a:t>
            </a:r>
            <a:endParaRPr lang="ko-KR" sz="3000" dirty="0"/>
          </a:p>
        </p:txBody>
      </p:sp>
      <p:sp>
        <p:nvSpPr>
          <p:cNvPr id="9" name="S07-chip3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4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여름이 좋습니다.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바다에서 수영할 수 있습니다.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수박도 실컷 먹을 수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 이어 쓰기</a:t>
            </a:r>
            <a:endParaRPr lang="ko-KR" sz="4000" dirty="0"/>
          </a:p>
        </p:txBody>
      </p:sp>
      <p:sp>
        <p:nvSpPr>
          <p:cNvPr id="3" name="S08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뒷받침하는 문장을 두 개씩 말해 보세요.</a:t>
            </a:r>
            <a:endParaRPr lang="ko-KR" sz="3000" dirty="0"/>
          </a:p>
        </p:txBody>
      </p:sp>
      <p:sp>
        <p:nvSpPr>
          <p:cNvPr id="4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문장에 ‘왜?’, ‘예를 들면?’ 하고 물어보세요.</a:t>
            </a:r>
            <a:endParaRPr lang="ko-KR" sz="3000" dirty="0"/>
          </a:p>
        </p:txBody>
      </p:sp>
      <p:sp>
        <p:nvSpPr>
          <p:cNvPr id="6" name="S08-chip4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4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놀이터에는 재미있는 놀이 기구가 많습니다.</a:t>
            </a:r>
            <a:endParaRPr lang="ko-KR" sz="3000" dirty="0"/>
          </a:p>
        </p:txBody>
      </p:sp>
      <p:sp>
        <p:nvSpPr>
          <p:cNvPr id="8" name="S08-chip4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47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아침밥을 먹으면 좋은 점이 많습니다.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써 보기</a:t>
            </a:r>
            <a:endParaRPr lang="ko-KR" sz="4000" dirty="0"/>
          </a:p>
        </p:txBody>
      </p:sp>
      <p:sp>
        <p:nvSpPr>
          <p:cNvPr id="3" name="S09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거리: 좋아하는 계절 · 좋아하는 음식 · 내가 잘하는 것</a:t>
            </a:r>
            <a:endParaRPr lang="ko-KR" sz="3000" dirty="0"/>
          </a:p>
        </p:txBody>
      </p:sp>
      <p:sp>
        <p:nvSpPr>
          <p:cNvPr id="4" name="S09-card4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첫 칸을 비웠어요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중심 문장이 있어요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뒷받침 문장이 두 개 이상이에요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모두 중심 문장과 어울려요</a:t>
            </a:r>
            <a:endParaRPr lang="ko-KR" sz="3000" dirty="0"/>
          </a:p>
        </p:txBody>
      </p:sp>
      <p:sp>
        <p:nvSpPr>
          <p:cNvPr id="6" name="S09-stepno51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52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거리를 하나 골라요.</a:t>
            </a:r>
            <a:endParaRPr lang="ko-KR" sz="3000" dirty="0"/>
          </a:p>
        </p:txBody>
      </p:sp>
      <p:sp>
        <p:nvSpPr>
          <p:cNvPr id="8" name="S09-stepno53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54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써요.</a:t>
            </a:r>
            <a:endParaRPr lang="ko-KR" sz="3000" dirty="0"/>
          </a:p>
        </p:txBody>
      </p:sp>
      <p:sp>
        <p:nvSpPr>
          <p:cNvPr id="10" name="S09-stepno55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56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문장을 두세 개 써요.</a:t>
            </a:r>
            <a:endParaRPr lang="ko-KR" sz="3000" dirty="0"/>
          </a:p>
        </p:txBody>
      </p:sp>
      <p:sp>
        <p:nvSpPr>
          <p:cNvPr id="12" name="S09-stepno57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9-text58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읽고 고쳐요.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어울리는 뒷받침 문장은?</a:t>
            </a:r>
            <a:endParaRPr lang="ko-KR" sz="4000" dirty="0"/>
          </a:p>
        </p:txBody>
      </p:sp>
      <p:sp>
        <p:nvSpPr>
          <p:cNvPr id="3" name="S11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문장: 겨울에는 즐거운 놀이가 많습니다.</a:t>
            </a:r>
            <a:endParaRPr lang="ko-KR" sz="3000" dirty="0"/>
          </a:p>
        </p:txBody>
      </p:sp>
      <p:sp>
        <p:nvSpPr>
          <p:cNvPr id="4" name="S11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000" dirty="0"/>
          </a:p>
        </p:txBody>
      </p:sp>
      <p:sp>
        <p:nvSpPr>
          <p:cNvPr id="6" name="S11-chip6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1-card63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64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눈썰매를 타고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언덕을 내려옵니다.</a:t>
            </a:r>
            <a:endParaRPr lang="ko-KR" sz="3000" dirty="0"/>
          </a:p>
        </p:txBody>
      </p:sp>
      <p:sp>
        <p:nvSpPr>
          <p:cNvPr id="9" name="S11-chip6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1-card66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67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여름에는 바다에서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수영을 합니다.</a:t>
            </a:r>
            <a:endParaRPr lang="ko-KR" sz="3000" dirty="0"/>
          </a:p>
        </p:txBody>
      </p:sp>
      <p:sp>
        <p:nvSpPr>
          <p:cNvPr id="12" name="S11-chip6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1-card69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70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어제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감기에 걸렸습니다.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7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7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문장으로 하고 싶은 말을 쓰고,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문장으로 자세히 설명해요.</a:t>
            </a:r>
            <a:endParaRPr lang="ko-KR" sz="3000" dirty="0"/>
          </a:p>
        </p:txBody>
      </p:sp>
      <p:sp>
        <p:nvSpPr>
          <p:cNvPr id="5" name="S12-chip7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‘왜?’, ‘예를 들면?’에 답하기</a:t>
            </a:r>
            <a:endParaRPr lang="ko-KR" sz="2400" dirty="0"/>
          </a:p>
        </p:txBody>
      </p:sp>
      <p:sp>
        <p:nvSpPr>
          <p:cNvPr id="6" name="S12-chip7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상관없는 문장 섞기</a:t>
            </a:r>
            <a:endParaRPr lang="ko-KR" sz="2400" dirty="0"/>
          </a:p>
        </p:txBody>
      </p:sp>
      <p:sp>
        <p:nvSpPr>
          <p:cNvPr id="7" name="S12-text7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7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중심 문장이란?</a:t>
            </a:r>
            <a:endParaRPr lang="ko-KR" sz="2400" dirty="0"/>
          </a:p>
        </p:txBody>
      </p:sp>
      <p:sp>
        <p:nvSpPr>
          <p:cNvPr id="9" name="S12-text7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뒷받침 문장이 하는 일</a:t>
            </a:r>
            <a:endParaRPr lang="ko-KR" sz="2400" dirty="0"/>
          </a:p>
        </p:txBody>
      </p:sp>
      <p:sp>
        <p:nvSpPr>
          <p:cNvPr id="10" name="S12-text7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문단을 시작할 때 할 일</a:t>
            </a:r>
            <a:endParaRPr lang="ko-KR" sz="2400" dirty="0"/>
          </a:p>
        </p:txBody>
      </p:sp>
      <p:sp>
        <p:nvSpPr>
          <p:cNvPr id="11" name="S12-text7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마음을 전하는 편지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‘왜?’ 물어 문장 늘이기</a:t>
            </a:r>
            <a:endParaRPr lang="ko-KR" sz="4000" dirty="0"/>
          </a:p>
        </p:txBody>
      </p:sp>
      <p:sp>
        <p:nvSpPr>
          <p:cNvPr id="3" name="S13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문장에 ‘왜?’, ‘또?’를 물어보세요.</a:t>
            </a:r>
            <a:endParaRPr lang="ko-KR" sz="3000" dirty="0"/>
          </a:p>
        </p:txBody>
      </p:sp>
      <p:sp>
        <p:nvSpPr>
          <p:cNvPr id="4" name="S13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답한 문장이 뒷받침 문장이 돼요.</a:t>
            </a:r>
            <a:endParaRPr lang="ko-KR" sz="3000" dirty="0"/>
          </a:p>
        </p:txBody>
      </p:sp>
      <p:sp>
        <p:nvSpPr>
          <p:cNvPr id="6" name="S13-card8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7" name="S13-cardtext8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공원이 좋아요.</a:t>
            </a:r>
            <a:endParaRPr lang="ko-KR" sz="3000" dirty="0"/>
          </a:p>
        </p:txBody>
      </p:sp>
      <p:sp>
        <p:nvSpPr>
          <p:cNvPr id="8" name="S13-card8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3-cardtext8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그네를 탈 수 있어요.</a:t>
            </a:r>
            <a:endParaRPr lang="ko-KR" sz="3000" dirty="0"/>
          </a:p>
        </p:txBody>
      </p:sp>
      <p:sp>
        <p:nvSpPr>
          <p:cNvPr id="10" name="S13-card8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8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또?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친구를 만날 수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문단 쓰기</dc:title>
  <dc:subject>KR22-G03-KOR-PARAGRAPH-L01</dc:subject>
  <dc:creator>education-ppt</dc:creator>
  <cp:lastModifiedBy>education-ppt</cp:lastModifiedBy>
  <cp:revision>1</cp:revision>
  <dcterms:created xsi:type="dcterms:W3CDTF">2026-10-26T06:36:07Z</dcterms:created>
  <dcterms:modified xsi:type="dcterms:W3CDTF">2026-10-26T06:36:07Z</dcterms:modified>
</cp:coreProperties>
</file>