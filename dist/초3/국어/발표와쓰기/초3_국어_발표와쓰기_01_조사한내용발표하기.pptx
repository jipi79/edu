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a5f4483-1490-7eb6-268a-daf37f6aef23}">
          <p14:sldIdLst>
            <p14:sldId id="256"/>
            <p14:sldId id="257"/>
          </p14:sldIdLst>
        </p14:section>
        <p14:section name="개념" id="{80a4fc54-c01e-84c9-72fc-28998bc24d28}">
          <p14:sldIdLst>
            <p14:sldId id="258"/>
            <p14:sldId id="259"/>
            <p14:sldId id="260"/>
          </p14:sldIdLst>
        </p14:section>
        <p14:section name="연습" id="{8641c344-a411-ef86-8e0e-8e18ce010c76}">
          <p14:sldIdLst>
            <p14:sldId id="261"/>
            <p14:sldId id="262"/>
            <p14:sldId id="263"/>
          </p14:sldIdLst>
        </p14:section>
        <p14:section name="확인" id="{f2cadac0-cf3c-8afe-dab0-4953a45da296}">
          <p14:sldIdLst>
            <p14:sldId id="264"/>
            <p14:sldId id="265"/>
            <p14:sldId id="266"/>
          </p14:sldIdLst>
        </p14:section>
        <p14:section name="정리" id="{8f749178-0083-144c-9ac9-00ad9c913d65}">
          <p14:sldIdLst>
            <p14:sldId id="267"/>
          </p14:sldIdLst>
        </p14:section>
        <p14:section name="보충" id="{81f24234-7ef4-543e-b473-2f6766d2c5c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발표를 들어 본 경험을 떠올리게 합니다.
시간: 약 2분
이렇게 말해 보세요
- “학교에서 친구가 발표하는 것을 들어 봤지? 어떤 발표가 잘 들렸어?”
- “오늘은 조사한 내용을 처음, 가운데, 끝으로 나누어 발표하는 방법을 배울 거야.”
예상 답
- “목소리가 큰 발표요.” “재미있는 발표요.”
막히면
- 부모가 오늘 있었던 일을 짧게 말해 주고 “어디가 처음이고 어디가 끝이었어?”라고 묻습니다.
주의
- 발표를 부끄러워하는 아이가 많습니다. 오늘은 엄마(아빠) 한 사람 앞에서만 한다고 알려 안심시킵니다.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확인(발표하는 말투)]
목적: 발표에 쓰는 높임 말투(‘-습니다’, ‘-요’)를 쓸 수 있는지 확인합니다. 앞 차시와 2학년 ‘바르고 고운 말’(KR22-G02-KOR-POLITE-L01)에서 배운 말투를 확인합니다.
시간: 약 3분
이렇게 말해 보세요
- “여러 사람 앞에서 발표할 때는 어떻게 말할까? ①을 발표하는 말로 바꿔 볼래?”
- “②에서 ‘나는’은 어떻게 바꾸면 좋을까?”
정답
- ① 꿀벌은 꽃에서 꿀을 모읍니다.(모아요.)
- ② 저는 꿀벌을 조사했습니다.(조사했어요.)
막히면
- 부모가 “꿀벌은 꽃에서 꿀을 모읍니다.”라고 먼저 말하고 따라 하게 합니다.
- 높임 말투를 어려워하면 S13(보충)을 먼저 합니다.
주의
- ‘-습니다’와 ‘-요’ 둘 다 맞습니다. ‘나’를 ‘저’로 바꾸면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발표의 짜임]
목적: 발표가 처음·가운데·끝 세 부분으로 이루어진다는 것을 알려 줍니다.
시간: 약 3분
이렇게 말해 보세요
- “발표는 세 부분으로 나눌 수 있어. 처음에는 인사하고 무엇을 조사했는지 말해.”
- “가운데에는 조사해서 알게 된 내용을, 끝에는 생각이나 느낌과 끝인사를 말해.”
예상 답
- “처음은 인사, 가운데는 조사한 것, 끝은 느낌이에요.”
막히면
- 샌드위치에 빗대어 “빵(처음) - 속 재료(가운데) - 빵(끝)”처럼 말해 줍니다.
주의
- 가운데가 가장 길고 중요하다는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발표 듣기]
목적: 부모가 발표를 시범으로 보여 주고, 아이가 세 부분을 찾게 합니다.
시간: 약 4분
이렇게 말해 보세요
- “엄마(아빠)가 발표해 볼게. 잘 들어 봐.” (화면만 보지 말고 아이를 보며 또박또박 말합니다.)
- “어디까지가 처음이었어? 가운데에는 무엇을 말했지?”
예상 답
- “인사한 데가 처음이에요. 고맙다고 한 데가 끝이에요.”
정답
- 처음: 첫째 문단(인사와 주제) / 가운데: 둘째 문단(꿀벌이 하는 일 세 가지) / 끝: 셋째 문단(알게 된 점과 끝인사)
막히면
- 문단마다 손가락으로 짚으며 “여기는 인사야, 조사한 내용이야, 느낌이야?”라고 묻습니다.
주의
- 시범을 보일 때 일부러 아이 눈을 보며 말해, S05의 ‘말하는 방법’을 미리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발표할 때 말하는 방법]
목적: 발표할 때 지킬 말하기 방법 네 가지를 알려 줍니다(목표 B).
시간: 약 3분
이렇게 말해 보세요
- “발표는 내용도 중요하지만 어떻게 말하는지도 중요해. 네 가지를 같이 읽어 보자.”
- “엄마(아빠)가 일부러 아주 빠르게 말해 볼게. 잘 들려?”
예상 답
- “너무 빨라서 못 알아듣겠어요.”
막히면
- 작은 목소리, 너무 큰 목소리, 알맞은 목소리를 차례로 들려주고 고르게 합니다.
주의
- 이 네 가지가 S08, S09의 관찰 기준이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문장 나누기(처음·가운데·끝)]
목적: 문장을 읽고 발표의 어느 부분에 들어갈지 정하는 연습을 합니다(목표 A).
시간: 약 4분
이렇게 말해 보세요
- “①은 처음, 가운데, 끝 중 어디에 들어갈까? 왜 그렇게 생각해?”
- “⑤는 조사한 사실이야, 아니면 내 생각이나 느낌이야?”
정답
- 처음: ② / 가운데: ①, ④, ⑥ / 끝: ⑤, ③
- 발표 차례: ② → ① → ④ → ⑥ → ⑤ → ③
막히면
- “이 문장은 인사야, 조사한 내용이야, 느낌이야?” 세 가지 중에서 고르게 합니다.
- 활동지 1에 같은 문장이 있으니 적으면서 해도 됩니다.
주의
- 가운데 문장(①, ④, ⑥)끼리는 차례가 바뀌어도 괜찮습니다. 끝인사(③)는 맨 마지막에 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비교(처음이 빠진 발표)]
목적: 처음에 인사와 주제를 말해야 듣는 사람이 무엇에 대한 발표인지 안다는 것을 비교로 확인합니다(오해 M1).
시간: 약 3분
이렇게 말해 보세요
- “두 발표의 시작을 소리 내어 읽어 볼래? 무엇이 다르지?”
- “‘가’처럼 시작하면 듣는 사람은 어떤 마음일까?”
정답
- 나. 처음에 인사하고 무엇을 조사했는지 말해서, 듣는 사람이 무엇에 대한 발표인지 알고 들을 수 있습니다.
- 가는 처음 부분(인사와 주제)이 빠졌습니다.
막히면
- “텔레비전 뉴스도 처음에 인사하고 무엇을 알려 줄지 말하지?”라고 생활 속 예를 듭니다.
주의
- ‘가’에도 조사한 내용은 잘 들어 있다고 인정해 준 뒤, 빠진 부분을 찾게 합니다.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도움 받아 발표하기]
목적: 도움을 받으며 해바라기 발표를 처음부터 끝까지 해 봅니다(목표 A·B).
시간: 약 4분
이렇게 말해 보세요
- “S06에서 정한 차례대로 한 번 연습해 보자. 첫 문장은 엄마(아빠)가 같이 말해 줄게.”
- “이번에는 엄마(아빠)를 보면서 발표해 볼래?”
- “기준표에서 잘한 것은 무엇이었어?”
예상 답
- “안녕하세요? 저는 해바라기를 조사했습니다. 해바라기는 여름에 커다란 노란 꽃을 피웁니다. …… 들어 주셔서 고맙습니다.”
막히면
- 문장을 하나씩 부모가 먼저 말하고 아이가 따라 말하게 합니다.
- S06 화면을 보며 읽어도 괜찮습니다. 대신 한 문장이 끝날 때마다 부모를 한 번 보게 합니다.
주의
- 녹음할 수 있으면 녹음해서 함께 들어 봅니다. 고칠 점은 한 가지만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발표하기(고래)]
목적: 처음 보는 조사 메모로 발표 차례를 혼자 정하고 발표하는지 확인합니다(목표 A·B).
시간: 약 5분
이렇게 말해 보세요
- “이번에는 혼자 해 볼래? 메모를 보고 처음, 가운데, 끝을 먼저 생각해 봐. 활동지 2의 계획표에 낱말만 적어도 돼.”
- “준비가 되면 엄마(아빠)를 보고 발표해 줘.”
정답
- 처음: 인사 + “저는 고래에 대해 조사했습니다.” / 가운데: 메모 1~3을 ‘-습니다’ 문장으로 / 끝: 생각이나 느낌 + 끝인사
- 관찰 기준(S08) 4가지 가운데 3가지 이상을 지키면 목표 B 달성으로 봅니다.
막히면
- “처음에는 무엇을 말한다고 했지?”라고 S03을 떠올리게 합니다.
- 도움을 받아 발표했다면 기록표에 ‘도움’으로 표시합니다.
주의
- 메모는 짧은 말이므로 문장으로 바꾸어 말해야 합니다. 예: “고래는 물속에 살지만 물고기가 아닙니다.”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발표 예와 피드백]
목적: 아이의 발표를 예시와 비교하고 흔한 실수를 확인합니다.
시간: 약 2분
이렇게 말해 보세요
- “네 발표에서 처음, 가운데, 끝을 모두 말했어?”
- “오른쪽 실수 중에 오늘 한 것이 있을까? 다음에는 어떻게 하면 될까?”
예상 답
- “끝인사를 잊어버렸어요. 다음에는 ‘들어 주셔서 고맙습니다’를 말할게요.”
정답
- 발표 예: “안녕하세요? 저는 고래에 대해 조사했습니다. 고래는 물속에 살지만 물고기가 아닙니다. 새끼를 낳아 젖을 먹여 키웁니다. 또 물 위로 올라와 숨을 쉽니다. 고래가 젖을 먹인다는 것이 신기했습니다. 들어 주셔서 고맙습니다.”
막히면
- 녹음한 발표가 있으면 함께 들으며 기준표에 표시합니다.
주의
- 이 장은 학생용 파일에서 빠집니다. 잘한 점을 먼저 두 가지 말한 뒤 고칠 점을 한 가지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발표의 부분과 그 부분에 들어갈 말을 구별하는지 확인합니다(목표 A).
시간: 약 2분
이렇게 말해 보세요
- “가, 나, 다는 각각 발표의 어디에 들어갈까? 끝에 들어갈 말은?”
정답
- 다. 생각이나 느낌과 끝인사가 들어 있습니다. (가는 처음, 나는 가운데에 들어갑니다.)
막히면
- S03의 세 카드를 다시 보여 줍니다.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발표 방법을 한 문장으로 말해 볼래?”
예상 답
- “처음, 가운데, 끝 차례로 듣는 사람을 보며 말해요.”
정답
- ① 인사, 무엇을 조사했는지 ② 조사해서 알게 된 내용 ③ 생각이나 느낌, 끝인사
막히면
- S03을 다시 보여 줍니다.
주의
- 가족 모임이나 저녁 식사 때 오늘 배운 방법으로 짧게 발표해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보충(발표 첫말·끝말 틀)]
목적: 높임 말투로 발표를 시작하고 끝맺는 틀을 먼저 익힙니다.
시간: 약 4분
이렇게 말해 보세요
- “엄마(아빠)가 좋아하는 과일로 해 볼게. ‘안녕하세요? 저는 사과를 조사했습니다.’ 이번에는 네가 좋아하는 동물로 말해 볼래?”
- “끝날 때는 뭐라고 할까? ‘들어 주셔서 고맙습니다.’”
정답
- 예: “안녕하세요? 저는 강아지를 조사했습니다. …… 들어 주셔서 고맙습니다.” (처음 틀과 끝 틀을 모두 말하면 맞음)
막히면
- 부모가 한 마디씩 끊어 말하고 아이가 따라 하게 합니다.
- 높임 말투가 많이 어려우면 2학년 ‘바르고 고운 말’(KR22-G02-KOR-POLITE-L01)을, 차례대로 말하기가 어려우면 ‘일이 일어난 차례’(KR22-G02-KOR-SEQUENCE-L01)를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 발표하기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것을 어떤 차례로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말하면 잘 전해질까?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발표할 내용을 처음·가운데·끝으로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듣는 사람을 보며 또박또박 발표할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발표하는 말로 바꿔요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하는 말을 발표하는 말로 바꿔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꿀벌은 꽃에서 꿀을 모아.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꿀벌을 조사했어.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발표의 짜임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→ 가운데 → 끝 차례로 말해요.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인사, 무엇을 조사했는지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조사해서 알게 된 내용</a:t>
            </a:r>
            <a:endParaRPr lang="ko-KR" sz="30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느낌, 끝인사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 발표 들어 보기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처음, 가운데, 끝은 각각 어디일까요?</a:t>
            </a:r>
            <a:endParaRPr lang="ko-KR" sz="30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안녕하세요? 저는 꿀벌에 대해 조사한 내용을 발표하겠습니다.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꿀벌은 꽃에서 꿀과 꽃가루를 모읍니다. 일벌은 춤을 추어 다른 벌에게 꽃이 있는 곳을 알려 줍니다. 또 꿀벌은 꽃가루를 옮겨 열매가 잘 맺히게 돕습니다.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꿀벌이 사람에게도 고마운 곤충이라는 것을 알게 되었습니다. 들어 주셔서 고맙습니다.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들리는 알맞은 크기로</a:t>
            </a:r>
            <a:endParaRPr lang="ko-KR" sz="3000" dirty="0"/>
          </a:p>
        </p:txBody>
      </p:sp>
      <p:sp>
        <p:nvSpPr>
          <p:cNvPr id="5" name="S05-card22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6483096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빠르지 않게 또박또박</a:t>
            </a:r>
            <a:endParaRPr lang="ko-KR" sz="3000" dirty="0"/>
          </a:p>
        </p:txBody>
      </p:sp>
      <p:sp>
        <p:nvSpPr>
          <p:cNvPr id="7" name="S05-card2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5"/>
          <p:cNvSpPr txBox="1"/>
          <p:nvPr/>
        </p:nvSpPr>
        <p:spPr>
          <a:xfrm>
            <a:off x="822960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 보며</a:t>
            </a:r>
            <a:endParaRPr lang="ko-KR" sz="3000" dirty="0"/>
          </a:p>
        </p:txBody>
      </p:sp>
      <p:sp>
        <p:nvSpPr>
          <p:cNvPr id="9" name="S05-card26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7"/>
          <p:cNvSpPr txBox="1"/>
          <p:nvPr/>
        </p:nvSpPr>
        <p:spPr>
          <a:xfrm>
            <a:off x="6483096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‘-습니다’, ‘-요’로 끝맺기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들어갈까요?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 발표의 처음, 가운데, 끝을 찾아보세요.</a:t>
            </a:r>
            <a:endParaRPr lang="ko-KR" sz="3000" dirty="0"/>
          </a:p>
        </p:txBody>
      </p:sp>
      <p:sp>
        <p:nvSpPr>
          <p:cNvPr id="4" name="S06-chip2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6-text30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 커다란 노란 꽃을 피웁니다.</a:t>
            </a:r>
            <a:endParaRPr lang="ko-KR" sz="3000" dirty="0"/>
          </a:p>
        </p:txBody>
      </p:sp>
      <p:sp>
        <p:nvSpPr>
          <p:cNvPr id="6" name="S06-chip31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6-text32"/>
          <p:cNvSpPr txBox="1"/>
          <p:nvPr/>
        </p:nvSpPr>
        <p:spPr>
          <a:xfrm>
            <a:off x="7072884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 저는 해바라기를 조사했습니다.</a:t>
            </a:r>
            <a:endParaRPr lang="ko-KR" sz="3000" dirty="0"/>
          </a:p>
        </p:txBody>
      </p:sp>
      <p:sp>
        <p:nvSpPr>
          <p:cNvPr id="8" name="S06-chip3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6-text34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 고맙습니다.</a:t>
            </a:r>
            <a:endParaRPr lang="ko-KR" sz="3000" dirty="0"/>
          </a:p>
        </p:txBody>
      </p:sp>
      <p:sp>
        <p:nvSpPr>
          <p:cNvPr id="10" name="S06-chip35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6-text36"/>
          <p:cNvSpPr txBox="1"/>
          <p:nvPr/>
        </p:nvSpPr>
        <p:spPr>
          <a:xfrm>
            <a:off x="7072884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가운데에는 씨가 많이 생깁니다.</a:t>
            </a:r>
            <a:endParaRPr lang="ko-KR" sz="3000" dirty="0"/>
          </a:p>
        </p:txBody>
      </p:sp>
      <p:sp>
        <p:nvSpPr>
          <p:cNvPr id="12" name="S06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3" name="S06-text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씨에서 큰 꽃이 자라는 것이 신기했습니다.</a:t>
            </a:r>
            <a:endParaRPr lang="ko-KR" sz="3000" dirty="0"/>
          </a:p>
        </p:txBody>
      </p:sp>
      <p:sp>
        <p:nvSpPr>
          <p:cNvPr id="14" name="S06-chip39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5" name="S06-text40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씨는 먹기도 하고 기름을 짜기도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발표가 잘 전해질까?</a:t>
            </a:r>
            <a:endParaRPr lang="ko-KR" sz="4000" dirty="0"/>
          </a:p>
        </p:txBody>
      </p:sp>
      <p:sp>
        <p:nvSpPr>
          <p:cNvPr id="3" name="S07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이렇게 발표를 시작했어요.</a:t>
            </a:r>
            <a:endParaRPr lang="ko-KR" sz="3000" dirty="0"/>
          </a:p>
        </p:txBody>
      </p:sp>
      <p:sp>
        <p:nvSpPr>
          <p:cNvPr id="5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전해질까요? 왜 그럴까요?</a:t>
            </a:r>
            <a:endParaRPr lang="ko-KR" sz="3000" dirty="0"/>
          </a:p>
        </p:txBody>
      </p:sp>
      <p:sp>
        <p:nvSpPr>
          <p:cNvPr id="7" name="S07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꽃을 피웁니다.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가운데에는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씨가 많이 생깁니다.</a:t>
            </a:r>
            <a:endParaRPr lang="ko-KR" sz="3000" dirty="0"/>
          </a:p>
        </p:txBody>
      </p:sp>
      <p:sp>
        <p:nvSpPr>
          <p:cNvPr id="9" name="S07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해바라기를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여름에……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 발표 연습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처음·가운데·끝 차례로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알맞은 크기로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또박또박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듣는 사람을 봤어요</a:t>
            </a:r>
            <a:endParaRPr lang="ko-KR" sz="3000" dirty="0"/>
          </a:p>
        </p:txBody>
      </p:sp>
      <p:sp>
        <p:nvSpPr>
          <p:cNvPr id="5" name="S08-stepno51"/>
          <p:cNvSpPr txBox="1"/>
          <p:nvPr/>
        </p:nvSpPr>
        <p:spPr>
          <a:xfrm>
            <a:off x="548640" y="244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2"/>
          <p:cNvSpPr txBox="1"/>
          <p:nvPr/>
        </p:nvSpPr>
        <p:spPr>
          <a:xfrm>
            <a:off x="1325880" y="240334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차례대로 소리 내어 연습해요.</a:t>
            </a:r>
            <a:endParaRPr lang="ko-KR" sz="3000" dirty="0"/>
          </a:p>
        </p:txBody>
      </p:sp>
      <p:sp>
        <p:nvSpPr>
          <p:cNvPr id="7" name="S08-stepno5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 앞에서 발표해요.</a:t>
            </a:r>
            <a:endParaRPr lang="ko-KR" sz="3000" dirty="0"/>
          </a:p>
        </p:txBody>
      </p:sp>
      <p:sp>
        <p:nvSpPr>
          <p:cNvPr id="9" name="S08-stepno55"/>
          <p:cNvSpPr txBox="1"/>
          <p:nvPr/>
        </p:nvSpPr>
        <p:spPr>
          <a:xfrm>
            <a:off x="548640" y="4256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1325880" y="421081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기준표를 보며 잘한 점을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메모를 보고 고래에 대해 발표해 보세요.</a:t>
            </a:r>
            <a:endParaRPr lang="ko-KR" sz="30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→ 가운데 → 끝, 듣는 사람을 보며 말해요.</a:t>
            </a:r>
            <a:endParaRPr lang="ko-KR" sz="3000" dirty="0"/>
          </a:p>
        </p:txBody>
      </p:sp>
      <p:sp>
        <p:nvSpPr>
          <p:cNvPr id="6" name="S09-card6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살지만 물고기가 아님</a:t>
            </a:r>
            <a:endParaRPr lang="ko-KR" sz="3000" dirty="0"/>
          </a:p>
        </p:txBody>
      </p:sp>
      <p:sp>
        <p:nvSpPr>
          <p:cNvPr id="8" name="S09-card6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6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새끼를 낳아 젖을 먹여 키움</a:t>
            </a:r>
            <a:endParaRPr lang="ko-KR" sz="3000" dirty="0"/>
          </a:p>
        </p:txBody>
      </p:sp>
      <p:sp>
        <p:nvSpPr>
          <p:cNvPr id="10" name="S09-card6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위로 올라와 숨을 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예와 흔한 실수</a:t>
            </a:r>
            <a:endParaRPr lang="ko-KR" sz="40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4가지 가운데 3가지 이상이면 잘한 거예요.</a:t>
            </a:r>
            <a:endParaRPr lang="ko-KR" sz="3000" dirty="0"/>
          </a:p>
        </p:txBody>
      </p:sp>
      <p:sp>
        <p:nvSpPr>
          <p:cNvPr id="5" name="S10-chip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69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처음: 안녕하세요? 고래를 조사했습니다.</a:t>
            </a:r>
            <a:endParaRPr lang="ko-KR" sz="3000" dirty="0"/>
          </a:p>
        </p:txBody>
      </p:sp>
      <p:sp>
        <p:nvSpPr>
          <p:cNvPr id="7" name="S10-text70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가운데: 메모 세 가지를 문장으로</a:t>
            </a:r>
            <a:endParaRPr lang="ko-KR" sz="3000" dirty="0"/>
          </a:p>
        </p:txBody>
      </p:sp>
      <p:sp>
        <p:nvSpPr>
          <p:cNvPr id="8" name="S10-text71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끝: 느낀 점과 끝인사</a:t>
            </a:r>
            <a:endParaRPr lang="ko-KR" sz="3000" dirty="0"/>
          </a:p>
        </p:txBody>
      </p:sp>
      <p:sp>
        <p:nvSpPr>
          <p:cNvPr id="9" name="S10-chip7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0" name="S10-text73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없이 ‘고래는…’으로 시작</a:t>
            </a:r>
            <a:endParaRPr lang="ko-KR" sz="3000" dirty="0"/>
          </a:p>
        </p:txBody>
      </p:sp>
      <p:sp>
        <p:nvSpPr>
          <p:cNvPr id="11" name="S10-text74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메모만 보며 빠르게 읽기</a:t>
            </a:r>
            <a:endParaRPr lang="ko-KR" sz="3000" dirty="0"/>
          </a:p>
        </p:txBody>
      </p:sp>
      <p:sp>
        <p:nvSpPr>
          <p:cNvPr id="12" name="S10-text75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 없이 멈추기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들어갈 말은?</a:t>
            </a:r>
            <a:endParaRPr lang="ko-KR" sz="4000" dirty="0"/>
          </a:p>
        </p:txBody>
      </p:sp>
      <p:sp>
        <p:nvSpPr>
          <p:cNvPr id="3" name="S11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발표의 끝에 들어갈 말을 고르고 까닭을 말해 보세요.</a:t>
            </a:r>
            <a:endParaRPr lang="ko-KR" sz="3000" dirty="0"/>
          </a:p>
        </p:txBody>
      </p:sp>
      <p:sp>
        <p:nvSpPr>
          <p:cNvPr id="5" name="S11-chip7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79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80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고래를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3000" dirty="0"/>
          </a:p>
        </p:txBody>
      </p:sp>
      <p:sp>
        <p:nvSpPr>
          <p:cNvPr id="8" name="S11-chip8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82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83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물 위로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올라와 숨을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쉽니다.</a:t>
            </a:r>
            <a:endParaRPr lang="ko-KR" sz="3000" dirty="0"/>
          </a:p>
        </p:txBody>
      </p:sp>
      <p:sp>
        <p:nvSpPr>
          <p:cNvPr id="11" name="S11-chip8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85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86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싶어졌습니다.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8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내용은 처음 → 가운데 → 끝 차례로,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 보며 또박또박 발표해요.</a:t>
            </a:r>
            <a:endParaRPr lang="ko-KR" sz="3000" dirty="0"/>
          </a:p>
        </p:txBody>
      </p:sp>
      <p:sp>
        <p:nvSpPr>
          <p:cNvPr id="5" name="S12-chip8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인사와 주제로 시작하기</a:t>
            </a:r>
            <a:endParaRPr lang="ko-KR" sz="2400" dirty="0"/>
          </a:p>
        </p:txBody>
      </p:sp>
      <p:sp>
        <p:nvSpPr>
          <p:cNvPr id="6" name="S12-chip9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고개 숙이고 빠르게 읽기</a:t>
            </a:r>
            <a:endParaRPr lang="ko-KR" sz="2400" dirty="0"/>
          </a:p>
        </p:txBody>
      </p:sp>
      <p:sp>
        <p:nvSpPr>
          <p:cNvPr id="7" name="S12-text9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9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처음에 할 말은?</a:t>
            </a:r>
            <a:endParaRPr lang="ko-KR" sz="2400" dirty="0"/>
          </a:p>
        </p:txBody>
      </p:sp>
      <p:sp>
        <p:nvSpPr>
          <p:cNvPr id="9" name="S12-text9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가운데에 할 말은?</a:t>
            </a:r>
            <a:endParaRPr lang="ko-KR" sz="2400" dirty="0"/>
          </a:p>
        </p:txBody>
      </p:sp>
      <p:sp>
        <p:nvSpPr>
          <p:cNvPr id="10" name="S12-text9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끝에 할 말은?</a:t>
            </a:r>
            <a:endParaRPr lang="ko-KR" sz="2400" dirty="0"/>
          </a:p>
        </p:txBody>
      </p:sp>
      <p:sp>
        <p:nvSpPr>
          <p:cNvPr id="11" name="S12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문단 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발표 첫말과 끝말</a:t>
            </a:r>
            <a:endParaRPr lang="ko-KR" sz="4000" dirty="0"/>
          </a:p>
        </p:txBody>
      </p:sp>
      <p:sp>
        <p:nvSpPr>
          <p:cNvPr id="3" name="S13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○○에 조사한 것을 넣어 말해 보세요.</a:t>
            </a:r>
            <a:endParaRPr lang="ko-KR" sz="3000" dirty="0"/>
          </a:p>
        </p:txBody>
      </p:sp>
      <p:sp>
        <p:nvSpPr>
          <p:cNvPr id="4" name="S13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처음과 끝은 늘 같은 틀로 말하면 쉬워요.</a:t>
            </a:r>
            <a:endParaRPr lang="ko-KR" sz="3000" dirty="0"/>
          </a:p>
        </p:txBody>
      </p:sp>
      <p:sp>
        <p:nvSpPr>
          <p:cNvPr id="6" name="S13-step99"/>
          <p:cNvSpPr txBox="1"/>
          <p:nvPr/>
        </p:nvSpPr>
        <p:spPr>
          <a:xfrm>
            <a:off x="129387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○○을(를)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2400" dirty="0"/>
          </a:p>
        </p:txBody>
      </p:sp>
      <p:sp>
        <p:nvSpPr>
          <p:cNvPr id="7" name="S13-line100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01"/>
          <p:cNvSpPr txBox="1"/>
          <p:nvPr/>
        </p:nvSpPr>
        <p:spPr>
          <a:xfrm>
            <a:off x="463143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</a:t>
            </a:r>
            <a:endParaRPr lang="ko-KR" sz="2400" dirty="0"/>
          </a:p>
        </p:txBody>
      </p:sp>
      <p:sp>
        <p:nvSpPr>
          <p:cNvPr id="9" name="S13-line102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03"/>
          <p:cNvSpPr txBox="1"/>
          <p:nvPr/>
        </p:nvSpPr>
        <p:spPr>
          <a:xfrm>
            <a:off x="796899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고맙습니다.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조사한 내용 발표하기</dc:title>
  <dc:subject>KR22-G03-KOR-PRESENT-L01</dc:subject>
  <dc:creator>education-ppt</dc:creator>
  <cp:lastModifiedBy>education-ppt</cp:lastModifiedBy>
  <cp:revision>1</cp:revision>
  <dcterms:created xsi:type="dcterms:W3CDTF">2026-10-26T13:18:55Z</dcterms:created>
  <dcterms:modified xsi:type="dcterms:W3CDTF">2026-10-26T13:18:55Z</dcterms:modified>
</cp:coreProperties>
</file>