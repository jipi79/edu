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346983d-cc0f-d924-6724-e53de307aa63}">
          <p14:sldIdLst>
            <p14:sldId id="256"/>
            <p14:sldId id="257"/>
          </p14:sldIdLst>
        </p14:section>
        <p14:section name="개념" id="{935dab99-e50b-d698-70cf-efcd5ff52802}">
          <p14:sldIdLst>
            <p14:sldId id="258"/>
            <p14:sldId id="259"/>
            <p14:sldId id="260"/>
            <p14:sldId id="261"/>
          </p14:sldIdLst>
        </p14:section>
        <p14:section name="연습" id="{f500a85d-a72c-8bca-3f60-b5a4f4fc1b87}">
          <p14:sldIdLst>
            <p14:sldId id="262"/>
            <p14:sldId id="263"/>
          </p14:sldIdLst>
        </p14:section>
        <p14:section name="확인" id="{6cbf5d12-2340-dbaf-4114-e5b8b3458ac9}">
          <p14:sldIdLst>
            <p14:sldId id="264"/>
            <p14:sldId id="265"/>
          </p14:sldIdLst>
        </p14:section>
        <p14:section name="정리" id="{e74a5acc-1018-890b-3171-ebb7db41b0a4}">
          <p14:sldIdLst>
            <p14:sldId id="266"/>
          </p14:sldIdLst>
        </p14:section>
        <p14:section name="보충" id="{67eb6e1a-cfdd-afca-c3ab-e74eb3cad74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마음과 까닭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속 인물은 어떤 마음일까?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인물의 마음을 짐작할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그렇게 생각한 까닭을 글에서 찾아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행동을 보고 마음을 말해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발을 동동 구르며 울어요.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상장을 들고 활짝 웃어요.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알려 주는 단서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찾으면 인물의 마음을 짐작할 수 있어요.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하는 일, 표정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생긴 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‘좋다’, ‘싫다’보다 자세히 말해 봐요.</a:t>
            </a:r>
            <a:endParaRPr lang="ko-KR" sz="3000" dirty="0"/>
          </a:p>
        </p:txBody>
      </p:sp>
      <p:sp>
        <p:nvSpPr>
          <p:cNvPr id="4" name="S04-word17"/>
          <p:cNvSpPr txBox="1"/>
          <p:nvPr/>
        </p:nvSpPr>
        <p:spPr>
          <a:xfrm>
            <a:off x="548640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기쁘다</a:t>
            </a:r>
            <a:endParaRPr lang="ko-KR" sz="3400" dirty="0"/>
          </a:p>
        </p:txBody>
      </p:sp>
      <p:sp>
        <p:nvSpPr>
          <p:cNvPr id="5" name="S04-word18"/>
          <p:cNvSpPr txBox="1"/>
          <p:nvPr/>
        </p:nvSpPr>
        <p:spPr>
          <a:xfrm>
            <a:off x="3390138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설레다</a:t>
            </a:r>
            <a:endParaRPr lang="ko-KR" sz="3400" dirty="0"/>
          </a:p>
        </p:txBody>
      </p:sp>
      <p:sp>
        <p:nvSpPr>
          <p:cNvPr id="6" name="S04-word19"/>
          <p:cNvSpPr txBox="1"/>
          <p:nvPr/>
        </p:nvSpPr>
        <p:spPr>
          <a:xfrm>
            <a:off x="6231636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뿌듯하다</a:t>
            </a:r>
            <a:endParaRPr lang="ko-KR" sz="3400" dirty="0"/>
          </a:p>
        </p:txBody>
      </p:sp>
      <p:sp>
        <p:nvSpPr>
          <p:cNvPr id="7" name="S04-word20"/>
          <p:cNvSpPr txBox="1"/>
          <p:nvPr/>
        </p:nvSpPr>
        <p:spPr>
          <a:xfrm>
            <a:off x="9073134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반갑다</a:t>
            </a:r>
            <a:endParaRPr lang="ko-KR" sz="3400" dirty="0"/>
          </a:p>
        </p:txBody>
      </p:sp>
      <p:sp>
        <p:nvSpPr>
          <p:cNvPr id="8" name="S04-word21"/>
          <p:cNvSpPr txBox="1"/>
          <p:nvPr/>
        </p:nvSpPr>
        <p:spPr>
          <a:xfrm>
            <a:off x="548640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걱정되다</a:t>
            </a:r>
            <a:endParaRPr lang="ko-KR" sz="3400" dirty="0"/>
          </a:p>
        </p:txBody>
      </p:sp>
      <p:sp>
        <p:nvSpPr>
          <p:cNvPr id="9" name="S04-word22"/>
          <p:cNvSpPr txBox="1"/>
          <p:nvPr/>
        </p:nvSpPr>
        <p:spPr>
          <a:xfrm>
            <a:off x="3390138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긴장되다</a:t>
            </a:r>
            <a:endParaRPr lang="ko-KR" sz="3400" dirty="0"/>
          </a:p>
        </p:txBody>
      </p:sp>
      <p:sp>
        <p:nvSpPr>
          <p:cNvPr id="10" name="S04-word23"/>
          <p:cNvSpPr txBox="1"/>
          <p:nvPr/>
        </p:nvSpPr>
        <p:spPr>
          <a:xfrm>
            <a:off x="6231636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속상하다</a:t>
            </a:r>
            <a:endParaRPr lang="ko-KR" sz="3400" dirty="0"/>
          </a:p>
        </p:txBody>
      </p:sp>
      <p:sp>
        <p:nvSpPr>
          <p:cNvPr id="11" name="S04-word24"/>
          <p:cNvSpPr txBox="1"/>
          <p:nvPr/>
        </p:nvSpPr>
        <p:spPr>
          <a:xfrm>
            <a:off x="9073134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 이야기 읽기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어떤 마음일까요? 어느 문장에서 알 수 있나요?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민호는 아침부터 운동화 끈을 몇 번이나 다시 묶었습니다. 오늘은 처음으로 이어달리기 대표로 뛰는 날입니다. 출발선에 서자 민호의 손에 땀이 났습니다. 민호는 “넘어지면 어떡하지?” 하고 중얼거렸습니다.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 말하는 방법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손에 땀이 나서 긴장한 것 같아요.</a:t>
            </a:r>
            <a:endParaRPr lang="ko-KR" sz="3000" dirty="0"/>
          </a:p>
        </p:txBody>
      </p:sp>
      <p:sp>
        <p:nvSpPr>
          <p:cNvPr id="5" name="S06-stepno31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2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무슨 일이 있었는지 봐요.</a:t>
            </a:r>
            <a:endParaRPr lang="ko-KR" sz="3000" dirty="0"/>
          </a:p>
        </p:txBody>
      </p:sp>
      <p:sp>
        <p:nvSpPr>
          <p:cNvPr id="7" name="S06-stepno33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4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말과 행동에 밑줄을 그어요.</a:t>
            </a:r>
            <a:endParaRPr lang="ko-KR" sz="3000" dirty="0"/>
          </a:p>
        </p:txBody>
      </p:sp>
      <p:sp>
        <p:nvSpPr>
          <p:cNvPr id="9" name="S06-stepno35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6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말을 골라요.</a:t>
            </a:r>
            <a:endParaRPr lang="ko-KR" sz="3000" dirty="0"/>
          </a:p>
        </p:txBody>
      </p:sp>
      <p:sp>
        <p:nvSpPr>
          <p:cNvPr id="11" name="S06-stepno3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8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~한 것 같아요.”로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 이야기 읽기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수아는 어떤 마음일까요? 그렇게 생각한 까닭은요?</a:t>
            </a:r>
            <a:endParaRPr lang="ko-KR" sz="3000" dirty="0"/>
          </a:p>
        </p:txBody>
      </p:sp>
      <p:sp>
        <p:nvSpPr>
          <p:cNvPr id="5" name="S07-passagebox4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수아는 엄마 생일에 드릴 카드를 열심히 만들었습니다. 그런데 동생이 카드에 주스를 쏟고 말았습니다. 수아는 젖은 카드를 들고 얼굴이 빨개졌습니다. “내가 얼마나 열심히 만들었는데!” 수아가 소리쳤습니다.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까닭이 알맞을까?</a:t>
            </a:r>
            <a:endParaRPr lang="ko-KR" sz="4000" dirty="0"/>
          </a:p>
        </p:txBody>
      </p:sp>
      <p:sp>
        <p:nvSpPr>
          <p:cNvPr id="3" name="S08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민호의 마음을 두 친구가 이렇게 말했어요.</a:t>
            </a:r>
            <a:endParaRPr lang="ko-KR" sz="3000" dirty="0"/>
          </a:p>
        </p:txBody>
      </p:sp>
      <p:sp>
        <p:nvSpPr>
          <p:cNvPr id="5" name="S08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친구가 글에서 까닭을 찾았나요?</a:t>
            </a:r>
            <a:endParaRPr lang="ko-KR" sz="3000" dirty="0"/>
          </a:p>
        </p:txBody>
      </p:sp>
      <p:sp>
        <p:nvSpPr>
          <p:cNvPr id="7" name="S08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떨렸을 거예요.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땀이 났으니까요.</a:t>
            </a:r>
            <a:endParaRPr lang="ko-KR" sz="3000" dirty="0"/>
          </a:p>
        </p:txBody>
      </p:sp>
      <p:sp>
        <p:nvSpPr>
          <p:cNvPr id="9" name="S08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신났을 거예요.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신났을 테니까요.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준서는 어떤 마음일까요? 까닭도 말해 보세요.</a:t>
            </a:r>
            <a:endParaRPr lang="ko-KR" sz="3000" dirty="0"/>
          </a:p>
        </p:txBody>
      </p:sp>
      <p:sp>
        <p:nvSpPr>
          <p:cNvPr id="5" name="S09-passagebox5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준서네 강아지 보리가 사흘째 보이지 않았습니다. 준서는 밤마다 창밖을 내다보았습니다. 그런데 오늘 아침, 대문 앞에서 낑낑대는 소리가 들렸습니다. 준서는 맨발로 뛰어나가 보리를 꼭 껴안았습니다.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 알맞은 것은?</a:t>
            </a:r>
            <a:endParaRPr lang="ko-KR" sz="4000" dirty="0"/>
          </a:p>
        </p:txBody>
      </p:sp>
      <p:sp>
        <p:nvSpPr>
          <p:cNvPr id="3" name="S11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상자를 열자마자 “와!” 하고 소리치며 펄쩍 뛰었습니다.</a:t>
            </a:r>
            <a:endParaRPr lang="ko-KR" sz="3000" dirty="0"/>
          </a:p>
        </p:txBody>
      </p:sp>
      <p:sp>
        <p:nvSpPr>
          <p:cNvPr id="4" name="S11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기뻐했다고 생각한 까닭으로 알맞은 것을 고르세요.</a:t>
            </a:r>
            <a:endParaRPr lang="ko-KR" sz="3000" dirty="0"/>
          </a:p>
        </p:txBody>
      </p:sp>
      <p:sp>
        <p:nvSpPr>
          <p:cNvPr id="6" name="S11-chip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“와!” 하고 소리치며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펄쩍 뛰었어요.</a:t>
            </a:r>
            <a:endParaRPr lang="ko-KR" sz="3000" dirty="0"/>
          </a:p>
        </p:txBody>
      </p:sp>
      <p:sp>
        <p:nvSpPr>
          <p:cNvPr id="9" name="S11-chip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선물을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좋아해요.</a:t>
            </a:r>
            <a:endParaRPr lang="ko-KR" sz="3000" dirty="0"/>
          </a:p>
        </p:txBody>
      </p:sp>
      <p:sp>
        <p:nvSpPr>
          <p:cNvPr id="12" name="S11-chip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말·행동·일어난 일을 단서로 마음을 짐작하고,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까닭을 글에서 찾아 말해요.</a:t>
            </a:r>
            <a:endParaRPr lang="ko-KR" sz="3000" dirty="0"/>
          </a:p>
        </p:txBody>
      </p:sp>
      <p:sp>
        <p:nvSpPr>
          <p:cNvPr id="5" name="S12-chip6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까닭 찾기</a:t>
            </a:r>
            <a:endParaRPr lang="ko-KR" sz="2400" dirty="0"/>
          </a:p>
        </p:txBody>
      </p:sp>
      <p:sp>
        <p:nvSpPr>
          <p:cNvPr id="6" name="S12-chip7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 생각만으로 까닭 대기</a:t>
            </a:r>
            <a:endParaRPr lang="ko-KR" sz="2400" dirty="0"/>
          </a:p>
        </p:txBody>
      </p:sp>
      <p:sp>
        <p:nvSpPr>
          <p:cNvPr id="7" name="S12-text7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마음을 알려 주는 단서</a:t>
            </a:r>
            <a:endParaRPr lang="ko-KR" sz="2400" dirty="0"/>
          </a:p>
        </p:txBody>
      </p:sp>
      <p:sp>
        <p:nvSpPr>
          <p:cNvPr id="9" name="S12-text7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400" dirty="0"/>
          </a:p>
        </p:txBody>
      </p:sp>
      <p:sp>
        <p:nvSpPr>
          <p:cNvPr id="10" name="S12-text7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까닭을 말하는 틀</a:t>
            </a:r>
            <a:endParaRPr lang="ko-KR" sz="2400" dirty="0"/>
          </a:p>
        </p:txBody>
      </p:sp>
      <p:sp>
        <p:nvSpPr>
          <p:cNvPr id="11" name="S12-text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감각적 표현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표정으로 마음 알기</a:t>
            </a:r>
            <a:endParaRPr lang="ko-KR" sz="4000" dirty="0"/>
          </a:p>
        </p:txBody>
      </p:sp>
      <p:sp>
        <p:nvSpPr>
          <p:cNvPr id="3" name="S13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표정과 몸짓을 보고 마음을 말해 보세요.</a:t>
            </a:r>
            <a:endParaRPr lang="ko-KR" sz="3000" dirty="0"/>
          </a:p>
        </p:txBody>
      </p:sp>
      <p:sp>
        <p:nvSpPr>
          <p:cNvPr id="4" name="S13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“웃고 있어서 기쁜 것 같아요.”처럼 까닭도 말해요.</a:t>
            </a:r>
            <a:endParaRPr lang="ko-KR" sz="3000" dirty="0"/>
          </a:p>
        </p:txBody>
      </p:sp>
      <p:sp>
        <p:nvSpPr>
          <p:cNvPr id="6" name="S13-word79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400" dirty="0"/>
          </a:p>
        </p:txBody>
      </p:sp>
      <p:sp>
        <p:nvSpPr>
          <p:cNvPr id="7" name="S13-word80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400" dirty="0"/>
          </a:p>
        </p:txBody>
      </p:sp>
      <p:sp>
        <p:nvSpPr>
          <p:cNvPr id="8" name="S13-word81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400" dirty="0"/>
          </a:p>
        </p:txBody>
      </p:sp>
      <p:sp>
        <p:nvSpPr>
          <p:cNvPr id="9" name="S13-word82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인물의 마음과 까닭</dc:title>
  <dc:subject>KR22-G03-KOR-CHARACTER-L01</dc:subject>
  <dc:creator>education-ppt</dc:creator>
  <cp:lastModifiedBy>education-ppt</cp:lastModifiedBy>
  <cp:revision>1</cp:revision>
  <dcterms:created xsi:type="dcterms:W3CDTF">2026-10-26T06:36:12Z</dcterms:created>
  <dcterms:modified xsi:type="dcterms:W3CDTF">2026-10-26T06:36:12Z</dcterms:modified>
</cp:coreProperties>
</file>