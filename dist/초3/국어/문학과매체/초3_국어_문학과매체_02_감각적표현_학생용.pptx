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299fc0-2f84-a89b-8eae-5ff0fc5a3fbe}">
          <p14:sldIdLst>
            <p14:sldId id="256"/>
            <p14:sldId id="257"/>
          </p14:sldIdLst>
        </p14:section>
        <p14:section name="개념" id="{75690b7e-f13e-c364-672f-25370b72bb9f}">
          <p14:sldIdLst>
            <p14:sldId id="258"/>
            <p14:sldId id="259"/>
            <p14:sldId id="260"/>
            <p14:sldId id="261"/>
          </p14:sldIdLst>
        </p14:section>
        <p14:section name="연습" id="{b5ee9b0d-b7ce-a6d9-db67-9f7816e233c4}">
          <p14:sldIdLst>
            <p14:sldId id="262"/>
            <p14:sldId id="263"/>
            <p14:sldId id="264"/>
          </p14:sldIdLst>
        </p14:section>
        <p14:section name="확인" id="{1dc9e71e-2bcf-3a9d-df9f-8e79ff4b2e18}">
          <p14:sldIdLst>
            <p14:sldId id="265"/>
            <p14:sldId id="266"/>
          </p14:sldIdLst>
        </p14:section>
        <p14:section name="정리" id="{21b3013d-0816-df24-2031-ed8d6a9de3e4}">
          <p14:sldIdLst>
            <p14:sldId id="267"/>
          </p14:sldIdLst>
        </p14:section>
        <p14:section name="보충" id="{5630cb5a-ffd2-02c3-7779-34d2f445f8f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문학과매체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감각적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감각적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감각적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시를 읽으면 왜 그림처럼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장면이 떠오를까?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시에서 보고, 듣고, 느낀 것을 나타낸 표현을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표현에서 떠오르는 모습을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알았나요?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꼬리를 살랑살랑 흔들며 멍멍 짖어요.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흉내 낸 말은?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모양을 흉내 낸 말은?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강아지는 어떤 마음일까요? 어느 말에서 알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감각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감각으로 느낀 것을 나타낸 말을 감각적 표현이라고 해요.</a:t>
            </a:r>
            <a:endParaRPr lang="ko-KR" sz="30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· 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하얀, 반짝반짝</a:t>
            </a:r>
            <a:endParaRPr lang="ko-KR" sz="3000" dirty="0"/>
          </a:p>
        </p:txBody>
      </p:sp>
      <p:sp>
        <p:nvSpPr>
          <p:cNvPr id="7" name="S03-card14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 · 듣기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뽀드득, 땡땡</a:t>
            </a:r>
            <a:endParaRPr lang="ko-KR" sz="3000" dirty="0"/>
          </a:p>
        </p:txBody>
      </p:sp>
      <p:sp>
        <p:nvSpPr>
          <p:cNvPr id="9" name="S03-card16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 · 냄새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구수한 냄새</a:t>
            </a:r>
            <a:endParaRPr lang="ko-KR" sz="3000" dirty="0"/>
          </a:p>
        </p:txBody>
      </p:sp>
      <p:sp>
        <p:nvSpPr>
          <p:cNvPr id="11" name="S03-card18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 · 맛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달콤한, 새콤한</a:t>
            </a:r>
            <a:endParaRPr lang="ko-KR" sz="3000" dirty="0"/>
          </a:p>
        </p:txBody>
      </p:sp>
      <p:sp>
        <p:nvSpPr>
          <p:cNvPr id="13" name="S03-card20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1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 · 만지기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보들보들, 차가운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더 잘 떠오를까?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문장을 읽고 눈을 감아 장면을 떠올려 보세요.</a:t>
            </a:r>
            <a:endParaRPr lang="ko-KR" sz="3000" dirty="0"/>
          </a:p>
        </p:txBody>
      </p:sp>
      <p:sp>
        <p:nvSpPr>
          <p:cNvPr id="5" name="S04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문장에서 장면이 더 잘 떠오르나요? 어떤 말 때문인가요?</a:t>
            </a:r>
            <a:endParaRPr lang="ko-KR" sz="3000" dirty="0"/>
          </a:p>
        </p:txBody>
      </p:sp>
      <p:sp>
        <p:nvSpPr>
          <p:cNvPr id="7" name="S04-chip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떡볶이를 먹었어요.</a:t>
            </a:r>
            <a:endParaRPr lang="ko-KR" sz="3000" dirty="0"/>
          </a:p>
        </p:txBody>
      </p:sp>
      <p:sp>
        <p:nvSpPr>
          <p:cNvPr id="9" name="S04-chip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떡볶이가 보글보글 끓어요.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입 먹으니 매콤달콤해요.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‘눈 오는 아침’ 읽기</a:t>
            </a:r>
            <a:endParaRPr lang="ko-KR" sz="4000" dirty="0"/>
          </a:p>
        </p:txBody>
      </p:sp>
      <p:sp>
        <p:nvSpPr>
          <p:cNvPr id="3" name="S05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듣고, 냄새 맡고, 만져서 느낀 말을 찾아봐요.</a:t>
            </a:r>
            <a:endParaRPr lang="ko-KR" sz="3000" dirty="0"/>
          </a:p>
        </p:txBody>
      </p:sp>
      <p:sp>
        <p:nvSpPr>
          <p:cNvPr id="5" name="S05-passagebox3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3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오는 아침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 눈이 소복소복 쌓였어요.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발을 디디면 뽀드득뽀드득.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뭉치는 내 손이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꽁꽁 얼었어요.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부엌에서 솔솔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구수한 군고구마 냄새.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 찾는 방법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‘뽀드득뽀드득’에서 눈 밟는 소리가 들리는 것 같아요.</a:t>
            </a:r>
            <a:endParaRPr lang="ko-KR" sz="3000" dirty="0"/>
          </a:p>
        </p:txBody>
      </p:sp>
      <p:sp>
        <p:nvSpPr>
          <p:cNvPr id="5" name="S06-stepno36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7"/>
          <p:cNvSpPr txBox="1"/>
          <p:nvPr/>
        </p:nvSpPr>
        <p:spPr>
          <a:xfrm>
            <a:off x="1325880" y="16885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시를 소리 내어 읽어요.</a:t>
            </a:r>
            <a:endParaRPr lang="ko-KR" sz="3000" dirty="0"/>
          </a:p>
        </p:txBody>
      </p:sp>
      <p:sp>
        <p:nvSpPr>
          <p:cNvPr id="7" name="S06-stepno38"/>
          <p:cNvSpPr txBox="1"/>
          <p:nvPr/>
        </p:nvSpPr>
        <p:spPr>
          <a:xfrm>
            <a:off x="548640" y="2401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9"/>
          <p:cNvSpPr txBox="1"/>
          <p:nvPr/>
        </p:nvSpPr>
        <p:spPr>
          <a:xfrm>
            <a:off x="1325880" y="24018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 장면을 떠올려요.</a:t>
            </a:r>
            <a:endParaRPr lang="ko-KR" sz="3000" dirty="0"/>
          </a:p>
        </p:txBody>
      </p:sp>
      <p:sp>
        <p:nvSpPr>
          <p:cNvPr id="9" name="S06-stepno40"/>
          <p:cNvSpPr txBox="1"/>
          <p:nvPr/>
        </p:nvSpPr>
        <p:spPr>
          <a:xfrm>
            <a:off x="548640" y="3160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1"/>
          <p:cNvSpPr txBox="1"/>
          <p:nvPr/>
        </p:nvSpPr>
        <p:spPr>
          <a:xfrm>
            <a:off x="1325880" y="3115056"/>
            <a:ext cx="103144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것, 들리는 것, 냄새, 맛, 느낌을 나타낸 말에 표시해요.</a:t>
            </a:r>
            <a:endParaRPr lang="ko-KR" sz="3000" dirty="0"/>
          </a:p>
        </p:txBody>
      </p:sp>
      <p:sp>
        <p:nvSpPr>
          <p:cNvPr id="11" name="S06-stepno42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3"/>
          <p:cNvSpPr txBox="1"/>
          <p:nvPr/>
        </p:nvSpPr>
        <p:spPr>
          <a:xfrm>
            <a:off x="1325880" y="42092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“‘~’에서 ~이 보이는(들리는) 것 같아요.”로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‘여름 시장’ 읽기</a:t>
            </a:r>
            <a:endParaRPr lang="ko-KR" sz="4000" dirty="0"/>
          </a:p>
        </p:txBody>
      </p:sp>
      <p:sp>
        <p:nvSpPr>
          <p:cNvPr id="3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표현을 찾아 어느 감각인지 말해 봐요.</a:t>
            </a:r>
            <a:endParaRPr lang="ko-KR" sz="3000" dirty="0"/>
          </a:p>
        </p:txBody>
      </p:sp>
      <p:sp>
        <p:nvSpPr>
          <p:cNvPr id="5" name="S07-passagebox4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4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 시장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 가게 아저씨가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수박을 통통 두드려요.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쩍 갈라진 수박 속이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새빨갛게 익었어요.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입 베어 물면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 가득 달콤해요.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감각일까요?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감각으로 느낀 것인지 말해 보세요.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귀, 코, 혀, 피부 가운데 골라요.</a:t>
            </a:r>
            <a:endParaRPr lang="ko-KR" sz="30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보들보들한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 고양이 털</a:t>
            </a:r>
            <a:endParaRPr lang="ko-KR" sz="3000" dirty="0"/>
          </a:p>
        </p:txBody>
      </p:sp>
      <p:sp>
        <p:nvSpPr>
          <p:cNvPr id="8" name="S08-chip5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새콤한 레몬</a:t>
            </a:r>
            <a:endParaRPr lang="ko-KR" sz="30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반짝반짝 빛나는 별</a:t>
            </a:r>
            <a:endParaRPr lang="ko-KR" sz="3000" dirty="0"/>
          </a:p>
        </p:txBody>
      </p:sp>
      <p:sp>
        <p:nvSpPr>
          <p:cNvPr id="12" name="S08-chip5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8-text5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땡땡땡 울리는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종소리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찾았을까?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‘눈 오는 아침’에서 두 친구가 감각적 표현을 찾았어요.</a:t>
            </a:r>
            <a:endParaRPr lang="ko-KR" sz="3000" dirty="0"/>
          </a:p>
        </p:txBody>
      </p:sp>
      <p:sp>
        <p:nvSpPr>
          <p:cNvPr id="5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친구가 감각적 표현을 찾았나요? 왜 그렇게 생각하나요?</a:t>
            </a:r>
            <a:endParaRPr lang="ko-KR" sz="3000" dirty="0"/>
          </a:p>
        </p:txBody>
      </p:sp>
      <p:sp>
        <p:nvSpPr>
          <p:cNvPr id="7" name="S09-chip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발, 군고구마</a:t>
            </a:r>
            <a:endParaRPr lang="ko-KR" sz="3000" dirty="0"/>
          </a:p>
        </p:txBody>
      </p:sp>
      <p:sp>
        <p:nvSpPr>
          <p:cNvPr id="9" name="S09-chip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하얀, 뽀드득뽀드득,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듣고, 만져서 느낀 표현을 하나씩 찾고, 떠오르는 모습을 말해요.</a:t>
            </a:r>
            <a:endParaRPr lang="ko-KR" sz="3000" dirty="0"/>
          </a:p>
        </p:txBody>
      </p:sp>
      <p:sp>
        <p:nvSpPr>
          <p:cNvPr id="5" name="S10-passagebox69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0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숲길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빨갛고 노란 나뭇잎이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빙글빙글 춤추며 내려와요.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밟을 때마다 바스락바스락.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 속 군밤 봉지는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아직도 따끈따끈해요.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알맞게 말한 것은?</a:t>
            </a:r>
            <a:endParaRPr lang="ko-KR" sz="4000" dirty="0"/>
          </a:p>
        </p:txBody>
      </p:sp>
      <p:sp>
        <p:nvSpPr>
          <p:cNvPr id="3" name="S12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“쨍그랑!” 부엌에서 접시가 깨졌어요.</a:t>
            </a:r>
            <a:endParaRPr lang="ko-KR" sz="3000" dirty="0"/>
          </a:p>
        </p:txBody>
      </p:sp>
      <p:sp>
        <p:nvSpPr>
          <p:cNvPr id="4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표현을 짚어 떠오르는 것을 알맞게 말한 것을 고르세요.</a:t>
            </a:r>
            <a:endParaRPr lang="ko-KR" sz="3000" dirty="0"/>
          </a:p>
        </p:txBody>
      </p:sp>
      <p:sp>
        <p:nvSpPr>
          <p:cNvPr id="6" name="S12-chip7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7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‘쨍그랑’에서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깨지는 소리가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들려요.</a:t>
            </a:r>
            <a:endParaRPr lang="ko-KR" sz="3000" dirty="0"/>
          </a:p>
        </p:txBody>
      </p:sp>
      <p:sp>
        <p:nvSpPr>
          <p:cNvPr id="9" name="S12-chip7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7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7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부엌에 접시가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있는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3000" dirty="0"/>
          </a:p>
        </p:txBody>
      </p:sp>
      <p:sp>
        <p:nvSpPr>
          <p:cNvPr id="12" name="S12-chip8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8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접시가 깨져서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기분이 좋은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듣고, 냄새 맡고, 맛보고, 만져서 느낀 것을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나타낸 말이 감각적 표현이에요.</a:t>
            </a:r>
            <a:endParaRPr lang="ko-KR" sz="3000" dirty="0"/>
          </a:p>
        </p:txBody>
      </p:sp>
      <p:sp>
        <p:nvSpPr>
          <p:cNvPr id="5" name="S13-chip8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표현을 짚어 떠오르는 모습 말하기</a:t>
            </a:r>
            <a:endParaRPr lang="ko-KR" sz="2400" dirty="0"/>
          </a:p>
        </p:txBody>
      </p:sp>
      <p:sp>
        <p:nvSpPr>
          <p:cNvPr id="6" name="S13-chip8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이름 낱말만 고르기</a:t>
            </a:r>
            <a:endParaRPr lang="ko-KR" sz="2400" dirty="0"/>
          </a:p>
        </p:txBody>
      </p:sp>
      <p:sp>
        <p:nvSpPr>
          <p:cNvPr id="7" name="S13-text8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다섯 가지 감각은?</a:t>
            </a:r>
            <a:endParaRPr lang="ko-KR" sz="2400" dirty="0"/>
          </a:p>
        </p:txBody>
      </p:sp>
      <p:sp>
        <p:nvSpPr>
          <p:cNvPr id="9" name="S13-text8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‘바스락바스락’은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감각?</a:t>
            </a:r>
            <a:endParaRPr lang="ko-KR" sz="2400" dirty="0"/>
          </a:p>
        </p:txBody>
      </p:sp>
      <p:sp>
        <p:nvSpPr>
          <p:cNvPr id="10" name="S13-text9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맛을 나타낸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하나</a:t>
            </a:r>
            <a:endParaRPr lang="ko-KR" sz="2400" dirty="0"/>
          </a:p>
        </p:txBody>
      </p:sp>
      <p:sp>
        <p:nvSpPr>
          <p:cNvPr id="11" name="S13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매체에서 정보 찾기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감각 놀이</a:t>
            </a:r>
            <a:endParaRPr lang="ko-KR" sz="4000" dirty="0"/>
          </a:p>
        </p:txBody>
      </p:sp>
      <p:sp>
        <p:nvSpPr>
          <p:cNvPr id="3" name="S14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귤, 컵, 수건으로 감각을 느끼고 말해 보세요.</a:t>
            </a:r>
            <a:endParaRPr lang="ko-KR" sz="3000" dirty="0"/>
          </a:p>
        </p:txBody>
      </p:sp>
      <p:sp>
        <p:nvSpPr>
          <p:cNvPr id="4" name="S14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“수건을 만져 보니 보들보들해요.”처럼 말해요.</a:t>
            </a:r>
            <a:endParaRPr lang="ko-KR" sz="3000" dirty="0"/>
          </a:p>
        </p:txBody>
      </p:sp>
      <p:sp>
        <p:nvSpPr>
          <p:cNvPr id="6" name="S14-word95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노랗다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귤을 보고</a:t>
            </a:r>
            <a:endParaRPr lang="ko-KR" sz="3400" dirty="0"/>
          </a:p>
        </p:txBody>
      </p:sp>
      <p:sp>
        <p:nvSpPr>
          <p:cNvPr id="7" name="S14-word96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땡땡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두드리고</a:t>
            </a:r>
            <a:endParaRPr lang="ko-KR" sz="3400" dirty="0"/>
          </a:p>
        </p:txBody>
      </p:sp>
      <p:sp>
        <p:nvSpPr>
          <p:cNvPr id="8" name="S14-word97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보들보들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수건을 만지고</a:t>
            </a:r>
            <a:endParaRPr lang="ko-KR" sz="3400" dirty="0"/>
          </a:p>
        </p:txBody>
      </p:sp>
      <p:sp>
        <p:nvSpPr>
          <p:cNvPr id="9" name="S14-word98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새콤달콤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귤을 먹고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감각적 표현</dc:title>
  <dc:subject>KR22-G03-KOR-SENSORY-L01</dc:subject>
  <dc:creator>education-ppt</dc:creator>
  <cp:lastModifiedBy>education-ppt</cp:lastModifiedBy>
  <cp:revision>1</cp:revision>
  <dcterms:created xsi:type="dcterms:W3CDTF">2026-10-26T07:26:00Z</dcterms:created>
  <dcterms:modified xsi:type="dcterms:W3CDTF">2026-10-26T07:26:00Z</dcterms:modified>
</cp:coreProperties>
</file>