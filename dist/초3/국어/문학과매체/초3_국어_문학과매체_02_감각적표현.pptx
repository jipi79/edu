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886908b-6521-884c-b3b5-7fe890365e71}">
          <p14:sldIdLst>
            <p14:sldId id="256"/>
            <p14:sldId id="257"/>
          </p14:sldIdLst>
        </p14:section>
        <p14:section name="개념" id="{3dbf5268-ee30-be44-ba4b-93a01c22015c}">
          <p14:sldIdLst>
            <p14:sldId id="258"/>
            <p14:sldId id="259"/>
            <p14:sldId id="260"/>
            <p14:sldId id="261"/>
          </p14:sldIdLst>
        </p14:section>
        <p14:section name="연습" id="{856c0c51-976f-5b42-6729-b732c052fa03}">
          <p14:sldIdLst>
            <p14:sldId id="262"/>
            <p14:sldId id="263"/>
            <p14:sldId id="264"/>
          </p14:sldIdLst>
        </p14:section>
        <p14:section name="확인" id="{b7a1c31a-79dd-0d3d-97a0-4d9c3505e443}">
          <p14:sldIdLst>
            <p14:sldId id="265"/>
            <p14:sldId id="266"/>
            <p14:sldId id="267"/>
          </p14:sldIdLst>
        </p14:section>
        <p14:section name="정리" id="{0f1386ea-981a-7825-2fd4-895fb3fded6a}">
          <p14:sldIdLst>
            <p14:sldId id="268"/>
          </p14:sldIdLst>
        </p14:section>
        <p14:section name="보충" id="{fd672bcb-eaf6-00b9-5684-1f10da6c0bd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글을 읽을 때 장면이 떠올랐던 경험을 꺼내게 합니다.
시간: 약 2분
이렇게 말해 보세요
- “책을 읽다가 장면이 머릿속에 그림처럼 떠오른 적 있어? 어떤 말 때문이었을까?”
- “오늘은 시에서 눈, 귀, 코, 혀, 피부로 느낀 것을 나타낸 말을 찾아볼 거야.”
예상 답
- “‘쿵쾅쿵쾅’ 같은 말이 있으면 소리가 들리는 것 같아요.” “잘 모르겠어요.”
막히면
- “‘라면이 보글보글 끓어요.’라고 하면 무엇이 떠올라?”라고 한 문장을 들려주고 묻습니다.
주의
- 아이가 흉내 내는 말만 떠올려도 괜찮습니다. 흉내 내는 말이 아닌 감각적 표현은 S03에서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확인(흉내 내는 말, 글 속 단서 찾기)]
목적: 흉내 내는 말(소리·모양)을 구별하고, 3학년 ‘인물의 마음과 까닭’(KR22-G03-KOR-CHARACTER-L01)에서 배운 대로 글 속 단서를 짚어 말할 수 있는지 확인합니다.
시간: 약 3분
이렇게 말해 보세요
- “문장을 소리 내어 읽어 볼래? ①과 ②를 찾아봐.”
- “강아지는 어떤 마음일까? 문장의 어느 말을 보고 그렇게 생각했어?”
정답
- ① 멍멍 ② 살랑살랑
- ③ 반가워요, 기뻐요(신나요도 맞음). 단서: 꼬리를 살랑살랑 흔들며
막히면
- “귀로 들리는 말은 뭐야? 눈으로 보이는 움직임은?”이라고 나누어 묻습니다.
- 흉내 내는 말을 찾지 못하거나 단서를 짚지 못하면 S14(보충)를 먼저 합니다.
주의
- ③에서 마음만 말하면 “어느 말을 보고 알았어?”라고 한 번 더 묻습니다. 오늘도 ‘표현을 짚어 말하기’가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다섯 가지 감각과 감각적 표현]
목적: 다섯 가지 감각을 알려 주고, 감각으로 느낀 것을 나타낸 말을 ‘감각적 표현’이라고 한다는 것을 알려 줍니다.
시간: 약 3분
이렇게 말해 보세요
- “우리는 눈으로 보고, 귀로 듣고, 코로 냄새 맡고, 혀로 맛보고, 피부로 만져서 느껴. 이걸 감각이라고 해.”
- “감각으로 느낀 것을 나타낸 말을 ‘감각적 표현’이라고 해. 카드의 예를 같이 읽어 볼까?”
- “‘하얀’, ‘달콤한’은 흉내 내는 말이 아니지만 감각적 표현이야. 왜 그럴까?”
예상 답
- “하얀 건 눈으로 보니까요.” “달콤한 건 혀로 맛보니까요.”
막히면
- 눈, 귀, 코, 혀, 손등을 차례로 손가락으로 짚으며 “여기로는 무엇을 느껴?”라고 묻습니다.
주의
- 흉내 내는 말만 감각적 표현이라고 생각하지 않도록(오해 M1) ‘하얀’, ‘구수한’, ‘달콤한’, ‘차가운’을 꼭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감각적 표현이 있는 문장과 없는 문장 비교]
목적: 감각적 표현이 있으면 장면이 생생하게 떠오른다는 것을 비교로 느끼게 합니다(목표 B의 바탕).
시간: 약 3분
이렇게 말해 보세요
- “가를 읽고 눈을 감아 봐. 무엇이 보여? 이번에는 나를 읽고 눈을 감아 봐.”
- “나에서 눈으로 보이는 말, 귀로 들리는 말, 혀로 느끼는 말을 찾아볼래?”
예상 답
- “나요. 빨간 떡볶이가 보이고 보글보글 소리가 들려요.”
정답
- 나. 빨간(보기), 보글보글(듣기), 매콤달콤해요(맛)
막히면
- 부모가 ‘보글보글’을 소리 내어 실감 나게 읽어 주고 “무슨 소리 같아?”라고 묻습니다.
주의
- ‘보글보글’은 끓는 소리라 듣기입니다. 아이가 ‘보기’라고 해도 “끓는 모양도 보이지. 그런데 이 말은 주로 소리를 흉내 냈어.”라고 덧붙입니다.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읽기]
목적: 부모가 생각을 소리 내어 말하며 감각적 표현을 찾고, 떠오르는 모습을 말하는 과정을 보여 줍니다.
시간: 약 4분
이렇게 말해 보세요
- “엄마(아빠)가 먼저 읽고 생각해 볼게. ‘하얀 눈이 소복소복’… 하얗게 쌓인 눈이 눈앞에 보여. 이건 눈으로 본 거야.”
- “‘뽀드득뽀드득’에서는 눈 밟는 소리가 들리는 것 같아. 귀로 들은 거지.”
- “나머지 두 가지는 네가 찾아볼래? 손으로 느낀 말과 코로 맡은 말은 어디 있을까?”
예상 답
- “‘꽁꽁 얼었어요’는 손으로 느낀 거예요.” “‘구수한 냄새’는 코예요.”
정답
- 보기: 하얀, 소복소복(쌓인 모양)
- 듣기: 뽀드득뽀드득
- 만지기(피부): 손이 꽁꽁 얼었어요(차가움)
- 냄새: 솔솔, 구수한 군고구마 냄새
막히면
- 한 줄씩 읽고 “이 줄에서는 눈, 귀, 코, 혀, 피부 가운데 어디로 느꼈을까?”라고 묻습니다.
주의
- ‘소복소복’은 흉내 내는 말이지만 소리가 아니라 눈이 쌓인 모양입니다(오해 M2). 시범에서 ‘보기’라고 분명히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감각적 표현 찾는 방법]
목적: 방금 시범에서 한 일을 순서로 정리하고, 떠오르는 모습을 말하는 말틀을 알려 줍니다(목표 B, 오해 M4).
시간: 약 3분
이렇게 말해 보세요
- “방금 엄마(아빠)가 한 순서야. 하나씩 같이 읽어 볼까?”
- “4번 말틀로 ‘하얀 눈이 소복소복’을 말해 볼래?”
예상 답
- “‘소복소복’에서 눈이 수북하게 쌓인 모습이 보이는 것 같아요.”
막히면
- 부모가 “‘소복소복’에서…”까지 말해 주고, 아이가 “~이 보이는 것 같아요”를 채우게 합니다.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찾기]
목적: 함께 감각적 표현을 찾아 감각을 말하고, 떠오르는 모습을 말틀로 말해 봅니다(목표 A·B).
시간: 약 4분
이렇게 말해 보세요
- “이번에는 같이 해 보자. 한 줄씩 번갈아 읽어 볼까?”
- “귀로 들리는 말은 어디 있어? 눈으로 보이는 말은? 혀로 느끼는 말은?”
- “하나 골라서 S06의 말틀로 말해 줄래?”
정답
- 듣기: 통통(수박 두드리는 소리)
- 보기: 새빨갛게
- 맛: 달콤해요
- ‘쩍’은 갈라지는 소리나 모양이라 듣기·보기 모두 맞음
- 말틀 예: “‘통통’에서 수박 두드리는 소리가 들리는 것 같아요.”
막히면
- “수박을 두드리면 어떤 소리가 나?” “수박 속은 무슨 색이야?”처럼 감각 하나씩 묻습니다.
주의
- ‘새빨갛게’, ‘달콤해요’처럼 흉내 내는 말이 아닌 표현을 찾으면 크게 칭찬해 줍니다(오해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감각 구별하기]
목적: 여러 감각적 표현을 감각별로 구별해 봅니다. 흉내 내는 말이라도 소리가 아닐 수 있음을 확인합니다(오해 M2).
시간: 약 3분
이렇게 말해 보세요
- “①부터 하나씩 읽고, 눈·귀·코·혀·피부 가운데 어디로 느꼈는지 말해 줘.”
- “③의 ‘반짝반짝’은 귀로 들을 수 있어, 눈으로 보는 거야?”
정답
- ① 피부(만지기) ② 혀(맛) ③ 눈(보기) ④ 귀(듣기)
막히면
- 직접 몸짓으로 해 보게 합니다. ①은 손등을 쓰다듬고, ③은 눈을 깜빡이고, ④는 귀에 손을 대 봅니다.
주의
- ③을 ‘듣기’로 고르면 별이 반짝이는 소리가 들리는지 물어보고, 모양을 흉내 낸 말임을 짚어 줍니다.
- ②를 ‘냄새’라고 하면 레몬 냄새도 있다고 인정하되, ‘새콤하다’는 주로 혀로 느끼는 맛을 나타내는 말임을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비교(이름 낱말과 감각적 표현)]
목적: 대상의 이름과 감각적 표현을 구별하게 합니다(오해 M3).
시간: 약 3분
이렇게 말해 보세요
- “가 친구가 찾은 ‘눈, 발, 군고구마’는 무엇을 나타내는 말일까? 이름일까, 어떠한지일까?”
- “나 친구가 찾은 말은 색깔, 소리, 냄새 가운데 무엇을 알려 줘?”
정답
- 나. ‘하얀’은 색깔(보기), ‘뽀드득뽀드득’은 소리(듣기), ‘구수한’은 냄새를 나타냅니다.
- 가는 물건과 몸의 이름이라서 감각적 표현이 아닙니다.
막히면
- “‘군고구마’만 들으면 냄새가 어떤지 알 수 있어? ‘구수한 군고구마 냄새’라고 하면?”이라고 비교해 줍니다.
주의
- 감각적 표현은 ‘무엇’이 아니라 ‘어떠한지’(색깔·모양·소리·냄새·맛·느낌)를 알려 주는 말이라고 정리해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찾기]
목적: 도움 없이 감각적 표현을 찾아 감각을 말하고, 떠오르는 모습을 말틀로 말하는지 확인합니다(목표 A·B).
시간: 약 5분
이렇게 말해 보세요
- “이번에는 혼자 해 볼래? 활동지 3에 같은 시가 있으니 색연필로 표시해도 돼.”
- “찾은 표현 가운데 하나로 S06의 말틀처럼 말해 줘.”
정답
- 보기: 빨갛고 노란, 빙글빙글(돌며 떨어지는 모양)
- 듣기: 바스락바스락
- 만지기(피부): 따끈따끈해요
- 말틀 예: “‘바스락바스락’에서 마른 나뭇잎 밟는 소리가 들리는 것 같아요.” (표현을 짚고 떠오르는 모습·소리·느낌을 말하면 맞음)
막히면
- S06의 단계 2 “눈을 감고 장면을 떠올려 봐.”부터 다시 합니다.
- 도움을 받아 찾았다면 기록표에 ‘도움’으로 표시합니다.
주의
- ‘나뭇잎’, ‘군밤’처럼 이름을 고르면 S09를 떠올리게 하고 “그 나뭇잎은 어떤 색이야?”라고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“네가 찾은 표현은 왼쪽에 있어? 어느 감각이었어?”
- “오른쪽 답들은 왜 아쉬울까?”
예상 답
- “나뭇잎은 이름이라서요.” “‘좋아요’는 어떤 말 때문인지 안 말했어요.”
정답
- 보기: 빨갛고 노란, 빙글빙글 / 듣기: 바스락바스락 / 만지기: 따끈따끈해요
막히면
- S03의 다섯 감각 카드를 다시 보여 주고 표현을 하나씩 대어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보는 문장에서 감각적 표현을 짚어 떠오르는 것을 말하는 방법을 아는지 확인합니다(목표 B).
시간: 약 2분
이렇게 말해 보세요
- “어느 것이 감각적 표현을 짚어서 말했어? ‘쨍그랑’은 어느 감각이야?”
- “나와 다는 왜 알맞지 않을까?”
정답
- 가. ‘쨍그랑’(듣기)을 짚어 떠오르는 소리를 말했습니다.
- 나는 글에 없는 짐작이고, 다는 감각적 표현과 관계없고 글의 상황과도 맞지 않습니다.
막히면
- S06의 말틀을 다시 보여 줍니다.
주의
- 답만 고르고 나머지가 왜 아닌지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“감각적 표현이 무엇인지 한 문장으로 말해 볼래?”
예상 답
- “눈, 귀, 코, 혀, 피부로 느낀 것을 나타낸 말이에요.”
정답
- ① 보기(눈), 듣기(귀), 냄새(코), 맛(혀), 만지기(피부) ② 듣기 ③ 예: 달콤해요, 새콤한, 매콤달콤해요 (맛을 나타내면 맞음)
막히면
- S03의 다섯 감각 카드를 다시 보여 줍니다.
주의
- 밥을 먹을 때 “오늘 반찬은 어떤 맛이야? 어떤 소리가 나?”라고 물어 감각적 표현으로 말하게 하면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보충(물건으로 감각 느끼고 말하기)]
목적: 글이 아닌 실제 물건으로 감각을 느끼고, 느낀 것을 흉내 내는 말이나 꾸며 주는 말로 말하는 경험을 먼저 합니다.
시간: 약 4분
이렇게 말해 보세요
- “귤을 눈으로 봐. 무슨 색이야? 이번에는 코에 대고 냄새를 맡아 봐.”
- “숟가락으로 컵을 살짝 두드려 볼까? 어떤 소리가 나?”
- “수건을 만져 봐. 어떤 느낌이야? ‘~해 보니 ~해요.’로 말해 줘.”
정답
- 예: “귤을 보니 노래요.” “컵을 두드리니 땡땡 소리가 나요.” “수건을 만져 보니 보들보들해요.” (느낀 감각과 그것을 나타낸 말을 함께 말하면 맞음)
막히면
- 부모가 먼저 “엄마(아빠)는 귤 냄새를 맡아 보니 상큼해.”처럼 시범을 보이고 따라 하게 합니다.
- 흉내 내는 말 자체가 어렵다면 2학년 ‘낱말의 관계’(KR22-G02-KOR-VOCAB-L01)를, 글 속 단서를 짚어 말하기가 어렵다면 3학년 ‘인물의 마음과 까닭’(KR22-G03-KOR-CHARACTER-L01)을 먼저 다시 합니다.
주의
- 컵은 깨지지 않는 것을 쓰고 살살 두드립니다.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문학과매체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감각적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감각적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감각적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감각적 표현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시를 읽으면 왜 그림처럼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장면이 떠오를까?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시에서 보고, 듣고, 느낀 것을 나타낸 표현을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 표현에서 떠오르는 모습을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보고 알았나요?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 꼬리를 살랑살랑 흔들며 멍멍 짖어요.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흉내 낸 말은?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모양을 흉내 낸 말은?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강아지는 어떤 마음일까요? 어느 말에서 알 수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 감각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감각으로 느낀 것을 나타낸 말을 감각적 표현이라고 해요.</a:t>
            </a:r>
            <a:endParaRPr lang="ko-KR" sz="3000" dirty="0"/>
          </a:p>
        </p:txBody>
      </p:sp>
      <p:sp>
        <p:nvSpPr>
          <p:cNvPr id="5" name="S03-card12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· 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하얀, 반짝반짝</a:t>
            </a:r>
            <a:endParaRPr lang="ko-KR" sz="3000" dirty="0"/>
          </a:p>
        </p:txBody>
      </p:sp>
      <p:sp>
        <p:nvSpPr>
          <p:cNvPr id="7" name="S03-card14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 · 듣기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뽀드득, 땡땡</a:t>
            </a:r>
            <a:endParaRPr lang="ko-KR" sz="3000" dirty="0"/>
          </a:p>
        </p:txBody>
      </p:sp>
      <p:sp>
        <p:nvSpPr>
          <p:cNvPr id="9" name="S03-card16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 · 냄새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구수한 냄새</a:t>
            </a:r>
            <a:endParaRPr lang="ko-KR" sz="3000" dirty="0"/>
          </a:p>
        </p:txBody>
      </p:sp>
      <p:sp>
        <p:nvSpPr>
          <p:cNvPr id="11" name="S03-card18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9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 · 맛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달콤한, 새콤한</a:t>
            </a:r>
            <a:endParaRPr lang="ko-KR" sz="3000" dirty="0"/>
          </a:p>
        </p:txBody>
      </p:sp>
      <p:sp>
        <p:nvSpPr>
          <p:cNvPr id="13" name="S03-card20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21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 · 만지기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보들보들, 차가운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더 잘 떠오를까?</a:t>
            </a:r>
            <a:endParaRPr lang="ko-KR" sz="4000" dirty="0"/>
          </a:p>
        </p:txBody>
      </p:sp>
      <p:sp>
        <p:nvSpPr>
          <p:cNvPr id="3" name="S04-card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문장을 읽고 눈을 감아 장면을 떠올려 보세요.</a:t>
            </a:r>
            <a:endParaRPr lang="ko-KR" sz="3000" dirty="0"/>
          </a:p>
        </p:txBody>
      </p:sp>
      <p:sp>
        <p:nvSpPr>
          <p:cNvPr id="5" name="S04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문장에서 장면이 더 잘 떠오르나요? 어떤 말 때문인가요?</a:t>
            </a:r>
            <a:endParaRPr lang="ko-KR" sz="3000" dirty="0"/>
          </a:p>
        </p:txBody>
      </p:sp>
      <p:sp>
        <p:nvSpPr>
          <p:cNvPr id="7" name="S04-chip2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4-text2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떡볶이를 먹었어요.</a:t>
            </a:r>
            <a:endParaRPr lang="ko-KR" sz="3000" dirty="0"/>
          </a:p>
        </p:txBody>
      </p:sp>
      <p:sp>
        <p:nvSpPr>
          <p:cNvPr id="9" name="S04-chip2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4-text2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떡볶이가 보글보글 끓어요.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입 먹으니 매콤달콤해요.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 ‘눈 오는 아침’ 읽기</a:t>
            </a:r>
            <a:endParaRPr lang="ko-KR" sz="4000" dirty="0"/>
          </a:p>
        </p:txBody>
      </p:sp>
      <p:sp>
        <p:nvSpPr>
          <p:cNvPr id="3" name="S05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보고, 듣고, 냄새 맡고, 만져서 느낀 말을 찾아봐요.</a:t>
            </a:r>
            <a:endParaRPr lang="ko-KR" sz="3000" dirty="0"/>
          </a:p>
        </p:txBody>
      </p:sp>
      <p:sp>
        <p:nvSpPr>
          <p:cNvPr id="5" name="S05-passagebox3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3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오는 아침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하얀 눈이 소복소복 쌓였어요.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발을 디디면 뽀드득뽀드득.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뭉치는 내 손이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꽁꽁 얼었어요.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부엌에서 솔솔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구수한 군고구마 냄새.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감각적 표현 찾는 방법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‘뽀드득뽀드득’에서 눈 밟는 소리가 들리는 것 같아요.</a:t>
            </a:r>
            <a:endParaRPr lang="ko-KR" sz="3000" dirty="0"/>
          </a:p>
        </p:txBody>
      </p:sp>
      <p:sp>
        <p:nvSpPr>
          <p:cNvPr id="5" name="S06-stepno36"/>
          <p:cNvSpPr txBox="1"/>
          <p:nvPr/>
        </p:nvSpPr>
        <p:spPr>
          <a:xfrm>
            <a:off x="548640" y="16885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7"/>
          <p:cNvSpPr txBox="1"/>
          <p:nvPr/>
        </p:nvSpPr>
        <p:spPr>
          <a:xfrm>
            <a:off x="1325880" y="16885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시를 소리 내어 읽어요.</a:t>
            </a:r>
            <a:endParaRPr lang="ko-KR" sz="3000" dirty="0"/>
          </a:p>
        </p:txBody>
      </p:sp>
      <p:sp>
        <p:nvSpPr>
          <p:cNvPr id="7" name="S06-stepno38"/>
          <p:cNvSpPr txBox="1"/>
          <p:nvPr/>
        </p:nvSpPr>
        <p:spPr>
          <a:xfrm>
            <a:off x="548640" y="24018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9"/>
          <p:cNvSpPr txBox="1"/>
          <p:nvPr/>
        </p:nvSpPr>
        <p:spPr>
          <a:xfrm>
            <a:off x="1325880" y="24018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감고 장면을 떠올려요.</a:t>
            </a:r>
            <a:endParaRPr lang="ko-KR" sz="3000" dirty="0"/>
          </a:p>
        </p:txBody>
      </p:sp>
      <p:sp>
        <p:nvSpPr>
          <p:cNvPr id="9" name="S06-stepno40"/>
          <p:cNvSpPr txBox="1"/>
          <p:nvPr/>
        </p:nvSpPr>
        <p:spPr>
          <a:xfrm>
            <a:off x="548640" y="31607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41"/>
          <p:cNvSpPr txBox="1"/>
          <p:nvPr/>
        </p:nvSpPr>
        <p:spPr>
          <a:xfrm>
            <a:off x="1325880" y="3115056"/>
            <a:ext cx="1031443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것, 들리는 것, 냄새, 맛, 느낌을 나타낸 말에 표시해요.</a:t>
            </a:r>
            <a:endParaRPr lang="ko-KR" sz="3000" dirty="0"/>
          </a:p>
        </p:txBody>
      </p:sp>
      <p:sp>
        <p:nvSpPr>
          <p:cNvPr id="11" name="S06-stepno42"/>
          <p:cNvSpPr txBox="1"/>
          <p:nvPr/>
        </p:nvSpPr>
        <p:spPr>
          <a:xfrm>
            <a:off x="548640" y="42092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43"/>
          <p:cNvSpPr txBox="1"/>
          <p:nvPr/>
        </p:nvSpPr>
        <p:spPr>
          <a:xfrm>
            <a:off x="1325880" y="42092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“‘~’에서 ~이 보이는(들리는) 것 같아요.”로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 ‘여름 시장’ 읽기</a:t>
            </a:r>
            <a:endParaRPr lang="ko-KR" sz="4000" dirty="0"/>
          </a:p>
        </p:txBody>
      </p:sp>
      <p:sp>
        <p:nvSpPr>
          <p:cNvPr id="3" name="S07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감각적 표현을 찾아 어느 감각인지 말해 봐요.</a:t>
            </a:r>
            <a:endParaRPr lang="ko-KR" sz="3000" dirty="0"/>
          </a:p>
        </p:txBody>
      </p:sp>
      <p:sp>
        <p:nvSpPr>
          <p:cNvPr id="5" name="S07-passagebox4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4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 시장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 가게 아저씨가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수박을 통통 두드려요.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쩍 갈라진 수박 속이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새빨갛게 익었어요.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입 베어 물면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입안 가득 달콤해요.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감각일까요?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감각으로 느낀 것인지 말해 보세요.</a:t>
            </a:r>
            <a:endParaRPr lang="ko-KR" sz="3000" dirty="0"/>
          </a:p>
        </p:txBody>
      </p:sp>
      <p:sp>
        <p:nvSpPr>
          <p:cNvPr id="4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눈, 귀, 코, 혀, 피부 가운데 골라요.</a:t>
            </a:r>
            <a:endParaRPr lang="ko-KR" sz="30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5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보들보들한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 고양이 털</a:t>
            </a:r>
            <a:endParaRPr lang="ko-KR" sz="3000" dirty="0"/>
          </a:p>
        </p:txBody>
      </p:sp>
      <p:sp>
        <p:nvSpPr>
          <p:cNvPr id="8" name="S08-chip5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5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새콤한 레몬</a:t>
            </a:r>
            <a:endParaRPr lang="ko-KR" sz="3000" dirty="0"/>
          </a:p>
        </p:txBody>
      </p:sp>
      <p:sp>
        <p:nvSpPr>
          <p:cNvPr id="10" name="S08-chip5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5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반짝반짝 빛나는 별</a:t>
            </a:r>
            <a:endParaRPr lang="ko-KR" sz="3000" dirty="0"/>
          </a:p>
        </p:txBody>
      </p:sp>
      <p:sp>
        <p:nvSpPr>
          <p:cNvPr id="12" name="S08-chip5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8-text5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땡땡땡 울리는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종소리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찾았을까?</a:t>
            </a:r>
            <a:endParaRPr lang="ko-KR" sz="4000" dirty="0"/>
          </a:p>
        </p:txBody>
      </p:sp>
      <p:sp>
        <p:nvSpPr>
          <p:cNvPr id="3" name="S09-card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‘눈 오는 아침’에서 두 친구가 감각적 표현을 찾았어요.</a:t>
            </a:r>
            <a:endParaRPr lang="ko-KR" sz="3000" dirty="0"/>
          </a:p>
        </p:txBody>
      </p:sp>
      <p:sp>
        <p:nvSpPr>
          <p:cNvPr id="5" name="S09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친구가 감각적 표현을 찾았나요? 왜 그렇게 생각하나요?</a:t>
            </a:r>
            <a:endParaRPr lang="ko-KR" sz="3000" dirty="0"/>
          </a:p>
        </p:txBody>
      </p:sp>
      <p:sp>
        <p:nvSpPr>
          <p:cNvPr id="7" name="S09-chip6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6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눈, 발, 군고구마</a:t>
            </a:r>
            <a:endParaRPr lang="ko-KR" sz="3000" dirty="0"/>
          </a:p>
        </p:txBody>
      </p:sp>
      <p:sp>
        <p:nvSpPr>
          <p:cNvPr id="9" name="S09-chip6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6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하얀, 뽀드득뽀드득,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구수한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6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보고, 듣고, 만져서 느낀 표현을 하나씩 찾고, 떠오르는 모습을 말해요.</a:t>
            </a:r>
            <a:endParaRPr lang="ko-KR" sz="3000" dirty="0"/>
          </a:p>
        </p:txBody>
      </p:sp>
      <p:sp>
        <p:nvSpPr>
          <p:cNvPr id="5" name="S10-passagebox69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0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 숲길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빨갛고 노란 나뭇잎이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빙글빙글 춤추며 내려와요.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밟을 때마다 바스락바스락.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주머니 속 군밤 봉지는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아직도 따끈따끈해요.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표현을 짚고 “~이 보이는(들리는) 것 같아요.”로 말해요.</a:t>
            </a:r>
            <a:endParaRPr lang="ko-KR" sz="3000" dirty="0"/>
          </a:p>
        </p:txBody>
      </p:sp>
      <p:sp>
        <p:nvSpPr>
          <p:cNvPr id="5" name="S11-chip7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7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빨갛고 노란,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빙글빙글</a:t>
            </a:r>
            <a:endParaRPr lang="ko-KR" sz="3000" dirty="0"/>
          </a:p>
        </p:txBody>
      </p:sp>
      <p:sp>
        <p:nvSpPr>
          <p:cNvPr id="7" name="S11-text7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</a:t>
            </a:r>
            <a:endParaRPr lang="ko-KR" sz="2400" dirty="0"/>
          </a:p>
        </p:txBody>
      </p:sp>
      <p:sp>
        <p:nvSpPr>
          <p:cNvPr id="8" name="S11-text7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바스락바스락</a:t>
            </a:r>
            <a:endParaRPr lang="ko-KR" sz="3000" dirty="0"/>
          </a:p>
        </p:txBody>
      </p:sp>
      <p:sp>
        <p:nvSpPr>
          <p:cNvPr id="9" name="S11-text7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듣기</a:t>
            </a:r>
            <a:endParaRPr lang="ko-KR" sz="2400" dirty="0"/>
          </a:p>
        </p:txBody>
      </p:sp>
      <p:sp>
        <p:nvSpPr>
          <p:cNvPr id="10" name="S11-text7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따끈따끈해요</a:t>
            </a:r>
            <a:endParaRPr lang="ko-KR" sz="3000" dirty="0"/>
          </a:p>
        </p:txBody>
      </p:sp>
      <p:sp>
        <p:nvSpPr>
          <p:cNvPr id="11" name="S11-text7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만지기</a:t>
            </a:r>
            <a:endParaRPr lang="ko-KR" sz="2400" dirty="0"/>
          </a:p>
        </p:txBody>
      </p:sp>
      <p:sp>
        <p:nvSpPr>
          <p:cNvPr id="12" name="S11-chip8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1-text8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나뭇잎, 군밤</a:t>
            </a:r>
            <a:endParaRPr lang="ko-KR" sz="3000" dirty="0"/>
          </a:p>
        </p:txBody>
      </p:sp>
      <p:sp>
        <p:nvSpPr>
          <p:cNvPr id="14" name="S11-text8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이름이에요</a:t>
            </a:r>
            <a:endParaRPr lang="ko-KR" sz="2400" dirty="0"/>
          </a:p>
        </p:txBody>
      </p:sp>
      <p:sp>
        <p:nvSpPr>
          <p:cNvPr id="15" name="S11-text8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“좋아요.”</a:t>
            </a:r>
            <a:endParaRPr lang="ko-KR" sz="3000" dirty="0"/>
          </a:p>
        </p:txBody>
      </p:sp>
      <p:sp>
        <p:nvSpPr>
          <p:cNvPr id="16" name="S11-text8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표현을 짚지 않았어요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알맞게 말한 것은?</a:t>
            </a:r>
            <a:endParaRPr lang="ko-KR" sz="40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“쨍그랑!” 부엌에서 접시가 깨졌어요.</a:t>
            </a:r>
            <a:endParaRPr lang="ko-KR" sz="3000" dirty="0"/>
          </a:p>
        </p:txBody>
      </p:sp>
      <p:sp>
        <p:nvSpPr>
          <p:cNvPr id="4" name="S12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감각적 표현을 짚어 떠오르는 것을 알맞게 말한 것을 고르세요.</a:t>
            </a:r>
            <a:endParaRPr lang="ko-KR" sz="3000" dirty="0"/>
          </a:p>
        </p:txBody>
      </p:sp>
      <p:sp>
        <p:nvSpPr>
          <p:cNvPr id="6" name="S12-chip8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8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‘쨍그랑’에서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깨지는 소리가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들려요.</a:t>
            </a:r>
            <a:endParaRPr lang="ko-KR" sz="3000" dirty="0"/>
          </a:p>
        </p:txBody>
      </p:sp>
      <p:sp>
        <p:nvSpPr>
          <p:cNvPr id="9" name="S12-chip9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9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부엌에 접시가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있는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같아요.</a:t>
            </a:r>
            <a:endParaRPr lang="ko-KR" sz="3000" dirty="0"/>
          </a:p>
        </p:txBody>
      </p:sp>
      <p:sp>
        <p:nvSpPr>
          <p:cNvPr id="12" name="S12-chip9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9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9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접시가 깨져서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기분이 좋은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보고, 듣고, 냄새 맡고, 맛보고, 만져서 느낀 것을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나타낸 말이 감각적 표현이에요.</a:t>
            </a:r>
            <a:endParaRPr lang="ko-KR" sz="3000" dirty="0"/>
          </a:p>
        </p:txBody>
      </p:sp>
      <p:sp>
        <p:nvSpPr>
          <p:cNvPr id="5" name="S13-chip9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표현을 짚어 떠오르는 모습 말하기</a:t>
            </a:r>
            <a:endParaRPr lang="ko-KR" sz="2400" dirty="0"/>
          </a:p>
        </p:txBody>
      </p:sp>
      <p:sp>
        <p:nvSpPr>
          <p:cNvPr id="6" name="S13-chip10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이름 낱말만 고르기</a:t>
            </a:r>
            <a:endParaRPr lang="ko-KR" sz="2400" dirty="0"/>
          </a:p>
        </p:txBody>
      </p:sp>
      <p:sp>
        <p:nvSpPr>
          <p:cNvPr id="7" name="S13-text10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0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다섯 가지 감각은?</a:t>
            </a:r>
            <a:endParaRPr lang="ko-KR" sz="2400" dirty="0"/>
          </a:p>
        </p:txBody>
      </p:sp>
      <p:sp>
        <p:nvSpPr>
          <p:cNvPr id="9" name="S13-text10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‘바스락바스락’은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감각?</a:t>
            </a:r>
            <a:endParaRPr lang="ko-KR" sz="2400" dirty="0"/>
          </a:p>
        </p:txBody>
      </p:sp>
      <p:sp>
        <p:nvSpPr>
          <p:cNvPr id="10" name="S13-text10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맛을 나타낸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하나</a:t>
            </a:r>
            <a:endParaRPr lang="ko-KR" sz="2400" dirty="0"/>
          </a:p>
        </p:txBody>
      </p:sp>
      <p:sp>
        <p:nvSpPr>
          <p:cNvPr id="11" name="S13-text1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매체에서 정보 찾기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감각 놀이</a:t>
            </a:r>
            <a:endParaRPr lang="ko-KR" sz="4000" dirty="0"/>
          </a:p>
        </p:txBody>
      </p:sp>
      <p:sp>
        <p:nvSpPr>
          <p:cNvPr id="3" name="S14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귤, 컵, 수건으로 감각을 느끼고 말해 보세요.</a:t>
            </a:r>
            <a:endParaRPr lang="ko-KR" sz="3000" dirty="0"/>
          </a:p>
        </p:txBody>
      </p:sp>
      <p:sp>
        <p:nvSpPr>
          <p:cNvPr id="4" name="S14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“수건을 만져 보니 보들보들해요.”처럼 말해요.</a:t>
            </a:r>
            <a:endParaRPr lang="ko-KR" sz="3000" dirty="0"/>
          </a:p>
        </p:txBody>
      </p:sp>
      <p:sp>
        <p:nvSpPr>
          <p:cNvPr id="6" name="S14-word109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노랗다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귤을 보고</a:t>
            </a:r>
            <a:endParaRPr lang="ko-KR" sz="3400" dirty="0"/>
          </a:p>
        </p:txBody>
      </p:sp>
      <p:sp>
        <p:nvSpPr>
          <p:cNvPr id="7" name="S14-word110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땡땡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두드리고</a:t>
            </a:r>
            <a:endParaRPr lang="ko-KR" sz="3400" dirty="0"/>
          </a:p>
        </p:txBody>
      </p:sp>
      <p:sp>
        <p:nvSpPr>
          <p:cNvPr id="8" name="S14-word111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보들보들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수건을 만지고</a:t>
            </a:r>
            <a:endParaRPr lang="ko-KR" sz="3400" dirty="0"/>
          </a:p>
        </p:txBody>
      </p:sp>
      <p:sp>
        <p:nvSpPr>
          <p:cNvPr id="9" name="S14-word112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새콤달콤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귤을 먹고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감각적 표현</dc:title>
  <dc:subject>KR22-G03-KOR-SENSORY-L01</dc:subject>
  <dc:creator>education-ppt</dc:creator>
  <cp:lastModifiedBy>education-ppt</cp:lastModifiedBy>
  <cp:revision>1</cp:revision>
  <dcterms:created xsi:type="dcterms:W3CDTF">2026-10-26T07:26:00Z</dcterms:created>
  <dcterms:modified xsi:type="dcterms:W3CDTF">2026-10-26T07:26:00Z</dcterms:modified>
</cp:coreProperties>
</file>