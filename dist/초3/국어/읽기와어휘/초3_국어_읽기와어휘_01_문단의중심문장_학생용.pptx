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7c50c4a-1b74-8956-c954-32d0f4369a0c}">
          <p14:sldIdLst>
            <p14:sldId id="256"/>
            <p14:sldId id="257"/>
          </p14:sldIdLst>
        </p14:section>
        <p14:section name="개념" id="{c4ade833-6f6b-3676-af69-e4c2489215a8}">
          <p14:sldIdLst>
            <p14:sldId id="258"/>
            <p14:sldId id="259"/>
            <p14:sldId id="260"/>
          </p14:sldIdLst>
        </p14:section>
        <p14:section name="연습" id="{6195d977-6b30-4ab3-37de-d8a370d0b343}">
          <p14:sldIdLst>
            <p14:sldId id="261"/>
            <p14:sldId id="262"/>
            <p14:sldId id="263"/>
          </p14:sldIdLst>
        </p14:section>
        <p14:section name="확인" id="{43d17a2f-919f-0c8b-7799-0bd511ac4a61}">
          <p14:sldIdLst>
            <p14:sldId id="264"/>
            <p14:sldId id="265"/>
          </p14:sldIdLst>
        </p14:section>
        <p14:section name="정리" id="{5ebb8970-de98-2316-5236-a471c443fdd9}">
          <p14:sldIdLst>
            <p14:sldId id="266"/>
          </p14:sldIdLst>
        </p14:section>
        <p14:section name="보충" id="{b5afe893-b25c-5b17-ce48-690e3c5b5a6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읽기와어휘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문단의 중심 문장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문단의 중심 문장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문단의 중심 문장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중심 문장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문단에서 가장 중요한 문장은 무엇일까?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문단에서 중심 문장을 찾을 수 있어요.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뒷받침 문장이 하는 일을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문단은 몇 개일까요?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글은 문단이 몇 개일까요? 무엇을 보고 알았나요?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공원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동네에는 큰 공원이 있습니다. 공원 가운데에는 분수가 있습니다.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공원에서는 여러 사람이 운동을 합니다. 아침마다 할머니들이 걷기를 합니다.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저녁이 되면 가족들이 산책을 나옵니다. 강아지와 함께 오는 사람도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이루는 문장들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 하나 + 뒷받침 문장 여러 개 = 문단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생각을 담은 글의 덩어리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전체의 생각을 나타내는 문장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자세히 설명하는 문장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 문단 읽기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문장들이 모두 설명하고 있는 문장은 무엇일까요?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고양이는 몸을 깨끗이 하는 동물입니다. 고양이는 혀로 털을 핥아 먼지를 닦아 냅니다. 앞발에 침을 묻혀 얼굴도 씻습니다. 그래서 고양이의 털은 늘 반질반질합니다.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문장과 뒷받침 문장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문장은 중심 문장을 자세히 설명해요.</a:t>
            </a:r>
            <a:endParaRPr lang="ko-KR" sz="3000" dirty="0"/>
          </a:p>
        </p:txBody>
      </p:sp>
      <p:sp>
        <p:nvSpPr>
          <p:cNvPr id="5" name="S05-card2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고양이는 몸을 깨끗이 하는 동물입니다.</a:t>
            </a:r>
            <a:endParaRPr lang="ko-KR" sz="3000" dirty="0"/>
          </a:p>
        </p:txBody>
      </p:sp>
      <p:sp>
        <p:nvSpPr>
          <p:cNvPr id="7" name="S05-card2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1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혀로 털을 핥아 먼지를 닦아 냅니다.</a:t>
            </a:r>
            <a:endParaRPr lang="ko-KR" sz="3000" dirty="0"/>
          </a:p>
        </p:txBody>
      </p:sp>
      <p:sp>
        <p:nvSpPr>
          <p:cNvPr id="9" name="S05-card2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2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앞발에 침을 묻혀 얼굴도 씻습니다.</a:t>
            </a:r>
            <a:endParaRPr lang="ko-KR" sz="3000" dirty="0"/>
          </a:p>
        </p:txBody>
      </p:sp>
      <p:sp>
        <p:nvSpPr>
          <p:cNvPr id="11" name="S05-card2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5-cardtext2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3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털은 늘 반질반질합니다.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문단 읽기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어디에 있나요? 다른 문장들은 무엇을 설명하나요?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개미는 먹이를 찾으면 냄새 길을 남깁니다. 다른 개미들은 그 냄새를 따라 먹이를 찾아갑니다. 또 개미들은 무거운 먹이를 함께 나릅니다. 이처럼 개미는 서로 도우며 살아갑니다.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문장이 늘 중심 문장일까?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친구는 “첫 문장이 항상 중심 문장이야.”라고 했어요.</a:t>
            </a:r>
            <a:endParaRPr lang="ko-KR" sz="3000" dirty="0"/>
          </a:p>
        </p:txBody>
      </p:sp>
      <p:sp>
        <p:nvSpPr>
          <p:cNvPr id="5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중심 문장은 어떻게 찾을까요?</a:t>
            </a:r>
            <a:endParaRPr lang="ko-KR" sz="3000" dirty="0"/>
          </a:p>
        </p:txBody>
      </p:sp>
      <p:sp>
        <p:nvSpPr>
          <p:cNvPr id="7" name="S07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 문단</a:t>
            </a:r>
            <a:endParaRPr lang="ko-KR" sz="2400" dirty="0"/>
          </a:p>
        </p:txBody>
      </p:sp>
      <p:sp>
        <p:nvSpPr>
          <p:cNvPr id="8" name="S07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문장이 처음에 있어요.</a:t>
            </a:r>
            <a:endParaRPr lang="ko-KR" sz="3000" dirty="0"/>
          </a:p>
        </p:txBody>
      </p:sp>
      <p:sp>
        <p:nvSpPr>
          <p:cNvPr id="9" name="S07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문단</a:t>
            </a:r>
            <a:endParaRPr lang="ko-KR" sz="2400" dirty="0"/>
          </a:p>
        </p:txBody>
      </p:sp>
      <p:sp>
        <p:nvSpPr>
          <p:cNvPr id="10" name="S07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문장이 끝에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 찾는 방법</a:t>
            </a:r>
            <a:endParaRPr lang="ko-KR" sz="4000" dirty="0"/>
          </a:p>
        </p:txBody>
      </p:sp>
      <p:sp>
        <p:nvSpPr>
          <p:cNvPr id="3" name="S08-stepno41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8-text42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끝까지 읽어요.</a:t>
            </a:r>
            <a:endParaRPr lang="ko-KR" sz="3000" dirty="0"/>
          </a:p>
        </p:txBody>
      </p:sp>
      <p:sp>
        <p:nvSpPr>
          <p:cNvPr id="5" name="S08-stepno43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8-text44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대한 이야기인지 한마디로 말해요.</a:t>
            </a:r>
            <a:endParaRPr lang="ko-KR" sz="3000" dirty="0"/>
          </a:p>
        </p:txBody>
      </p:sp>
      <p:sp>
        <p:nvSpPr>
          <p:cNvPr id="7" name="S08-stepno45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8-text46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문장들이 모두 설명하는 문장을 골라요.</a:t>
            </a:r>
            <a:endParaRPr lang="ko-KR" sz="3000" dirty="0"/>
          </a:p>
        </p:txBody>
      </p:sp>
      <p:sp>
        <p:nvSpPr>
          <p:cNvPr id="9" name="S08-stepno47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8-text48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문장을 빼고 읽어 뜻이 흐려지는지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card4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문장에 밑줄을 긋고, 그것을 뒷받침하는 문장을 하나 말해 보세요.</a:t>
            </a:r>
            <a:endParaRPr lang="ko-KR" sz="3000" dirty="0"/>
          </a:p>
        </p:txBody>
      </p:sp>
      <p:sp>
        <p:nvSpPr>
          <p:cNvPr id="5" name="S09-passagebox51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2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몸에서 물은 여러 가지 일을 합니다. 물은 땀이 되어 몸의 열을 식혀 줍니다. 또 음식이 잘 소화되도록 돕습니다. 몸속 찌꺼기를 오줌으로 내보내는 데에도 물이 필요합니다.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문장이 하는 일은?</a:t>
            </a:r>
            <a:endParaRPr lang="ko-KR" sz="4000" dirty="0"/>
          </a:p>
        </p:txBody>
      </p:sp>
      <p:sp>
        <p:nvSpPr>
          <p:cNvPr id="3" name="S11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000" dirty="0"/>
          </a:p>
        </p:txBody>
      </p:sp>
      <p:sp>
        <p:nvSpPr>
          <p:cNvPr id="5" name="S11-chip55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56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57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생각을 한 문장으로 나타내요.</a:t>
            </a:r>
            <a:endParaRPr lang="ko-KR" sz="3000" dirty="0"/>
          </a:p>
        </p:txBody>
      </p:sp>
      <p:sp>
        <p:nvSpPr>
          <p:cNvPr id="8" name="S11-chip5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59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60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자세히 설명해요.</a:t>
            </a:r>
            <a:endParaRPr lang="ko-KR" sz="3000" dirty="0"/>
          </a:p>
        </p:txBody>
      </p:sp>
      <p:sp>
        <p:nvSpPr>
          <p:cNvPr id="11" name="S11-chip6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62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63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제목을 알려 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6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문단에는 중심 문장이 있고, 뒷받침 문장이 그것을 자세히 설명해요.</a:t>
            </a:r>
            <a:endParaRPr lang="ko-KR" sz="3000" dirty="0"/>
          </a:p>
        </p:txBody>
      </p:sp>
      <p:sp>
        <p:nvSpPr>
          <p:cNvPr id="5" name="S12-chip6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문장들이 설명하는 문장 찾기</a:t>
            </a:r>
            <a:endParaRPr lang="ko-KR" sz="2400" dirty="0"/>
          </a:p>
        </p:txBody>
      </p:sp>
      <p:sp>
        <p:nvSpPr>
          <p:cNvPr id="6" name="S12-chip6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첫 문장이라서 고르기</a:t>
            </a:r>
            <a:endParaRPr lang="ko-KR" sz="2400" dirty="0"/>
          </a:p>
        </p:txBody>
      </p:sp>
      <p:sp>
        <p:nvSpPr>
          <p:cNvPr id="7" name="S12-text6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6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문단이란?</a:t>
            </a:r>
            <a:endParaRPr lang="ko-KR" sz="2400" dirty="0"/>
          </a:p>
        </p:txBody>
      </p:sp>
      <p:sp>
        <p:nvSpPr>
          <p:cNvPr id="9" name="S12-text7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중심 문장의 뜻</a:t>
            </a:r>
            <a:endParaRPr lang="ko-KR" sz="2400" dirty="0"/>
          </a:p>
        </p:txBody>
      </p:sp>
      <p:sp>
        <p:nvSpPr>
          <p:cNvPr id="10" name="S12-text7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뒷받침 문장의 뜻</a:t>
            </a:r>
            <a:endParaRPr lang="ko-KR" sz="2400" dirty="0"/>
          </a:p>
        </p:txBody>
      </p:sp>
      <p:sp>
        <p:nvSpPr>
          <p:cNvPr id="11" name="S12-text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문맥으로 낱말 뜻 짐작하기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하나로 묶는 말</a:t>
            </a:r>
            <a:endParaRPr lang="ko-KR" sz="4000" dirty="0"/>
          </a:p>
        </p:txBody>
      </p:sp>
      <p:sp>
        <p:nvSpPr>
          <p:cNvPr id="3" name="S13-card73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74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‘과일’이 나머지를 모두 묶어요</a:t>
            </a:r>
            <a:endParaRPr lang="ko-KR" sz="3000" dirty="0"/>
          </a:p>
        </p:txBody>
      </p:sp>
      <p:sp>
        <p:nvSpPr>
          <p:cNvPr id="5" name="S13-card75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76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문장도 다른 문장을 묶어요</a:t>
            </a:r>
            <a:endParaRPr lang="ko-KR" sz="3000" dirty="0"/>
          </a:p>
        </p:txBody>
      </p:sp>
      <p:sp>
        <p:nvSpPr>
          <p:cNvPr id="7" name="S13-word77"/>
          <p:cNvSpPr txBox="1"/>
          <p:nvPr/>
        </p:nvSpPr>
        <p:spPr>
          <a:xfrm>
            <a:off x="548640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</a:t>
            </a:r>
            <a:endParaRPr lang="ko-KR" sz="3400" dirty="0"/>
          </a:p>
          <a:p>
            <a:pPr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묶는 말</a:t>
            </a:r>
            <a:endParaRPr lang="ko-KR" sz="3400" dirty="0"/>
          </a:p>
        </p:txBody>
      </p:sp>
      <p:sp>
        <p:nvSpPr>
          <p:cNvPr id="8" name="S13-word78"/>
          <p:cNvSpPr txBox="1"/>
          <p:nvPr/>
        </p:nvSpPr>
        <p:spPr>
          <a:xfrm>
            <a:off x="3390138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400" dirty="0"/>
          </a:p>
        </p:txBody>
      </p:sp>
      <p:sp>
        <p:nvSpPr>
          <p:cNvPr id="9" name="S13-word79"/>
          <p:cNvSpPr txBox="1"/>
          <p:nvPr/>
        </p:nvSpPr>
        <p:spPr>
          <a:xfrm>
            <a:off x="6231636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3400" dirty="0"/>
          </a:p>
        </p:txBody>
      </p:sp>
      <p:sp>
        <p:nvSpPr>
          <p:cNvPr id="10" name="S13-word80"/>
          <p:cNvSpPr txBox="1"/>
          <p:nvPr/>
        </p:nvSpPr>
        <p:spPr>
          <a:xfrm>
            <a:off x="9073134" y="2159508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문단의 중심 문장</dc:title>
  <dc:subject>KR22-G03-KOR-MAINIDEA-L01</dc:subject>
  <dc:creator>education-ppt</dc:creator>
  <cp:lastModifiedBy>education-ppt</cp:lastModifiedBy>
  <cp:revision>1</cp:revision>
  <dcterms:created xsi:type="dcterms:W3CDTF">2026-10-26T06:02:28Z</dcterms:created>
  <dcterms:modified xsi:type="dcterms:W3CDTF">2026-10-26T06:02:28Z</dcterms:modified>
</cp:coreProperties>
</file>