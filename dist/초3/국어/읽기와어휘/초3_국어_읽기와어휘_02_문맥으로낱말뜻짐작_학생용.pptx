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cb14c40-35b5-6538-c884-8b18f0efa4f3}">
          <p14:sldIdLst>
            <p14:sldId id="256"/>
            <p14:sldId id="257"/>
          </p14:sldIdLst>
        </p14:section>
        <p14:section name="개념" id="{788361ca-2d66-0488-4513-726086b15745}">
          <p14:sldIdLst>
            <p14:sldId id="258"/>
            <p14:sldId id="259"/>
            <p14:sldId id="260"/>
          </p14:sldIdLst>
        </p14:section>
        <p14:section name="연습" id="{a6ab652c-94e8-bbbd-1506-a7b7d16d642b}">
          <p14:sldIdLst>
            <p14:sldId id="261"/>
            <p14:sldId id="262"/>
            <p14:sldId id="263"/>
          </p14:sldIdLst>
        </p14:section>
        <p14:section name="확인" id="{7d90620d-5aea-5914-482a-1665e850d91c}">
          <p14:sldIdLst>
            <p14:sldId id="264"/>
            <p14:sldId id="265"/>
          </p14:sldIdLst>
        </p14:section>
        <p14:section name="정리" id="{2d3d07bc-22fd-4e68-e38a-3dd112010c4b}">
          <p14:sldIdLst>
            <p14:sldId id="266"/>
          </p14:sldIdLst>
        </p14:section>
        <p14:section name="보충" id="{1f300be6-5ca5-89b4-016d-c5981d8e6b6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문맥으로 낱말 뜻 짐작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나오면 어떻게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앞뒤 문장에서 단서를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단서로 낱말의 뜻을 짐작할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문단은 무엇에 대한 이야기인가요? 중심 문장은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집 강아지 콩이는 산책을 좋아합니다. 목줄을 보면 꼬리를 흔들며 문 앞으로 달려갑니다. 밖에 나가면 이리저리 냄새를 맡으며 신나게 걷습니다.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문맥과 단서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문장에서 단서를 찾아요.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문장이 이어지는 흐름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알려 주는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뜻을 미루어 생각하기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‘허기지다’의 뜻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‘허기졌습니다’는 무슨 뜻일까요? 어떤 말이 알려 주나요?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아침을 먹지 못하고 학교에 갔습니다. 점심시간이 되자 몹시 ‘허기졌습니다’. 배에서 꼬르륵 소리가 났습니다. 나는 밥을 두 그릇이나 먹었습니다.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뜻 짐작하는 방법</a:t>
            </a:r>
            <a:endParaRPr lang="ko-KR" sz="4000" dirty="0"/>
          </a:p>
        </p:txBody>
      </p:sp>
      <p:sp>
        <p:nvSpPr>
          <p:cNvPr id="3" name="S05-stepno19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0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낱말에 ○ 해요.</a:t>
            </a:r>
            <a:endParaRPr lang="ko-KR" sz="3000" dirty="0"/>
          </a:p>
        </p:txBody>
      </p:sp>
      <p:sp>
        <p:nvSpPr>
          <p:cNvPr id="5" name="S05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2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문장을 다시 읽어요.</a:t>
            </a:r>
            <a:endParaRPr lang="ko-KR" sz="3000" dirty="0"/>
          </a:p>
        </p:txBody>
      </p:sp>
      <p:sp>
        <p:nvSpPr>
          <p:cNvPr id="7" name="S05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4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되는 말에 밑줄을 그어요.</a:t>
            </a:r>
            <a:endParaRPr lang="ko-KR" sz="3000" dirty="0"/>
          </a:p>
        </p:txBody>
      </p:sp>
      <p:sp>
        <p:nvSpPr>
          <p:cNvPr id="9" name="S05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6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짐작해 쉬운 말로 말해요.</a:t>
            </a:r>
            <a:endParaRPr lang="ko-KR" sz="3000" dirty="0"/>
          </a:p>
        </p:txBody>
      </p:sp>
      <p:sp>
        <p:nvSpPr>
          <p:cNvPr id="11" name="S05-stepno27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5-text28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‘능숙하게’는 무슨 뜻일까요? 단서를 모두 찾아보세요.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언니는 줄넘기를 ‘능숙하게’ 합니다. 쉬지 않고 백 번이나 넘을 수 있습니다. 하지만 나는 아직 서툽니다. 열 번만 넘어도 줄에 걸립니다.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뜻이 어울릴까?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 자리에 짐작한 뜻을 넣어 읽어 보세요.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뒤 문장과 잘 어울리나요? 왜 그런가요?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‘싫어하다’로 짐작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싫어합니다. 하지만 나는 아직 서툽니다.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‘잘하다’로 짐작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잘합니다. 하지만 나는 아직 서툽니다.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 말하고, 낱말의 뜻을 짐작해 보세요.</a:t>
            </a:r>
            <a:endParaRPr lang="ko-KR" sz="3000" dirty="0"/>
          </a:p>
        </p:txBody>
      </p:sp>
      <p:sp>
        <p:nvSpPr>
          <p:cNvPr id="4" name="S08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‘어수선해요’. 장난감과 옷이 바닥에 흩어져 있어요.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‘쌀쌀해서’ 겉옷을 입었어요. 손도 시렸어요.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주지 않았더니 꽃이 ‘시들었어요’. 잎도 축 처졌어요.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‘서식합니다’의 뜻을 짐작하고, 단서에 밑줄을 그어 보세요.</a:t>
            </a:r>
            <a:endParaRPr lang="ko-KR" sz="30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수달은 맑은 물이 흐르는 강가에 ‘서식합니다’. 수달은 물가의 굴에서 지내며 물고기를 잡아먹습니다. 이처럼 수달은 물과 가까운 곳에서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뜻은 무엇일까요?</a:t>
            </a:r>
            <a:endParaRPr lang="ko-KR" sz="4000" dirty="0"/>
          </a:p>
        </p:txBody>
      </p:sp>
      <p:sp>
        <p:nvSpPr>
          <p:cNvPr id="3" name="S11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주말이라 놀이공원은 사람들로 ‘북적였습니다’. 놀이 기구마다 줄이 길었습니다.</a:t>
            </a:r>
            <a:endParaRPr lang="ko-KR" sz="3000" dirty="0"/>
          </a:p>
        </p:txBody>
      </p:sp>
      <p:sp>
        <p:nvSpPr>
          <p:cNvPr id="4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뜻을 넣어 읽고, 단서를 말해 보세요.</a:t>
            </a:r>
            <a:endParaRPr lang="ko-KR" sz="3000" dirty="0"/>
          </a:p>
        </p:txBody>
      </p:sp>
      <p:sp>
        <p:nvSpPr>
          <p:cNvPr id="6" name="S11-chip55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56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57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텅 비어 조용했어요.</a:t>
            </a:r>
            <a:endParaRPr lang="ko-KR" sz="3000" dirty="0"/>
          </a:p>
        </p:txBody>
      </p:sp>
      <p:sp>
        <p:nvSpPr>
          <p:cNvPr id="9" name="S11-chip58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59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0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많아 붐볐어요.</a:t>
            </a:r>
            <a:endParaRPr lang="ko-KR" sz="3000" dirty="0"/>
          </a:p>
        </p:txBody>
      </p:sp>
      <p:sp>
        <p:nvSpPr>
          <p:cNvPr id="12" name="S11-chip61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2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3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젖었어요.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문장의 단서로 뜻을 짐작하고, 넣어 읽어 확인해요.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앞뒤 문장 모두 읽기</a:t>
            </a:r>
            <a:endParaRPr lang="ko-KR" sz="24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모르면 그냥 건너뛰기</a:t>
            </a:r>
            <a:endParaRPr lang="ko-KR" sz="24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단서란?</a:t>
            </a:r>
            <a:endParaRPr lang="ko-KR" sz="24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‘허기지다’의 뜻</a:t>
            </a:r>
            <a:endParaRPr lang="ko-KR" sz="24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짐작한 뜻 확인하기</a:t>
            </a:r>
            <a:endParaRPr lang="ko-KR" sz="24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국어사전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빈칸에 알맞은 말</a:t>
            </a:r>
            <a:endParaRPr lang="ko-KR" sz="4000" dirty="0"/>
          </a:p>
        </p:txBody>
      </p:sp>
      <p:sp>
        <p:nvSpPr>
          <p:cNvPr id="3" name="S13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말을 보고 □에 들어갈 낱말을 말해 보세요.</a:t>
            </a:r>
            <a:endParaRPr lang="ko-KR" sz="3000" dirty="0"/>
          </a:p>
        </p:txBody>
      </p:sp>
      <p:sp>
        <p:nvSpPr>
          <p:cNvPr id="4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낱말도 □처럼 앞뒤 말을 보면 알 수 있어요.</a:t>
            </a:r>
            <a:endParaRPr lang="ko-KR" sz="3000" dirty="0"/>
          </a:p>
        </p:txBody>
      </p:sp>
      <p:sp>
        <p:nvSpPr>
          <p:cNvPr id="6" name="S13-chip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□을 썼어요.</a:t>
            </a:r>
            <a:endParaRPr lang="ko-KR" sz="3000" dirty="0"/>
          </a:p>
        </p:txBody>
      </p:sp>
      <p:sp>
        <p:nvSpPr>
          <p:cNvPr id="8" name="S13-chip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□을 마셨어요.</a:t>
            </a:r>
            <a:endParaRPr lang="ko-KR" sz="3000" dirty="0"/>
          </a:p>
        </p:txBody>
      </p:sp>
      <p:sp>
        <p:nvSpPr>
          <p:cNvPr id="10" name="S13-chip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시려서 □을 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문맥으로 낱말 뜻 짐작</dc:title>
  <dc:subject>KR22-G03-KOR-CONTEXT-L01</dc:subject>
  <dc:creator>education-ppt</dc:creator>
  <cp:lastModifiedBy>education-ppt</cp:lastModifiedBy>
  <cp:revision>1</cp:revision>
  <dcterms:created xsi:type="dcterms:W3CDTF">2026-10-26T07:47:18Z</dcterms:created>
  <dcterms:modified xsi:type="dcterms:W3CDTF">2026-10-26T07:47:18Z</dcterms:modified>
</cp:coreProperties>
</file>